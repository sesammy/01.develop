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7.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8.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9.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10.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11.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1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13.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1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6061" r:id="rId4"/>
    <p:sldMasterId id="2147487089" r:id="rId5"/>
    <p:sldMasterId id="2147488063" r:id="rId6"/>
    <p:sldMasterId id="2147488075" r:id="rId7"/>
    <p:sldMasterId id="2147488082" r:id="rId8"/>
    <p:sldMasterId id="2147488093" r:id="rId9"/>
    <p:sldMasterId id="2147488096" r:id="rId10"/>
    <p:sldMasterId id="2147488118" r:id="rId11"/>
    <p:sldMasterId id="2147488130" r:id="rId12"/>
    <p:sldMasterId id="2147488137" r:id="rId13"/>
    <p:sldMasterId id="2147488145" r:id="rId14"/>
    <p:sldMasterId id="2147488150" r:id="rId15"/>
    <p:sldMasterId id="2147488156" r:id="rId16"/>
    <p:sldMasterId id="2147488164" r:id="rId17"/>
  </p:sldMasterIdLst>
  <p:notesMasterIdLst>
    <p:notesMasterId r:id="rId33"/>
  </p:notesMasterIdLst>
  <p:handoutMasterIdLst>
    <p:handoutMasterId r:id="rId34"/>
  </p:handoutMasterIdLst>
  <p:sldIdLst>
    <p:sldId id="2147476094" r:id="rId18"/>
    <p:sldId id="2147476061" r:id="rId19"/>
    <p:sldId id="2147476078" r:id="rId20"/>
    <p:sldId id="2147476079" r:id="rId21"/>
    <p:sldId id="2147476062" r:id="rId22"/>
    <p:sldId id="2147476103" r:id="rId23"/>
    <p:sldId id="2147476104" r:id="rId24"/>
    <p:sldId id="2147476105" r:id="rId25"/>
    <p:sldId id="2147476106" r:id="rId26"/>
    <p:sldId id="2147476109" r:id="rId27"/>
    <p:sldId id="2147476107" r:id="rId28"/>
    <p:sldId id="2147476108" r:id="rId29"/>
    <p:sldId id="2147476113" r:id="rId30"/>
    <p:sldId id="2147476093" r:id="rId31"/>
    <p:sldId id="2147476111" r:id="rId32"/>
  </p:sldIdLst>
  <p:sldSz cx="9906000" cy="6858000" type="A4"/>
  <p:notesSz cx="6807200" cy="9939338"/>
  <p:defaultTextStyle>
    <a:defPPr>
      <a:defRPr lang="ja-JP"/>
    </a:defPPr>
    <a:lvl1pPr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4319">
          <p15:clr>
            <a:srgbClr val="A4A3A4"/>
          </p15:clr>
        </p15:guide>
        <p15:guide id="2" pos="312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3"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chi, Kyohei" initials="W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FF"/>
    <a:srgbClr val="CCFF99"/>
    <a:srgbClr val="0072CE"/>
    <a:srgbClr val="CCFFCC"/>
    <a:srgbClr val="0075BF"/>
    <a:srgbClr val="FFFFFF"/>
    <a:srgbClr val="FFFFCC"/>
    <a:srgbClr val="FFCC99"/>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ABE36F-0F69-46E5-A8CF-F897866FB6B4}" v="811" dt="2025-10-21T03:55:58.661"/>
    <p1510:client id="{9B08D94C-C09A-45C0-A766-863CB5932724}" v="236" dt="2025-10-21T04:34:07.766"/>
    <p1510:client id="{DDB2E718-5C75-4FED-BFD4-E297E57703D9}" v="3072" dt="2025-10-21T04:03:30.0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濃色スタイル 1 - アクセント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濃色スタイル 1 - アクセント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濃色スタイル 1 - アクセント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122" y="84"/>
      </p:cViewPr>
      <p:guideLst>
        <p:guide orient="horz" pos="4319"/>
        <p:guide pos="3120"/>
      </p:guideLst>
    </p:cSldViewPr>
  </p:slideViewPr>
  <p:notesTextViewPr>
    <p:cViewPr>
      <p:scale>
        <a:sx n="1" d="1"/>
        <a:sy n="1" d="1"/>
      </p:scale>
      <p:origin x="0" y="0"/>
    </p:cViewPr>
  </p:notesTextViewPr>
  <p:notesViewPr>
    <p:cSldViewPr snapToGrid="0">
      <p:cViewPr>
        <p:scale>
          <a:sx n="1" d="2"/>
          <a:sy n="1" d="2"/>
        </p:scale>
        <p:origin x="0" y="0"/>
      </p:cViewPr>
      <p:guideLst>
        <p:guide orient="horz" pos="3130"/>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3.xml"/><Relationship Id="rId29"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2568445D-C304-45ED-8D4F-C91BCF9215C5}"/>
              </a:ext>
            </a:extLst>
          </p:cNvPr>
          <p:cNvSpPr>
            <a:spLocks noGrp="1" noChangeArrowheads="1"/>
          </p:cNvSpPr>
          <p:nvPr>
            <p:ph type="hdr" sz="quarter"/>
          </p:nvPr>
        </p:nvSpPr>
        <p:spPr bwMode="auto">
          <a:xfrm>
            <a:off x="1" y="1"/>
            <a:ext cx="2950375" cy="497367"/>
          </a:xfrm>
          <a:prstGeom prst="rect">
            <a:avLst/>
          </a:prstGeom>
          <a:noFill/>
          <a:ln>
            <a:noFill/>
          </a:ln>
          <a:effectLst/>
        </p:spPr>
        <p:txBody>
          <a:bodyPr vert="horz" wrap="square" lIns="92236" tIns="46118" rIns="92236" bIns="46118" numCol="1" anchor="t" anchorCtr="0" compatLnSpc="1">
            <a:prstTxWarp prst="textNoShape">
              <a:avLst/>
            </a:prstTxWarp>
          </a:bodyPr>
          <a:lstStyle>
            <a:lvl1pPr algn="l" eaLnBrk="1" hangingPunct="1">
              <a:defRPr>
                <a:latin typeface="Arial" charset="0"/>
                <a:ea typeface="ＭＳ Ｐゴシック" charset="-128"/>
              </a:defRPr>
            </a:lvl1pPr>
          </a:lstStyle>
          <a:p>
            <a:pPr>
              <a:defRPr/>
            </a:pPr>
            <a:endParaRPr lang="en-US" altLang="ja-JP"/>
          </a:p>
        </p:txBody>
      </p:sp>
      <p:sp>
        <p:nvSpPr>
          <p:cNvPr id="155651" name="Rectangle 3">
            <a:extLst>
              <a:ext uri="{FF2B5EF4-FFF2-40B4-BE49-F238E27FC236}">
                <a16:creationId xmlns:a16="http://schemas.microsoft.com/office/drawing/2014/main" id="{95686FFD-7BA0-4C21-9C0F-B71CF9FFE07B}"/>
              </a:ext>
            </a:extLst>
          </p:cNvPr>
          <p:cNvSpPr>
            <a:spLocks noGrp="1" noChangeArrowheads="1"/>
          </p:cNvSpPr>
          <p:nvPr>
            <p:ph type="dt" sz="quarter" idx="1"/>
          </p:nvPr>
        </p:nvSpPr>
        <p:spPr bwMode="auto">
          <a:xfrm>
            <a:off x="3855221" y="1"/>
            <a:ext cx="2950374" cy="497367"/>
          </a:xfrm>
          <a:prstGeom prst="rect">
            <a:avLst/>
          </a:prstGeom>
          <a:noFill/>
          <a:ln>
            <a:noFill/>
          </a:ln>
          <a:effectLst/>
        </p:spPr>
        <p:txBody>
          <a:bodyPr vert="horz" wrap="square" lIns="92236" tIns="46118" rIns="92236" bIns="46118" numCol="1" anchor="t" anchorCtr="0" compatLnSpc="1">
            <a:prstTxWarp prst="textNoShape">
              <a:avLst/>
            </a:prstTxWarp>
          </a:bodyPr>
          <a:lstStyle>
            <a:lvl1pPr algn="r" eaLnBrk="1" hangingPunct="1">
              <a:defRPr>
                <a:latin typeface="Arial" charset="0"/>
                <a:ea typeface="ＭＳ Ｐゴシック" charset="-128"/>
              </a:defRPr>
            </a:lvl1pPr>
          </a:lstStyle>
          <a:p>
            <a:pPr>
              <a:defRPr/>
            </a:pPr>
            <a:endParaRPr lang="en-US" altLang="ja-JP"/>
          </a:p>
        </p:txBody>
      </p:sp>
      <p:sp>
        <p:nvSpPr>
          <p:cNvPr id="155652" name="Rectangle 4">
            <a:extLst>
              <a:ext uri="{FF2B5EF4-FFF2-40B4-BE49-F238E27FC236}">
                <a16:creationId xmlns:a16="http://schemas.microsoft.com/office/drawing/2014/main" id="{FD3D80E6-4727-4233-8E85-AEFD265B0979}"/>
              </a:ext>
            </a:extLst>
          </p:cNvPr>
          <p:cNvSpPr>
            <a:spLocks noGrp="1" noChangeArrowheads="1"/>
          </p:cNvSpPr>
          <p:nvPr>
            <p:ph type="ftr" sz="quarter" idx="2"/>
          </p:nvPr>
        </p:nvSpPr>
        <p:spPr bwMode="auto">
          <a:xfrm>
            <a:off x="1" y="9440372"/>
            <a:ext cx="2950375" cy="497366"/>
          </a:xfrm>
          <a:prstGeom prst="rect">
            <a:avLst/>
          </a:prstGeom>
          <a:noFill/>
          <a:ln>
            <a:noFill/>
          </a:ln>
          <a:effectLst/>
        </p:spPr>
        <p:txBody>
          <a:bodyPr vert="horz" wrap="square" lIns="92236" tIns="46118" rIns="92236" bIns="46118" numCol="1" anchor="b" anchorCtr="0" compatLnSpc="1">
            <a:prstTxWarp prst="textNoShape">
              <a:avLst/>
            </a:prstTxWarp>
          </a:bodyPr>
          <a:lstStyle>
            <a:lvl1pPr algn="l" eaLnBrk="1" hangingPunct="1">
              <a:defRPr>
                <a:latin typeface="Arial" charset="0"/>
                <a:ea typeface="ＭＳ Ｐゴシック" charset="-128"/>
              </a:defRPr>
            </a:lvl1pPr>
          </a:lstStyle>
          <a:p>
            <a:pPr>
              <a:defRPr/>
            </a:pPr>
            <a:endParaRPr lang="en-US" altLang="ja-JP"/>
          </a:p>
        </p:txBody>
      </p:sp>
      <p:sp>
        <p:nvSpPr>
          <p:cNvPr id="155653" name="Rectangle 5">
            <a:extLst>
              <a:ext uri="{FF2B5EF4-FFF2-40B4-BE49-F238E27FC236}">
                <a16:creationId xmlns:a16="http://schemas.microsoft.com/office/drawing/2014/main" id="{11393032-D7C2-4D0F-BEAC-E75BC4A6F4A9}"/>
              </a:ext>
            </a:extLst>
          </p:cNvPr>
          <p:cNvSpPr>
            <a:spLocks noGrp="1" noChangeArrowheads="1"/>
          </p:cNvSpPr>
          <p:nvPr>
            <p:ph type="sldNum" sz="quarter" idx="3"/>
          </p:nvPr>
        </p:nvSpPr>
        <p:spPr bwMode="auto">
          <a:xfrm>
            <a:off x="3855221" y="9440372"/>
            <a:ext cx="2950374" cy="497366"/>
          </a:xfrm>
          <a:prstGeom prst="rect">
            <a:avLst/>
          </a:prstGeom>
          <a:noFill/>
          <a:ln>
            <a:noFill/>
          </a:ln>
          <a:effectLst/>
        </p:spPr>
        <p:txBody>
          <a:bodyPr vert="horz" wrap="square" lIns="92236" tIns="46118" rIns="92236" bIns="46118" numCol="1" anchor="b" anchorCtr="0" compatLnSpc="1">
            <a:prstTxWarp prst="textNoShape">
              <a:avLst/>
            </a:prstTxWarp>
          </a:bodyPr>
          <a:lstStyle>
            <a:lvl1pPr algn="r" eaLnBrk="1" hangingPunct="1">
              <a:defRPr>
                <a:latin typeface="Arial" panose="020B0604020202020204" pitchFamily="34" charset="0"/>
              </a:defRPr>
            </a:lvl1pPr>
          </a:lstStyle>
          <a:p>
            <a:pPr>
              <a:defRPr/>
            </a:pPr>
            <a:fld id="{AB95D045-E07E-490E-B4E6-A9633C2414FC}" type="slidenum">
              <a:rPr lang="en-US" altLang="ja-JP"/>
              <a:pPr>
                <a:defRPr/>
              </a:pPr>
              <a:t>‹#›</a:t>
            </a:fld>
            <a:endParaRPr lang="en-US" altLang="ja-JP"/>
          </a:p>
        </p:txBody>
      </p:sp>
    </p:spTree>
    <p:extLst>
      <p:ext uri="{BB962C8B-B14F-4D97-AF65-F5344CB8AC3E}">
        <p14:creationId xmlns:p14="http://schemas.microsoft.com/office/powerpoint/2010/main" val="27255701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5A4252E-E583-4DAA-8581-69E8D46F72D1}"/>
              </a:ext>
            </a:extLst>
          </p:cNvPr>
          <p:cNvSpPr>
            <a:spLocks noGrp="1" noChangeArrowheads="1"/>
          </p:cNvSpPr>
          <p:nvPr>
            <p:ph type="hdr" sz="quarter"/>
          </p:nvPr>
        </p:nvSpPr>
        <p:spPr bwMode="auto">
          <a:xfrm>
            <a:off x="1" y="1"/>
            <a:ext cx="2950375" cy="497367"/>
          </a:xfrm>
          <a:prstGeom prst="rect">
            <a:avLst/>
          </a:prstGeom>
          <a:noFill/>
          <a:ln>
            <a:noFill/>
          </a:ln>
          <a:effectLst/>
        </p:spPr>
        <p:txBody>
          <a:bodyPr vert="horz" wrap="square" lIns="91433" tIns="45716" rIns="91433" bIns="45716" numCol="1" anchor="t" anchorCtr="0" compatLnSpc="1">
            <a:prstTxWarp prst="textNoShape">
              <a:avLst/>
            </a:prstTxWarp>
          </a:bodyPr>
          <a:lstStyle>
            <a:lvl1pPr algn="l" defTabSz="914349" eaLnBrk="1" hangingPunct="1">
              <a:defRPr>
                <a:latin typeface="Arial" charset="0"/>
                <a:ea typeface="ＭＳ Ｐゴシック" charset="-128"/>
              </a:defRPr>
            </a:lvl1pPr>
          </a:lstStyle>
          <a:p>
            <a:pPr>
              <a:defRPr/>
            </a:pPr>
            <a:endParaRPr lang="en-US" altLang="ja-JP"/>
          </a:p>
        </p:txBody>
      </p:sp>
      <p:sp>
        <p:nvSpPr>
          <p:cNvPr id="3075" name="Rectangle 3">
            <a:extLst>
              <a:ext uri="{FF2B5EF4-FFF2-40B4-BE49-F238E27FC236}">
                <a16:creationId xmlns:a16="http://schemas.microsoft.com/office/drawing/2014/main" id="{0E7DB3FB-D9D8-48CD-B3D6-2A5F3CC0421E}"/>
              </a:ext>
            </a:extLst>
          </p:cNvPr>
          <p:cNvSpPr>
            <a:spLocks noGrp="1" noChangeArrowheads="1"/>
          </p:cNvSpPr>
          <p:nvPr>
            <p:ph type="dt" idx="1"/>
          </p:nvPr>
        </p:nvSpPr>
        <p:spPr bwMode="auto">
          <a:xfrm>
            <a:off x="3856825" y="1"/>
            <a:ext cx="2948770" cy="497367"/>
          </a:xfrm>
          <a:prstGeom prst="rect">
            <a:avLst/>
          </a:prstGeom>
          <a:noFill/>
          <a:ln>
            <a:noFill/>
          </a:ln>
          <a:effectLst/>
        </p:spPr>
        <p:txBody>
          <a:bodyPr vert="horz" wrap="square" lIns="91433" tIns="45716" rIns="91433" bIns="45716" numCol="1" anchor="t" anchorCtr="0" compatLnSpc="1">
            <a:prstTxWarp prst="textNoShape">
              <a:avLst/>
            </a:prstTxWarp>
          </a:bodyPr>
          <a:lstStyle>
            <a:lvl1pPr algn="r" defTabSz="914349" eaLnBrk="1" hangingPunct="1">
              <a:defRPr>
                <a:latin typeface="Arial" charset="0"/>
                <a:ea typeface="ＭＳ Ｐゴシック" charset="-128"/>
              </a:defRPr>
            </a:lvl1pPr>
          </a:lstStyle>
          <a:p>
            <a:pPr>
              <a:defRPr/>
            </a:pPr>
            <a:endParaRPr lang="en-US" altLang="ja-JP"/>
          </a:p>
        </p:txBody>
      </p:sp>
      <p:sp>
        <p:nvSpPr>
          <p:cNvPr id="11268" name="Rectangle 4">
            <a:extLst>
              <a:ext uri="{FF2B5EF4-FFF2-40B4-BE49-F238E27FC236}">
                <a16:creationId xmlns:a16="http://schemas.microsoft.com/office/drawing/2014/main" id="{95EFACF6-CC85-4C73-A75F-E79604F8FA40}"/>
              </a:ext>
            </a:extLst>
          </p:cNvPr>
          <p:cNvSpPr>
            <a:spLocks noGrp="1" noRot="1" noChangeAspect="1" noChangeArrowheads="1" noTextEdit="1"/>
          </p:cNvSpPr>
          <p:nvPr>
            <p:ph type="sldImg" idx="2"/>
          </p:nvPr>
        </p:nvSpPr>
        <p:spPr bwMode="auto">
          <a:xfrm>
            <a:off x="712788" y="746125"/>
            <a:ext cx="5383212"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7DD26B9-FEEB-45AE-B047-92A9A329CBFA}"/>
              </a:ext>
            </a:extLst>
          </p:cNvPr>
          <p:cNvSpPr>
            <a:spLocks noGrp="1" noChangeArrowheads="1"/>
          </p:cNvSpPr>
          <p:nvPr>
            <p:ph type="body" sz="quarter" idx="3"/>
          </p:nvPr>
        </p:nvSpPr>
        <p:spPr bwMode="auto">
          <a:xfrm>
            <a:off x="680239" y="4720986"/>
            <a:ext cx="5446723" cy="4471502"/>
          </a:xfrm>
          <a:prstGeom prst="rect">
            <a:avLst/>
          </a:prstGeom>
          <a:noFill/>
          <a:ln>
            <a:noFill/>
          </a:ln>
          <a:effectLst/>
        </p:spPr>
        <p:txBody>
          <a:bodyPr vert="horz" wrap="square" lIns="91433" tIns="45716" rIns="91433" bIns="45716"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078" name="Rectangle 6">
            <a:extLst>
              <a:ext uri="{FF2B5EF4-FFF2-40B4-BE49-F238E27FC236}">
                <a16:creationId xmlns:a16="http://schemas.microsoft.com/office/drawing/2014/main" id="{47C3A981-0295-4F4A-8CF2-70F7AF7C6B36}"/>
              </a:ext>
            </a:extLst>
          </p:cNvPr>
          <p:cNvSpPr>
            <a:spLocks noGrp="1" noChangeArrowheads="1"/>
          </p:cNvSpPr>
          <p:nvPr>
            <p:ph type="ftr" sz="quarter" idx="4"/>
          </p:nvPr>
        </p:nvSpPr>
        <p:spPr bwMode="auto">
          <a:xfrm>
            <a:off x="1" y="9440372"/>
            <a:ext cx="2950375" cy="497366"/>
          </a:xfrm>
          <a:prstGeom prst="rect">
            <a:avLst/>
          </a:prstGeom>
          <a:noFill/>
          <a:ln>
            <a:noFill/>
          </a:ln>
          <a:effectLst/>
        </p:spPr>
        <p:txBody>
          <a:bodyPr vert="horz" wrap="square" lIns="91433" tIns="45716" rIns="91433" bIns="45716" numCol="1" anchor="b" anchorCtr="0" compatLnSpc="1">
            <a:prstTxWarp prst="textNoShape">
              <a:avLst/>
            </a:prstTxWarp>
          </a:bodyPr>
          <a:lstStyle>
            <a:lvl1pPr algn="l" defTabSz="914349" eaLnBrk="1" hangingPunct="1">
              <a:defRPr>
                <a:latin typeface="Arial" charset="0"/>
                <a:ea typeface="ＭＳ Ｐゴシック" charset="-128"/>
              </a:defRPr>
            </a:lvl1pPr>
          </a:lstStyle>
          <a:p>
            <a:pPr>
              <a:defRPr/>
            </a:pPr>
            <a:endParaRPr lang="en-US" altLang="ja-JP"/>
          </a:p>
        </p:txBody>
      </p:sp>
      <p:sp>
        <p:nvSpPr>
          <p:cNvPr id="3079" name="Rectangle 7">
            <a:extLst>
              <a:ext uri="{FF2B5EF4-FFF2-40B4-BE49-F238E27FC236}">
                <a16:creationId xmlns:a16="http://schemas.microsoft.com/office/drawing/2014/main" id="{F1F82D64-F803-4EDF-A078-2FC368E2857B}"/>
              </a:ext>
            </a:extLst>
          </p:cNvPr>
          <p:cNvSpPr>
            <a:spLocks noGrp="1" noChangeArrowheads="1"/>
          </p:cNvSpPr>
          <p:nvPr>
            <p:ph type="sldNum" sz="quarter" idx="5"/>
          </p:nvPr>
        </p:nvSpPr>
        <p:spPr bwMode="auto">
          <a:xfrm>
            <a:off x="3856825" y="9440372"/>
            <a:ext cx="2948770" cy="497366"/>
          </a:xfrm>
          <a:prstGeom prst="rect">
            <a:avLst/>
          </a:prstGeom>
          <a:noFill/>
          <a:ln>
            <a:noFill/>
          </a:ln>
          <a:effectLst/>
        </p:spPr>
        <p:txBody>
          <a:bodyPr vert="horz" wrap="square" lIns="91433" tIns="45716" rIns="91433" bIns="45716" numCol="1" anchor="b" anchorCtr="0" compatLnSpc="1">
            <a:prstTxWarp prst="textNoShape">
              <a:avLst/>
            </a:prstTxWarp>
          </a:bodyPr>
          <a:lstStyle>
            <a:lvl1pPr algn="r" defTabSz="914349" eaLnBrk="1" hangingPunct="1">
              <a:defRPr>
                <a:latin typeface="Arial" panose="020B0604020202020204" pitchFamily="34" charset="0"/>
              </a:defRPr>
            </a:lvl1pPr>
          </a:lstStyle>
          <a:p>
            <a:pPr>
              <a:defRPr/>
            </a:pPr>
            <a:fld id="{796A37E2-7040-491B-9D5D-F9D544AE44C5}" type="slidenum">
              <a:rPr lang="en-US" altLang="ja-JP"/>
              <a:pPr>
                <a:defRPr/>
              </a:pPr>
              <a:t>‹#›</a:t>
            </a:fld>
            <a:endParaRPr lang="en-US" altLang="ja-JP"/>
          </a:p>
        </p:txBody>
      </p:sp>
    </p:spTree>
    <p:extLst>
      <p:ext uri="{BB962C8B-B14F-4D97-AF65-F5344CB8AC3E}">
        <p14:creationId xmlns:p14="http://schemas.microsoft.com/office/powerpoint/2010/main" val="337380776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defTabSz="906445">
              <a:defRPr/>
            </a:pPr>
            <a:fld id="{76195CC2-2C8F-433A-9275-A628D6E7C9D8}" type="slidenum">
              <a:rPr lang="ja-JP" altLang="en-US">
                <a:solidFill>
                  <a:prstClr val="black"/>
                </a:solidFill>
                <a:latin typeface="Arial" charset="0"/>
              </a:rPr>
              <a:pPr defTabSz="906445">
                <a:defRPr/>
              </a:pPr>
              <a:t>0</a:t>
            </a:fld>
            <a:endParaRPr lang="ja-JP" altLang="en-US">
              <a:solidFill>
                <a:prstClr val="black"/>
              </a:solidFill>
              <a:latin typeface="Arial" charset="0"/>
            </a:endParaRPr>
          </a:p>
        </p:txBody>
      </p:sp>
    </p:spTree>
    <p:extLst>
      <p:ext uri="{BB962C8B-B14F-4D97-AF65-F5344CB8AC3E}">
        <p14:creationId xmlns:p14="http://schemas.microsoft.com/office/powerpoint/2010/main" val="2807162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2791669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96A37E2-7040-491B-9D5D-F9D544AE44C5}" type="slidenum">
              <a:rPr lang="en-US" altLang="ja-JP" smtClean="0"/>
              <a:pPr>
                <a:defRPr/>
              </a:pPr>
              <a:t>2</a:t>
            </a:fld>
            <a:endParaRPr lang="en-US" altLang="ja-JP"/>
          </a:p>
        </p:txBody>
      </p:sp>
    </p:spTree>
    <p:extLst>
      <p:ext uri="{BB962C8B-B14F-4D97-AF65-F5344CB8AC3E}">
        <p14:creationId xmlns:p14="http://schemas.microsoft.com/office/powerpoint/2010/main" val="384014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96A37E2-7040-491B-9D5D-F9D544AE44C5}" type="slidenum">
              <a:rPr lang="en-US" altLang="ja-JP" smtClean="0"/>
              <a:pPr>
                <a:defRPr/>
              </a:pPr>
              <a:t>3</a:t>
            </a:fld>
            <a:endParaRPr lang="en-US" altLang="ja-JP"/>
          </a:p>
        </p:txBody>
      </p:sp>
    </p:spTree>
    <p:extLst>
      <p:ext uri="{BB962C8B-B14F-4D97-AF65-F5344CB8AC3E}">
        <p14:creationId xmlns:p14="http://schemas.microsoft.com/office/powerpoint/2010/main" val="1639641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96A37E2-7040-491B-9D5D-F9D544AE44C5}" type="slidenum">
              <a:rPr lang="en-US" altLang="ja-JP" smtClean="0"/>
              <a:pPr>
                <a:defRPr/>
              </a:pPr>
              <a:t>4</a:t>
            </a:fld>
            <a:endParaRPr lang="en-US" altLang="ja-JP"/>
          </a:p>
        </p:txBody>
      </p:sp>
    </p:spTree>
    <p:extLst>
      <p:ext uri="{BB962C8B-B14F-4D97-AF65-F5344CB8AC3E}">
        <p14:creationId xmlns:p14="http://schemas.microsoft.com/office/powerpoint/2010/main" val="3115380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BBEDA-BDB7-C172-8D8A-05032FF730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445AD0-A3BA-57ED-2212-AB2FFE6343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64D95F-3098-F857-B1D6-E5821A7F9A4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F4D8DF4-E7C4-5D27-5F3E-4F1EE74107C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345697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8227-6A85-E688-A3DC-9146C7566B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B03598-81F0-E376-A3CA-FB0E6EBF64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952451-2E57-E85C-C287-E2F154A5721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E4431F-A300-DA2B-D83B-9F7A9EE6311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1311414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C3AF-0E0A-7432-6DDD-D9DE08513C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45288B-B0B7-DE48-7178-CC851F066A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8F103A-F4EC-E3B8-11D1-CB7A30706CD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FDD113B-5C1E-77FE-F8BB-8BD8EA58758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359993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0273-DE23-D789-E8AE-AEDDF5E94A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A1EB6B-EDBA-7BD4-A949-D49E1B44CD3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DB9EC76-D7B4-009A-CEDA-03D67498EA7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CF1A02-4189-05F3-99B8-A0DC8980CA2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2648400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2DF3-350A-10EE-8E35-04A3167DE0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A1532B-AA66-DA7B-EFAA-E773D56A220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5F4383-D9E0-757C-1BE0-5F7D597A096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5AB8CD-7622-9454-4E5F-12202E4C61E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947451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A712-0072-8D62-49F5-19BCAEE855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3F1961-B605-4409-6DDD-861417C437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AECCFA-E13D-BC16-B659-0EABA7E4F87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A34264E-75C7-67F8-D142-66B25DB09A3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932321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96DD-7247-0AD5-2C87-5E08C6B2F0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2E01A-B5A7-CF14-1C60-C6AFACF546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6E3EA0D-109B-5414-F050-1F4299AA80C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9F7F6CB-3D8E-02E2-25A1-66F7946339F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2702450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84962-DFEF-45B8-496A-09B08DA3AF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9F6F32-F827-7ABA-99A3-84B2458EB6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7DD121-764A-6F98-EC86-6938BA2E49E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28B3B93-9355-6D6E-A982-6DEC76C1955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195CC2-2C8F-433A-9275-A628D6E7C9D8}" type="slidenum">
              <a:rPr kumimoji="1" lang="ja-JP" altLang="en-US" sz="1200" b="0" i="0" u="none" strike="noStrike" kern="1200" cap="none" spc="0" normalizeH="0" baseline="0" noProof="0" smtClean="0">
                <a:ln>
                  <a:noFill/>
                </a:ln>
                <a:solidFill>
                  <a:prstClr val="black"/>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374191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796A37E2-7040-491B-9D5D-F9D544AE44C5}" type="slidenum">
              <a:rPr lang="en-US" altLang="ja-JP" smtClean="0"/>
              <a:pPr>
                <a:defRPr/>
              </a:pPr>
              <a:t>13</a:t>
            </a:fld>
            <a:endParaRPr lang="en-US" altLang="ja-JP"/>
          </a:p>
        </p:txBody>
      </p:sp>
    </p:spTree>
    <p:extLst>
      <p:ext uri="{BB962C8B-B14F-4D97-AF65-F5344CB8AC3E}">
        <p14:creationId xmlns:p14="http://schemas.microsoft.com/office/powerpoint/2010/main" val="1994424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65C08-564F-D423-C168-A2BA44E71CE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37173E8-ECA9-CAD4-722D-7B076C2AC6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5F6F45C-0A7F-137C-0DC4-A2D386869CD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03E6FD2-62E0-CDF7-F3A5-5B297A4570E5}"/>
              </a:ext>
            </a:extLst>
          </p:cNvPr>
          <p:cNvSpPr>
            <a:spLocks noGrp="1"/>
          </p:cNvSpPr>
          <p:nvPr>
            <p:ph type="sldNum" sz="quarter" idx="5"/>
          </p:nvPr>
        </p:nvSpPr>
        <p:spPr/>
        <p:txBody>
          <a:bodyPr/>
          <a:lstStyle/>
          <a:p>
            <a:pPr>
              <a:defRPr/>
            </a:pPr>
            <a:fld id="{796A37E2-7040-491B-9D5D-F9D544AE44C5}" type="slidenum">
              <a:rPr lang="en-US" altLang="ja-JP" smtClean="0"/>
              <a:pPr>
                <a:defRPr/>
              </a:pPr>
              <a:t>14</a:t>
            </a:fld>
            <a:endParaRPr lang="en-US" altLang="ja-JP"/>
          </a:p>
        </p:txBody>
      </p:sp>
    </p:spTree>
    <p:extLst>
      <p:ext uri="{BB962C8B-B14F-4D97-AF65-F5344CB8AC3E}">
        <p14:creationId xmlns:p14="http://schemas.microsoft.com/office/powerpoint/2010/main" val="404870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1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15.emf"/></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jpeg"/><Relationship Id="rId1" Type="http://schemas.openxmlformats.org/officeDocument/2006/relationships/slideMaster" Target="../slideMasters/slideMaster9.xml"/><Relationship Id="rId4" Type="http://schemas.openxmlformats.org/officeDocument/2006/relationships/image" Target="../media/image14.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2.jpeg"/><Relationship Id="rId1" Type="http://schemas.openxmlformats.org/officeDocument/2006/relationships/slideMaster" Target="../slideMasters/slideMaster9.xml"/><Relationship Id="rId4" Type="http://schemas.openxmlformats.org/officeDocument/2006/relationships/image" Target="../media/image15.emf"/></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1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1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6.png"/><Relationship Id="rId1" Type="http://schemas.openxmlformats.org/officeDocument/2006/relationships/slideMaster" Target="../slideMasters/slideMaster1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Master" Target="../slideMasters/slideMaster1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99.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4.xml"/><Relationship Id="rId5" Type="http://schemas.openxmlformats.org/officeDocument/2006/relationships/tags" Target="../tags/tag5.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扉">
    <p:spTree>
      <p:nvGrpSpPr>
        <p:cNvPr id="1" name=""/>
        <p:cNvGrpSpPr/>
        <p:nvPr/>
      </p:nvGrpSpPr>
      <p:grpSpPr>
        <a:xfrm>
          <a:off x="0" y="0"/>
          <a:ext cx="0" cy="0"/>
          <a:chOff x="0" y="0"/>
          <a:chExt cx="0" cy="0"/>
        </a:xfrm>
      </p:grpSpPr>
      <p:sp>
        <p:nvSpPr>
          <p:cNvPr id="2" name="Rectangle 25">
            <a:extLst>
              <a:ext uri="{FF2B5EF4-FFF2-40B4-BE49-F238E27FC236}">
                <a16:creationId xmlns:a16="http://schemas.microsoft.com/office/drawing/2014/main" id="{70870482-88B4-456D-B189-FA516951EE60}"/>
              </a:ext>
            </a:extLst>
          </p:cNvPr>
          <p:cNvSpPr txBox="1">
            <a:spLocks noChangeArrowheads="1"/>
          </p:cNvSpPr>
          <p:nvPr userDrawn="1"/>
        </p:nvSpPr>
        <p:spPr bwMode="auto">
          <a:xfrm>
            <a:off x="9563100" y="6688138"/>
            <a:ext cx="274638" cy="209550"/>
          </a:xfrm>
          <a:prstGeom prst="rect">
            <a:avLst/>
          </a:prstGeom>
          <a:noFill/>
          <a:ln w="9525">
            <a:noFill/>
            <a:miter lim="800000"/>
            <a:headEnd/>
            <a:tailEnd/>
          </a:ln>
          <a:effectLst/>
        </p:spPr>
        <p:txBody>
          <a:bodyPr lIns="0" tIns="0" rIns="0" bIns="0"/>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r" eaLnBrk="1" hangingPunct="1">
              <a:defRPr/>
            </a:pPr>
            <a:fld id="{A503C7DB-BE5D-4927-A625-CB586DFCB9A8}" type="slidenum">
              <a:rPr lang="en-US" altLang="ja-JP" sz="1000" smtClean="0">
                <a:latin typeface="Arial" panose="020B0604020202020204" pitchFamily="34" charset="0"/>
              </a:rPr>
              <a:pPr algn="r" eaLnBrk="1" hangingPunct="1">
                <a:defRPr/>
              </a:pPr>
              <a:t>‹#›</a:t>
            </a:fld>
            <a:endParaRPr lang="en-US" altLang="ja-JP" sz="1000">
              <a:latin typeface="Arial" panose="020B0604020202020204" pitchFamily="34" charset="0"/>
            </a:endParaRPr>
          </a:p>
        </p:txBody>
      </p:sp>
      <p:pic>
        <p:nvPicPr>
          <p:cNvPr id="3" name="Picture 22" descr="IIJ_logo">
            <a:extLst>
              <a:ext uri="{FF2B5EF4-FFF2-40B4-BE49-F238E27FC236}">
                <a16:creationId xmlns:a16="http://schemas.microsoft.com/office/drawing/2014/main" id="{E92C2CF4-136F-481A-9790-697AA21D973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8963" y="2019300"/>
            <a:ext cx="996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4" descr="表紙赤丸3">
            <a:extLst>
              <a:ext uri="{FF2B5EF4-FFF2-40B4-BE49-F238E27FC236}">
                <a16:creationId xmlns:a16="http://schemas.microsoft.com/office/drawing/2014/main" id="{08CD42F3-9944-43CE-A280-17E95A61811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711700" y="2032000"/>
            <a:ext cx="4986338"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3" descr="Ongoingロゴ（赤ライン・1行）">
            <a:extLst>
              <a:ext uri="{FF2B5EF4-FFF2-40B4-BE49-F238E27FC236}">
                <a16:creationId xmlns:a16="http://schemas.microsoft.com/office/drawing/2014/main" id="{05885B28-8699-4C09-820E-D2306A34BAF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84200" y="6191250"/>
            <a:ext cx="13922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762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sp>
        <p:nvSpPr>
          <p:cNvPr id="2" name="Rectangle 25">
            <a:extLst>
              <a:ext uri="{FF2B5EF4-FFF2-40B4-BE49-F238E27FC236}">
                <a16:creationId xmlns:a16="http://schemas.microsoft.com/office/drawing/2014/main" id="{A274F38A-4896-47E9-AE80-D58F247AC021}"/>
              </a:ext>
            </a:extLst>
          </p:cNvPr>
          <p:cNvSpPr txBox="1">
            <a:spLocks noChangeArrowheads="1"/>
          </p:cNvSpPr>
          <p:nvPr userDrawn="1"/>
        </p:nvSpPr>
        <p:spPr bwMode="auto">
          <a:xfrm>
            <a:off x="9563100" y="6688138"/>
            <a:ext cx="274638" cy="209550"/>
          </a:xfrm>
          <a:prstGeom prst="rect">
            <a:avLst/>
          </a:prstGeom>
          <a:noFill/>
          <a:ln w="9525">
            <a:noFill/>
            <a:miter lim="800000"/>
            <a:headEnd/>
            <a:tailEnd/>
          </a:ln>
          <a:effectLst/>
        </p:spPr>
        <p:txBody>
          <a:bodyPr lIns="0" tIns="0" rIns="0" bIns="0"/>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r" eaLnBrk="1" hangingPunct="1">
              <a:defRPr/>
            </a:pPr>
            <a:fld id="{15049101-3DFF-4FBE-8C23-9EA1B99897C2}" type="slidenum">
              <a:rPr lang="en-US" altLang="ja-JP" sz="1000" smtClean="0">
                <a:latin typeface="Arial" panose="020B0604020202020204" pitchFamily="34" charset="0"/>
              </a:rPr>
              <a:pPr algn="r" eaLnBrk="1" hangingPunct="1">
                <a:defRPr/>
              </a:pPr>
              <a:t>‹#›</a:t>
            </a:fld>
            <a:endParaRPr lang="en-US" altLang="ja-JP" sz="1000">
              <a:latin typeface="Arial" panose="020B0604020202020204" pitchFamily="34" charset="0"/>
            </a:endParaRPr>
          </a:p>
        </p:txBody>
      </p:sp>
      <p:pic>
        <p:nvPicPr>
          <p:cNvPr id="3" name="Picture 8" descr="中ページ地1">
            <a:extLst>
              <a:ext uri="{FF2B5EF4-FFF2-40B4-BE49-F238E27FC236}">
                <a16:creationId xmlns:a16="http://schemas.microsoft.com/office/drawing/2014/main" id="{022CF534-70B2-4566-858A-559C7CD08429}"/>
              </a:ext>
            </a:extLst>
          </p:cNvPr>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5900" y="330200"/>
            <a:ext cx="9474200" cy="633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2569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ページ">
    <p:spTree>
      <p:nvGrpSpPr>
        <p:cNvPr id="1" name=""/>
        <p:cNvGrpSpPr/>
        <p:nvPr/>
      </p:nvGrpSpPr>
      <p:grpSpPr>
        <a:xfrm>
          <a:off x="0" y="0"/>
          <a:ext cx="0" cy="0"/>
          <a:chOff x="0" y="0"/>
          <a:chExt cx="0" cy="0"/>
        </a:xfrm>
      </p:grpSpPr>
      <p:sp>
        <p:nvSpPr>
          <p:cNvPr id="2" name="Line 22">
            <a:extLst>
              <a:ext uri="{FF2B5EF4-FFF2-40B4-BE49-F238E27FC236}">
                <a16:creationId xmlns:a16="http://schemas.microsoft.com/office/drawing/2014/main" id="{BEF86FDD-FC61-467E-8FE9-EA600824DDC0}"/>
              </a:ext>
            </a:extLst>
          </p:cNvPr>
          <p:cNvSpPr>
            <a:spLocks noChangeShapeType="1"/>
          </p:cNvSpPr>
          <p:nvPr userDrawn="1"/>
        </p:nvSpPr>
        <p:spPr bwMode="auto">
          <a:xfrm>
            <a:off x="584200" y="898525"/>
            <a:ext cx="8734425" cy="0"/>
          </a:xfrm>
          <a:prstGeom prst="line">
            <a:avLst/>
          </a:prstGeom>
          <a:noFill/>
          <a:ln w="9525">
            <a:solidFill>
              <a:srgbClr val="D00019"/>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3" name="Rectangle 25">
            <a:extLst>
              <a:ext uri="{FF2B5EF4-FFF2-40B4-BE49-F238E27FC236}">
                <a16:creationId xmlns:a16="http://schemas.microsoft.com/office/drawing/2014/main" id="{CB09460C-A705-4824-ACEA-0035A2A8DFE1}"/>
              </a:ext>
            </a:extLst>
          </p:cNvPr>
          <p:cNvSpPr txBox="1">
            <a:spLocks noChangeArrowheads="1"/>
          </p:cNvSpPr>
          <p:nvPr userDrawn="1"/>
        </p:nvSpPr>
        <p:spPr bwMode="auto">
          <a:xfrm>
            <a:off x="9563100" y="6688138"/>
            <a:ext cx="274638" cy="209550"/>
          </a:xfrm>
          <a:prstGeom prst="rect">
            <a:avLst/>
          </a:prstGeom>
          <a:noFill/>
          <a:ln w="9525">
            <a:noFill/>
            <a:miter lim="800000"/>
            <a:headEnd/>
            <a:tailEnd/>
          </a:ln>
          <a:effectLst/>
        </p:spPr>
        <p:txBody>
          <a:bodyPr lIns="0" tIns="0" rIns="0" bIns="0"/>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r" eaLnBrk="1" hangingPunct="1">
              <a:defRPr/>
            </a:pPr>
            <a:fld id="{147C1AEF-10DD-42D2-8AC5-92C3279915F8}" type="slidenum">
              <a:rPr lang="en-US" altLang="ja-JP" sz="1000" smtClean="0">
                <a:latin typeface="Arial" panose="020B0604020202020204" pitchFamily="34" charset="0"/>
              </a:rPr>
              <a:pPr algn="r" eaLnBrk="1" hangingPunct="1">
                <a:defRPr/>
              </a:pPr>
              <a:t>‹#›</a:t>
            </a:fld>
            <a:endParaRPr lang="en-US" altLang="ja-JP" sz="1000">
              <a:latin typeface="Arial" panose="020B0604020202020204" pitchFamily="34" charset="0"/>
            </a:endParaRPr>
          </a:p>
        </p:txBody>
      </p:sp>
    </p:spTree>
    <p:extLst>
      <p:ext uri="{BB962C8B-B14F-4D97-AF65-F5344CB8AC3E}">
        <p14:creationId xmlns:p14="http://schemas.microsoft.com/office/powerpoint/2010/main" val="1095820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ページ_GIO">
    <p:spTree>
      <p:nvGrpSpPr>
        <p:cNvPr id="1" name=""/>
        <p:cNvGrpSpPr/>
        <p:nvPr/>
      </p:nvGrpSpPr>
      <p:grpSpPr>
        <a:xfrm>
          <a:off x="0" y="0"/>
          <a:ext cx="0" cy="0"/>
          <a:chOff x="0" y="0"/>
          <a:chExt cx="0" cy="0"/>
        </a:xfrm>
      </p:grpSpPr>
      <p:sp>
        <p:nvSpPr>
          <p:cNvPr id="2" name="Line 22">
            <a:extLst>
              <a:ext uri="{FF2B5EF4-FFF2-40B4-BE49-F238E27FC236}">
                <a16:creationId xmlns:a16="http://schemas.microsoft.com/office/drawing/2014/main" id="{1E645CB1-D271-4E5F-A900-888B20172E39}"/>
              </a:ext>
            </a:extLst>
          </p:cNvPr>
          <p:cNvSpPr>
            <a:spLocks noChangeShapeType="1"/>
          </p:cNvSpPr>
          <p:nvPr/>
        </p:nvSpPr>
        <p:spPr bwMode="auto">
          <a:xfrm>
            <a:off x="584200" y="898525"/>
            <a:ext cx="8734425" cy="0"/>
          </a:xfrm>
          <a:prstGeom prst="line">
            <a:avLst/>
          </a:prstGeom>
          <a:noFill/>
          <a:ln w="9525">
            <a:solidFill>
              <a:srgbClr val="D00019"/>
            </a:solidFill>
            <a:round/>
            <a:headEnd/>
            <a:tailEnd/>
          </a:ln>
          <a:extLst>
            <a:ext uri="{909E8E84-426E-40DD-AFC4-6F175D3DCCD1}">
              <a14:hiddenFill xmlns:a14="http://schemas.microsoft.com/office/drawing/2010/main">
                <a:noFill/>
              </a14:hiddenFill>
            </a:ext>
          </a:extLst>
        </p:spPr>
        <p:txBody>
          <a:bodyPr/>
          <a:lstStyle/>
          <a:p>
            <a:endParaRPr lang="ja-JP" altLang="en-US"/>
          </a:p>
        </p:txBody>
      </p:sp>
      <p:pic>
        <p:nvPicPr>
          <p:cNvPr id="3" name="Picture 34" descr="GIO_GIO_logo_color">
            <a:extLst>
              <a:ext uri="{FF2B5EF4-FFF2-40B4-BE49-F238E27FC236}">
                <a16:creationId xmlns:a16="http://schemas.microsoft.com/office/drawing/2014/main" id="{FB4EE937-90D7-4F4F-8048-CFCB5956D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1400" y="6496050"/>
            <a:ext cx="935038" cy="10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5">
            <a:extLst>
              <a:ext uri="{FF2B5EF4-FFF2-40B4-BE49-F238E27FC236}">
                <a16:creationId xmlns:a16="http://schemas.microsoft.com/office/drawing/2014/main" id="{CA6CDEE9-CD4C-426D-94CD-7D1BC2102321}"/>
              </a:ext>
            </a:extLst>
          </p:cNvPr>
          <p:cNvSpPr txBox="1">
            <a:spLocks noChangeArrowheads="1"/>
          </p:cNvSpPr>
          <p:nvPr userDrawn="1"/>
        </p:nvSpPr>
        <p:spPr bwMode="auto">
          <a:xfrm>
            <a:off x="9563100" y="6688138"/>
            <a:ext cx="274638" cy="209550"/>
          </a:xfrm>
          <a:prstGeom prst="rect">
            <a:avLst/>
          </a:prstGeom>
          <a:noFill/>
          <a:ln w="9525">
            <a:noFill/>
            <a:miter lim="800000"/>
            <a:headEnd/>
            <a:tailEnd/>
          </a:ln>
          <a:effectLst/>
        </p:spPr>
        <p:txBody>
          <a:bodyPr lIns="0" tIns="0" rIns="0" bIns="0"/>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r" eaLnBrk="1" hangingPunct="1">
              <a:defRPr/>
            </a:pPr>
            <a:fld id="{9018C272-EF91-4F9E-9AE5-474A17FBD8EF}" type="slidenum">
              <a:rPr lang="en-US" altLang="ja-JP" sz="1000" smtClean="0">
                <a:latin typeface="Arial" panose="020B0604020202020204" pitchFamily="34" charset="0"/>
              </a:rPr>
              <a:pPr algn="r" eaLnBrk="1" hangingPunct="1">
                <a:defRPr/>
              </a:pPr>
              <a:t>‹#›</a:t>
            </a:fld>
            <a:endParaRPr lang="en-US" altLang="ja-JP" sz="1000">
              <a:latin typeface="Arial" panose="020B0604020202020204" pitchFamily="34" charset="0"/>
            </a:endParaRPr>
          </a:p>
        </p:txBody>
      </p:sp>
    </p:spTree>
    <p:extLst>
      <p:ext uri="{BB962C8B-B14F-4D97-AF65-F5344CB8AC3E}">
        <p14:creationId xmlns:p14="http://schemas.microsoft.com/office/powerpoint/2010/main" val="4221453311"/>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最終A">
    <p:spTree>
      <p:nvGrpSpPr>
        <p:cNvPr id="1" name=""/>
        <p:cNvGrpSpPr/>
        <p:nvPr/>
      </p:nvGrpSpPr>
      <p:grpSpPr>
        <a:xfrm>
          <a:off x="0" y="0"/>
          <a:ext cx="0" cy="0"/>
          <a:chOff x="0" y="0"/>
          <a:chExt cx="0" cy="0"/>
        </a:xfrm>
      </p:grpSpPr>
      <p:pic>
        <p:nvPicPr>
          <p:cNvPr id="2" name="Picture 33" descr="中ページ地3">
            <a:extLst>
              <a:ext uri="{FF2B5EF4-FFF2-40B4-BE49-F238E27FC236}">
                <a16:creationId xmlns:a16="http://schemas.microsoft.com/office/drawing/2014/main" id="{29E4B3E3-CE44-493B-B6EC-EA53B8174F6C}"/>
              </a:ext>
            </a:extLst>
          </p:cNvPr>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23988" y="1238250"/>
            <a:ext cx="6970712"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1" descr="IIJロゴ（カラー・ヨコ組）">
            <a:extLst>
              <a:ext uri="{FF2B5EF4-FFF2-40B4-BE49-F238E27FC236}">
                <a16:creationId xmlns:a16="http://schemas.microsoft.com/office/drawing/2014/main" id="{30E3AF6D-2586-4872-954A-887A06E3E9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781175" y="1546225"/>
            <a:ext cx="1576388"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4" descr="Ongoingロゴ（赤ライン・1行）">
            <a:extLst>
              <a:ext uri="{FF2B5EF4-FFF2-40B4-BE49-F238E27FC236}">
                <a16:creationId xmlns:a16="http://schemas.microsoft.com/office/drawing/2014/main" id="{ED5695C4-2CD6-4C9F-9F25-0F6694A5D00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783388" y="4206875"/>
            <a:ext cx="13128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5">
            <a:extLst>
              <a:ext uri="{FF2B5EF4-FFF2-40B4-BE49-F238E27FC236}">
                <a16:creationId xmlns:a16="http://schemas.microsoft.com/office/drawing/2014/main" id="{ADFBC8FC-AE0D-4C4E-B7AF-7370735BBBBC}"/>
              </a:ext>
            </a:extLst>
          </p:cNvPr>
          <p:cNvSpPr txBox="1">
            <a:spLocks noChangeArrowheads="1"/>
          </p:cNvSpPr>
          <p:nvPr userDrawn="1"/>
        </p:nvSpPr>
        <p:spPr bwMode="auto">
          <a:xfrm>
            <a:off x="9563100" y="6688138"/>
            <a:ext cx="274638" cy="209550"/>
          </a:xfrm>
          <a:prstGeom prst="rect">
            <a:avLst/>
          </a:prstGeom>
          <a:noFill/>
          <a:ln w="9525">
            <a:noFill/>
            <a:miter lim="800000"/>
            <a:headEnd/>
            <a:tailEnd/>
          </a:ln>
          <a:effectLst/>
        </p:spPr>
        <p:txBody>
          <a:bodyPr lIns="0" tIns="0" rIns="0" bIns="0"/>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r" eaLnBrk="1" hangingPunct="1">
              <a:defRPr/>
            </a:pPr>
            <a:fld id="{59A6EFC2-5813-40F2-81FB-331324734690}" type="slidenum">
              <a:rPr lang="en-US" altLang="ja-JP" sz="1000" smtClean="0">
                <a:latin typeface="Arial" panose="020B0604020202020204" pitchFamily="34" charset="0"/>
              </a:rPr>
              <a:pPr algn="r" eaLnBrk="1" hangingPunct="1">
                <a:defRPr/>
              </a:pPr>
              <a:t>‹#›</a:t>
            </a:fld>
            <a:endParaRPr lang="en-US" altLang="ja-JP" sz="1000">
              <a:latin typeface="Arial" panose="020B0604020202020204" pitchFamily="34" charset="0"/>
            </a:endParaRPr>
          </a:p>
        </p:txBody>
      </p:sp>
      <p:pic>
        <p:nvPicPr>
          <p:cNvPr id="6" name="Picture 2">
            <a:extLst>
              <a:ext uri="{FF2B5EF4-FFF2-40B4-BE49-F238E27FC236}">
                <a16:creationId xmlns:a16="http://schemas.microsoft.com/office/drawing/2014/main" id="{CEEB6CBA-B2FC-404C-9170-3E444F2A32E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88963" y="5794375"/>
            <a:ext cx="87106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489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3261897"/>
            <a:ext cx="8420100" cy="338554"/>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37"/>
          <p:cNvSpPr>
            <a:spLocks noChangeArrowheads="1"/>
          </p:cNvSpPr>
          <p:nvPr userDrawn="1"/>
        </p:nvSpPr>
        <p:spPr bwMode="auto">
          <a:xfrm>
            <a:off x="9307042" y="6585235"/>
            <a:ext cx="594197"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smtClean="0">
                <a:solidFill>
                  <a:srgbClr val="003C2C"/>
                </a:solidFill>
              </a:rPr>
              <a:pPr algn="r" eaLnBrk="1" hangingPunct="1">
                <a:lnSpc>
                  <a:spcPts val="2100"/>
                </a:lnSpc>
                <a:spcBef>
                  <a:spcPct val="0"/>
                </a:spcBef>
                <a:buClrTx/>
                <a:buFontTx/>
                <a:buNone/>
              </a:pPr>
              <a:t>‹#›</a:t>
            </a:fld>
            <a:r>
              <a:rPr lang="en-US" altLang="ja-JP" sz="1100">
                <a:solidFill>
                  <a:srgbClr val="003C2C"/>
                </a:solidFill>
              </a:rPr>
              <a:t>/13</a:t>
            </a:r>
          </a:p>
        </p:txBody>
      </p:sp>
    </p:spTree>
    <p:extLst>
      <p:ext uri="{BB962C8B-B14F-4D97-AF65-F5344CB8AC3E}">
        <p14:creationId xmlns:p14="http://schemas.microsoft.com/office/powerpoint/2010/main" val="298528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7"/>
          <p:cNvSpPr>
            <a:spLocks noChangeArrowheads="1"/>
          </p:cNvSpPr>
          <p:nvPr userDrawn="1"/>
        </p:nvSpPr>
        <p:spPr bwMode="auto">
          <a:xfrm>
            <a:off x="9307042" y="6585235"/>
            <a:ext cx="594197"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smtClean="0">
                <a:solidFill>
                  <a:srgbClr val="003C2C"/>
                </a:solidFill>
              </a:rPr>
              <a:pPr algn="r" eaLnBrk="1" hangingPunct="1">
                <a:lnSpc>
                  <a:spcPts val="2100"/>
                </a:lnSpc>
                <a:spcBef>
                  <a:spcPct val="0"/>
                </a:spcBef>
                <a:buClrTx/>
                <a:buFontTx/>
                <a:buNone/>
              </a:pPr>
              <a:t>‹#›</a:t>
            </a:fld>
            <a:r>
              <a:rPr lang="en-US" altLang="ja-JP" sz="1100">
                <a:solidFill>
                  <a:srgbClr val="003C2C"/>
                </a:solidFill>
              </a:rPr>
              <a:t>/14</a:t>
            </a:r>
          </a:p>
        </p:txBody>
      </p:sp>
    </p:spTree>
    <p:extLst>
      <p:ext uri="{BB962C8B-B14F-4D97-AF65-F5344CB8AC3E}">
        <p14:creationId xmlns:p14="http://schemas.microsoft.com/office/powerpoint/2010/main" val="1904248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31"/>
            <a:ext cx="8420100" cy="615553"/>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extLst>
      <p:ext uri="{BB962C8B-B14F-4D97-AF65-F5344CB8AC3E}">
        <p14:creationId xmlns:p14="http://schemas.microsoft.com/office/powerpoint/2010/main" val="659709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350838" y="885825"/>
            <a:ext cx="4523052" cy="5354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5038990" y="885825"/>
            <a:ext cx="4524772" cy="5354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7"/>
          <p:cNvSpPr>
            <a:spLocks noChangeArrowheads="1"/>
          </p:cNvSpPr>
          <p:nvPr userDrawn="1"/>
        </p:nvSpPr>
        <p:spPr bwMode="auto">
          <a:xfrm>
            <a:off x="9255746" y="6585235"/>
            <a:ext cx="645493"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smtClean="0">
                <a:solidFill>
                  <a:srgbClr val="003C2C"/>
                </a:solidFill>
              </a:rPr>
              <a:pPr algn="r" eaLnBrk="1" hangingPunct="1">
                <a:lnSpc>
                  <a:spcPts val="2100"/>
                </a:lnSpc>
                <a:spcBef>
                  <a:spcPct val="0"/>
                </a:spcBef>
                <a:buClrTx/>
                <a:buFontTx/>
                <a:buNone/>
              </a:pPr>
              <a:t>‹#›</a:t>
            </a:fld>
            <a:r>
              <a:rPr lang="en-US" altLang="ja-JP" sz="1100">
                <a:solidFill>
                  <a:srgbClr val="003C2C"/>
                </a:solidFill>
              </a:rPr>
              <a:t>/</a:t>
            </a:r>
            <a:r>
              <a:rPr lang="ja-JP" altLang="en-US" sz="1100">
                <a:solidFill>
                  <a:srgbClr val="003C2C"/>
                </a:solidFill>
              </a:rPr>
              <a:t>１３</a:t>
            </a:r>
            <a:endParaRPr lang="en-US" altLang="ja-JP" sz="1100">
              <a:solidFill>
                <a:srgbClr val="003C2C"/>
              </a:solidFill>
            </a:endParaRPr>
          </a:p>
        </p:txBody>
      </p:sp>
    </p:spTree>
    <p:extLst>
      <p:ext uri="{BB962C8B-B14F-4D97-AF65-F5344CB8AC3E}">
        <p14:creationId xmlns:p14="http://schemas.microsoft.com/office/powerpoint/2010/main" val="3028801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1079084"/>
            <a:ext cx="8915400" cy="338554"/>
          </a:xfr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896596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778784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539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1127353"/>
            <a:ext cx="3259006" cy="307777"/>
          </a:xfrm>
        </p:spPr>
        <p:txBody>
          <a:bodyPr/>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872972" y="27308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240764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5059591"/>
            <a:ext cx="5943600" cy="307777"/>
          </a:xfrm>
        </p:spPr>
        <p:txBody>
          <a:bodyPr/>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435036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830141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60962" y="422275"/>
            <a:ext cx="506844" cy="5818188"/>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350854" y="422275"/>
            <a:ext cx="6745023" cy="581818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303237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表紙_SMBC">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rgbClr val="00483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0" baseline="0">
                <a:solidFill>
                  <a:srgbClr val="00483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rIns="0" anchor="ctr" anchorCtr="0"/>
          <a:lstStyle>
            <a:lvl1pPr marL="0" indent="0" algn="r">
              <a:lnSpc>
                <a:spcPct val="110000"/>
              </a:lnSpc>
              <a:spcBef>
                <a:spcPts val="0"/>
              </a:spcBef>
              <a:spcAft>
                <a:spcPts val="300"/>
              </a:spcAft>
              <a:buNone/>
              <a:defRPr sz="1700" b="0" baseline="0">
                <a:solidFill>
                  <a:srgbClr val="4D4D4D"/>
                </a:solidFill>
                <a:latin typeface="+mj-lt"/>
                <a:ea typeface="+mj-ea"/>
              </a:defRPr>
            </a:lvl1pPr>
          </a:lstStyle>
          <a:p>
            <a:pPr lvl="0"/>
            <a:r>
              <a:rPr lang="ja-JP" altLang="en-US"/>
              <a:t>マスター テキストの書式設定</a:t>
            </a:r>
          </a:p>
        </p:txBody>
      </p:sp>
      <p:pic>
        <p:nvPicPr>
          <p:cNvPr id="8" name="Picture 2">
            <a:extLst>
              <a:ext uri="{FF2B5EF4-FFF2-40B4-BE49-F238E27FC236}">
                <a16:creationId xmlns:a16="http://schemas.microsoft.com/office/drawing/2014/main" id="{4A4CB023-548D-4863-A653-428D125974A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23471" y="5459374"/>
            <a:ext cx="2286000" cy="1112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descr="K:\共有\02_デザイン\01_作業中\C08-817(シス統川嵜／田村）\ITロゴ_グラデカラー.emf">
            <a:extLst>
              <a:ext uri="{FF2B5EF4-FFF2-40B4-BE49-F238E27FC236}">
                <a16:creationId xmlns:a16="http://schemas.microsoft.com/office/drawing/2014/main" id="{0583CE39-8651-44F9-8500-85010A35545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615235" y="4505688"/>
            <a:ext cx="4994236"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1664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表紙_SMFG">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rgbClr val="00483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0" baseline="0">
                <a:solidFill>
                  <a:srgbClr val="00483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rIns="0" anchor="ctr" anchorCtr="0"/>
          <a:lstStyle>
            <a:lvl1pPr marL="0" indent="0" algn="r">
              <a:lnSpc>
                <a:spcPct val="110000"/>
              </a:lnSpc>
              <a:spcBef>
                <a:spcPts val="0"/>
              </a:spcBef>
              <a:spcAft>
                <a:spcPts val="300"/>
              </a:spcAft>
              <a:buNone/>
              <a:defRPr sz="1700" b="0" baseline="0">
                <a:solidFill>
                  <a:srgbClr val="4D4D4D"/>
                </a:solidFill>
                <a:latin typeface="+mj-lt"/>
                <a:ea typeface="+mj-ea"/>
              </a:defRPr>
            </a:lvl1pPr>
          </a:lstStyle>
          <a:p>
            <a:pPr lvl="0"/>
            <a:r>
              <a:rPr lang="ja-JP" altLang="en-US"/>
              <a:t>マスター テキストの書式設定</a:t>
            </a:r>
          </a:p>
        </p:txBody>
      </p:sp>
      <p:pic>
        <p:nvPicPr>
          <p:cNvPr id="9" name="Picture 2" descr="K:\共有\02_デザイン\01_作業中\C08-817(シス統川嵜／田村）\ITロゴ_グラデカラー.emf">
            <a:extLst>
              <a:ext uri="{FF2B5EF4-FFF2-40B4-BE49-F238E27FC236}">
                <a16:creationId xmlns:a16="http://schemas.microsoft.com/office/drawing/2014/main" id="{0583CE39-8651-44F9-8500-85010A35545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09995" y="4505688"/>
            <a:ext cx="4994236" cy="36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SMFGロゴ">
            <a:extLst>
              <a:ext uri="{FF2B5EF4-FFF2-40B4-BE49-F238E27FC236}">
                <a16:creationId xmlns:a16="http://schemas.microsoft.com/office/drawing/2014/main" id="{153C0454-E3D1-4AD8-AADF-12F94239880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918853" y="5611493"/>
            <a:ext cx="4685377" cy="321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3026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扉_SMBC／SMFG">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ライン"/>
          <p:cNvCxnSpPr>
            <a:cxnSpLocks noChangeShapeType="1"/>
          </p:cNvCxnSpPr>
          <p:nvPr/>
        </p:nvCxnSpPr>
        <p:spPr bwMode="auto">
          <a:xfrm>
            <a:off x="3783014" y="2873375"/>
            <a:ext cx="6122987" cy="0"/>
          </a:xfrm>
          <a:prstGeom prst="line">
            <a:avLst/>
          </a:prstGeom>
          <a:noFill/>
          <a:ln w="19050" algn="ctr">
            <a:solidFill>
              <a:schemeClr val="tx1">
                <a:lumMod val="50000"/>
                <a:lumOff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wrap="square" lIns="71992" rIns="359957" bIns="143983">
            <a:noAutofit/>
          </a:bodyPr>
          <a:lstStyle>
            <a:lvl1pPr algn="r" fontAlgn="ctr">
              <a:lnSpc>
                <a:spcPct val="110000"/>
              </a:lnSpc>
              <a:defRPr lang="ja-JP" altLang="en-US" sz="3200" b="0" baseline="0">
                <a:solidFill>
                  <a:schemeClr val="tx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3068880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grpSp>
        <p:nvGrpSpPr>
          <p:cNvPr id="5" name="グループ化 4"/>
          <p:cNvGrpSpPr/>
          <p:nvPr userDrawn="1"/>
        </p:nvGrpSpPr>
        <p:grpSpPr>
          <a:xfrm>
            <a:off x="0" y="249302"/>
            <a:ext cx="9906000" cy="6608698"/>
            <a:chOff x="0" y="268288"/>
            <a:chExt cx="9901238" cy="7112000"/>
          </a:xfrm>
        </p:grpSpPr>
        <p:sp>
          <p:nvSpPr>
            <p:cNvPr id="26" name="Rectangle 7"/>
            <p:cNvSpPr>
              <a:spLocks noChangeArrowheads="1"/>
            </p:cNvSpPr>
            <p:nvPr/>
          </p:nvSpPr>
          <p:spPr bwMode="gray">
            <a:xfrm>
              <a:off x="8461375" y="2898775"/>
              <a:ext cx="1439863" cy="4481513"/>
            </a:xfrm>
            <a:prstGeom prst="rect">
              <a:avLst/>
            </a:prstGeom>
            <a:solidFill>
              <a:srgbClr val="00483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27" name="Rectangle 8"/>
            <p:cNvSpPr>
              <a:spLocks noChangeArrowheads="1"/>
            </p:cNvSpPr>
            <p:nvPr/>
          </p:nvSpPr>
          <p:spPr bwMode="gray">
            <a:xfrm>
              <a:off x="8461375" y="268288"/>
              <a:ext cx="1439863" cy="2341562"/>
            </a:xfrm>
            <a:prstGeom prst="rect">
              <a:avLst/>
            </a:prstGeom>
            <a:solidFill>
              <a:srgbClr val="A0C81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28" name="Rectangle 9"/>
            <p:cNvSpPr>
              <a:spLocks noChangeArrowheads="1"/>
            </p:cNvSpPr>
            <p:nvPr/>
          </p:nvSpPr>
          <p:spPr bwMode="gray">
            <a:xfrm>
              <a:off x="0" y="268288"/>
              <a:ext cx="8172450" cy="2341562"/>
            </a:xfrm>
            <a:prstGeom prst="rect">
              <a:avLst/>
            </a:prstGeom>
            <a:solidFill>
              <a:srgbClr val="DADAD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29" name="Rectangle 23"/>
            <p:cNvSpPr>
              <a:spLocks noChangeArrowheads="1"/>
            </p:cNvSpPr>
            <p:nvPr/>
          </p:nvSpPr>
          <p:spPr bwMode="gray">
            <a:xfrm>
              <a:off x="8461375" y="1601788"/>
              <a:ext cx="647700" cy="72072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0" name="Rectangle 24"/>
            <p:cNvSpPr>
              <a:spLocks noChangeArrowheads="1"/>
            </p:cNvSpPr>
            <p:nvPr/>
          </p:nvSpPr>
          <p:spPr bwMode="gray">
            <a:xfrm>
              <a:off x="9326563" y="1673225"/>
              <a:ext cx="288925" cy="28892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1" name="Rectangle 25"/>
            <p:cNvSpPr>
              <a:spLocks noChangeArrowheads="1"/>
            </p:cNvSpPr>
            <p:nvPr/>
          </p:nvSpPr>
          <p:spPr bwMode="gray">
            <a:xfrm>
              <a:off x="8893175" y="268288"/>
              <a:ext cx="866775" cy="86677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2" name="Rectangle 26"/>
            <p:cNvSpPr>
              <a:spLocks noChangeArrowheads="1"/>
            </p:cNvSpPr>
            <p:nvPr/>
          </p:nvSpPr>
          <p:spPr bwMode="gray">
            <a:xfrm flipH="1">
              <a:off x="7010400" y="1096963"/>
              <a:ext cx="576263" cy="5762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3" name="Rectangle 27"/>
            <p:cNvSpPr>
              <a:spLocks noChangeArrowheads="1"/>
            </p:cNvSpPr>
            <p:nvPr/>
          </p:nvSpPr>
          <p:spPr bwMode="gray">
            <a:xfrm flipH="1">
              <a:off x="7729538" y="2033588"/>
              <a:ext cx="287337" cy="2873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4" name="Rectangle 28"/>
            <p:cNvSpPr>
              <a:spLocks noChangeArrowheads="1"/>
            </p:cNvSpPr>
            <p:nvPr/>
          </p:nvSpPr>
          <p:spPr bwMode="gray">
            <a:xfrm flipH="1">
              <a:off x="6445250" y="1025525"/>
              <a:ext cx="215900" cy="2159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5" name="Rectangle 29"/>
            <p:cNvSpPr>
              <a:spLocks noChangeArrowheads="1"/>
            </p:cNvSpPr>
            <p:nvPr/>
          </p:nvSpPr>
          <p:spPr bwMode="gray">
            <a:xfrm flipH="1">
              <a:off x="6864350" y="376238"/>
              <a:ext cx="288925" cy="288925"/>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6" name="Rectangle 30"/>
            <p:cNvSpPr>
              <a:spLocks noChangeArrowheads="1"/>
            </p:cNvSpPr>
            <p:nvPr/>
          </p:nvSpPr>
          <p:spPr bwMode="gray">
            <a:xfrm flipH="1">
              <a:off x="6937375" y="1962150"/>
              <a:ext cx="287338" cy="287338"/>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7" name="Rectangle 31"/>
            <p:cNvSpPr>
              <a:spLocks noChangeArrowheads="1"/>
            </p:cNvSpPr>
            <p:nvPr/>
          </p:nvSpPr>
          <p:spPr bwMode="gray">
            <a:xfrm>
              <a:off x="7440613" y="2393950"/>
              <a:ext cx="142875" cy="142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38" name="Rectangle 32"/>
            <p:cNvSpPr>
              <a:spLocks noChangeArrowheads="1"/>
            </p:cNvSpPr>
            <p:nvPr/>
          </p:nvSpPr>
          <p:spPr bwMode="gray">
            <a:xfrm>
              <a:off x="9612313" y="2211388"/>
              <a:ext cx="288925" cy="398462"/>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39" name="Rectangle 33"/>
            <p:cNvSpPr>
              <a:spLocks noChangeArrowheads="1"/>
            </p:cNvSpPr>
            <p:nvPr/>
          </p:nvSpPr>
          <p:spPr bwMode="gray">
            <a:xfrm>
              <a:off x="8461375" y="738188"/>
              <a:ext cx="142875" cy="358775"/>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0" name="Rectangle 34"/>
            <p:cNvSpPr>
              <a:spLocks noChangeArrowheads="1"/>
            </p:cNvSpPr>
            <p:nvPr/>
          </p:nvSpPr>
          <p:spPr bwMode="gray">
            <a:xfrm flipH="1">
              <a:off x="7742238" y="484188"/>
              <a:ext cx="503237" cy="576262"/>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41" name="Rectangle 35"/>
            <p:cNvSpPr>
              <a:spLocks noChangeArrowheads="1"/>
            </p:cNvSpPr>
            <p:nvPr/>
          </p:nvSpPr>
          <p:spPr bwMode="gray">
            <a:xfrm flipH="1">
              <a:off x="8604250" y="3114675"/>
              <a:ext cx="431800" cy="431800"/>
            </a:xfrm>
            <a:prstGeom prst="rect">
              <a:avLst/>
            </a:prstGeom>
            <a:noFill/>
            <a:ln w="9525">
              <a:solidFill>
                <a:srgbClr val="00604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ja-JP" altLang="ja-JP" sz="1401"/>
            </a:p>
          </p:txBody>
        </p:sp>
        <p:sp>
          <p:nvSpPr>
            <p:cNvPr id="42" name="Rectangle 36"/>
            <p:cNvSpPr>
              <a:spLocks noChangeArrowheads="1"/>
            </p:cNvSpPr>
            <p:nvPr/>
          </p:nvSpPr>
          <p:spPr bwMode="gray">
            <a:xfrm flipH="1">
              <a:off x="9396413" y="3186113"/>
              <a:ext cx="287337" cy="287337"/>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3" name="Rectangle 37"/>
            <p:cNvSpPr>
              <a:spLocks noChangeArrowheads="1"/>
            </p:cNvSpPr>
            <p:nvPr/>
          </p:nvSpPr>
          <p:spPr bwMode="gray">
            <a:xfrm flipH="1">
              <a:off x="8820150" y="3763963"/>
              <a:ext cx="431800" cy="431800"/>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4" name="Rectangle 38"/>
            <p:cNvSpPr>
              <a:spLocks noChangeArrowheads="1"/>
            </p:cNvSpPr>
            <p:nvPr/>
          </p:nvSpPr>
          <p:spPr bwMode="gray">
            <a:xfrm flipH="1">
              <a:off x="9253538" y="4483100"/>
              <a:ext cx="503237" cy="503238"/>
            </a:xfrm>
            <a:prstGeom prst="rect">
              <a:avLst/>
            </a:prstGeom>
            <a:noFill/>
            <a:ln w="9525" algn="ctr">
              <a:solidFill>
                <a:srgbClr val="006042"/>
              </a:solidFill>
              <a:miter lim="800000"/>
              <a:headEnd/>
              <a:tailEnd/>
            </a:ln>
            <a:effectLst/>
            <a:extLst>
              <a:ext uri="{909E8E84-426E-40DD-AFC4-6F175D3DCCD1}">
                <a14:hiddenFill xmlns:a14="http://schemas.microsoft.com/office/drawing/2010/main">
                  <a:solidFill>
                    <a:srgbClr val="00543E"/>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45" name="Rectangle 39"/>
            <p:cNvSpPr>
              <a:spLocks noChangeArrowheads="1"/>
            </p:cNvSpPr>
            <p:nvPr/>
          </p:nvSpPr>
          <p:spPr bwMode="gray">
            <a:xfrm flipH="1">
              <a:off x="9756775" y="3978275"/>
              <a:ext cx="144463" cy="215900"/>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6" name="Rectangle 40"/>
            <p:cNvSpPr>
              <a:spLocks noChangeArrowheads="1"/>
            </p:cNvSpPr>
            <p:nvPr/>
          </p:nvSpPr>
          <p:spPr bwMode="gray">
            <a:xfrm flipH="1">
              <a:off x="9109075" y="5202238"/>
              <a:ext cx="144463" cy="144462"/>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7" name="Rectangle 41"/>
            <p:cNvSpPr>
              <a:spLocks noChangeArrowheads="1"/>
            </p:cNvSpPr>
            <p:nvPr/>
          </p:nvSpPr>
          <p:spPr bwMode="gray">
            <a:xfrm flipH="1">
              <a:off x="9756775" y="5346700"/>
              <a:ext cx="144463" cy="360363"/>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8" name="Rectangle 42"/>
            <p:cNvSpPr>
              <a:spLocks noChangeArrowheads="1"/>
            </p:cNvSpPr>
            <p:nvPr/>
          </p:nvSpPr>
          <p:spPr bwMode="gray">
            <a:xfrm flipH="1">
              <a:off x="9612313" y="5921375"/>
              <a:ext cx="144462" cy="144463"/>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49" name="Rectangle 43"/>
            <p:cNvSpPr>
              <a:spLocks noChangeArrowheads="1"/>
            </p:cNvSpPr>
            <p:nvPr/>
          </p:nvSpPr>
          <p:spPr bwMode="gray">
            <a:xfrm flipH="1">
              <a:off x="9109075" y="5994400"/>
              <a:ext cx="287338" cy="287338"/>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50" name="Rectangle 44"/>
            <p:cNvSpPr>
              <a:spLocks noChangeArrowheads="1"/>
            </p:cNvSpPr>
            <p:nvPr/>
          </p:nvSpPr>
          <p:spPr bwMode="gray">
            <a:xfrm flipH="1">
              <a:off x="9037638" y="6713538"/>
              <a:ext cx="144462" cy="144462"/>
            </a:xfrm>
            <a:prstGeom prst="rect">
              <a:avLst/>
            </a:prstGeom>
            <a:solidFill>
              <a:srgbClr val="0060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sp>
          <p:nvSpPr>
            <p:cNvPr id="51" name="Rectangle 45"/>
            <p:cNvSpPr>
              <a:spLocks noChangeArrowheads="1"/>
            </p:cNvSpPr>
            <p:nvPr/>
          </p:nvSpPr>
          <p:spPr bwMode="gray">
            <a:xfrm flipH="1">
              <a:off x="8748713" y="6354763"/>
              <a:ext cx="215900" cy="215900"/>
            </a:xfrm>
            <a:prstGeom prst="rect">
              <a:avLst/>
            </a:prstGeom>
            <a:noFill/>
            <a:ln w="9525">
              <a:solidFill>
                <a:srgbClr val="00604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52" name="Rectangle 46"/>
            <p:cNvSpPr>
              <a:spLocks noChangeArrowheads="1"/>
            </p:cNvSpPr>
            <p:nvPr/>
          </p:nvSpPr>
          <p:spPr bwMode="gray">
            <a:xfrm>
              <a:off x="8226425" y="2663825"/>
              <a:ext cx="179388" cy="179388"/>
            </a:xfrm>
            <a:prstGeom prst="rect">
              <a:avLst/>
            </a:prstGeom>
            <a:solidFill>
              <a:srgbClr val="C4D7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ja-JP" altLang="en-US" sz="1201"/>
            </a:p>
          </p:txBody>
        </p:sp>
      </p:grpSp>
      <p:sp>
        <p:nvSpPr>
          <p:cNvPr id="2" name="タイトル 1"/>
          <p:cNvSpPr>
            <a:spLocks noGrp="1"/>
          </p:cNvSpPr>
          <p:nvPr userDrawn="1">
            <p:ph type="ctrTitle"/>
          </p:nvPr>
        </p:nvSpPr>
        <p:spPr>
          <a:xfrm>
            <a:off x="486234" y="1767612"/>
            <a:ext cx="6267832" cy="547291"/>
          </a:xfrm>
          <a:noFill/>
          <a:ln>
            <a:noFill/>
          </a:ln>
          <a:effectLst/>
          <a:extLst>
            <a:ext uri="{AF507438-7753-43E0-B8FC-AC1667EBCBE1}">
              <a14:hiddenEffects xmlns:a14="http://schemas.microsoft.com/office/drawing/2010/main">
                <a:effectLst>
                  <a:outerShdw dist="35921" dir="2700000" algn="ctr" rotWithShape="0">
                    <a:srgbClr val="002B1E"/>
                  </a:outerShdw>
                </a:effectLst>
              </a14:hiddenEffects>
            </a:ext>
          </a:extLst>
        </p:spPr>
        <p:txBody>
          <a:bodyPr lIns="0" rIns="0" bIns="54000"/>
          <a:lstStyle>
            <a:lvl1pPr>
              <a:defRPr lang="ja-JP" altLang="en-US" sz="3202" b="0">
                <a:latin typeface="HGP創英角ｺﾞｼｯｸUB" pitchFamily="50" charset="-128"/>
                <a:ea typeface="HGP創英角ｺﾞｼｯｸUB" pitchFamily="50" charset="-128"/>
              </a:defRPr>
            </a:lvl1pPr>
          </a:lstStyle>
          <a:p>
            <a:pPr lvl="0"/>
            <a:r>
              <a:rPr lang="ja-JP" altLang="en-US"/>
              <a:t>マスター タイトルの書式設定</a:t>
            </a:r>
          </a:p>
        </p:txBody>
      </p:sp>
      <p:pic>
        <p:nvPicPr>
          <p:cNvPr id="5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6233" y="5054651"/>
            <a:ext cx="2287099" cy="1033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2" descr="K:\共有\02_デザイン\01_作業中\C08-817(シス統川嵜／田村）\ITロゴ_グラデカラー.emf">
            <a:extLst>
              <a:ext uri="{FF2B5EF4-FFF2-40B4-BE49-F238E27FC236}">
                <a16:creationId xmlns:a16="http://schemas.microsoft.com/office/drawing/2014/main" id="{A83A9185-8498-4993-8A8D-10FE308DBF9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22271" y="4165841"/>
            <a:ext cx="4994236" cy="360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46">
            <a:extLst>
              <a:ext uri="{FF2B5EF4-FFF2-40B4-BE49-F238E27FC236}">
                <a16:creationId xmlns:a16="http://schemas.microsoft.com/office/drawing/2014/main" id="{F7FB6EC6-51F3-4D90-8E60-CD12BDC41CA8}"/>
              </a:ext>
            </a:extLst>
          </p:cNvPr>
          <p:cNvSpPr>
            <a:spLocks noGrp="1" noChangeArrowheads="1"/>
          </p:cNvSpPr>
          <p:nvPr>
            <p:ph type="subTitle" sz="quarter" idx="1"/>
          </p:nvPr>
        </p:nvSpPr>
        <p:spPr>
          <a:xfrm>
            <a:off x="481928" y="2633862"/>
            <a:ext cx="6940872" cy="1513321"/>
          </a:xfrm>
        </p:spPr>
        <p:txBody>
          <a:bodyPr lIns="98746" tIns="49373" rIns="98746" bIns="49373"/>
          <a:lstStyle>
            <a:lvl1pPr algn="just">
              <a:lnSpc>
                <a:spcPct val="100000"/>
              </a:lnSpc>
              <a:spcBef>
                <a:spcPts val="0"/>
              </a:spcBef>
              <a:buFont typeface="Wingdings" pitchFamily="2" charset="2"/>
              <a:buChar char="n"/>
              <a:defRPr sz="1701">
                <a:latin typeface="+mn-ea"/>
                <a:ea typeface="+mn-ea"/>
              </a:defRPr>
            </a:lvl1pPr>
          </a:lstStyle>
          <a:p>
            <a:pPr lvl="0"/>
            <a:r>
              <a:rPr lang="ja-JP" altLang="en-US" noProof="0"/>
              <a:t>マスター サブタイトルの書式設定</a:t>
            </a:r>
          </a:p>
        </p:txBody>
      </p:sp>
    </p:spTree>
    <p:extLst>
      <p:ext uri="{BB962C8B-B14F-4D97-AF65-F5344CB8AC3E}">
        <p14:creationId xmlns:p14="http://schemas.microsoft.com/office/powerpoint/2010/main" val="3928996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扉">
    <p:spTree>
      <p:nvGrpSpPr>
        <p:cNvPr id="1" name=""/>
        <p:cNvGrpSpPr/>
        <p:nvPr/>
      </p:nvGrpSpPr>
      <p:grpSpPr>
        <a:xfrm>
          <a:off x="0" y="0"/>
          <a:ext cx="0" cy="0"/>
          <a:chOff x="0" y="0"/>
          <a:chExt cx="0" cy="0"/>
        </a:xfrm>
      </p:grpSpPr>
      <p:grpSp>
        <p:nvGrpSpPr>
          <p:cNvPr id="62" name="Group 3"/>
          <p:cNvGrpSpPr>
            <a:grpSpLocks noChangeAspect="1"/>
          </p:cNvGrpSpPr>
          <p:nvPr userDrawn="1"/>
        </p:nvGrpSpPr>
        <p:grpSpPr bwMode="auto">
          <a:xfrm>
            <a:off x="2" y="249303"/>
            <a:ext cx="9906027" cy="6608715"/>
            <a:chOff x="0" y="169"/>
            <a:chExt cx="6237" cy="4480"/>
          </a:xfrm>
        </p:grpSpPr>
        <p:sp>
          <p:nvSpPr>
            <p:cNvPr id="63" name="Rectangle 4"/>
            <p:cNvSpPr>
              <a:spLocks noChangeArrowheads="1"/>
            </p:cNvSpPr>
            <p:nvPr/>
          </p:nvSpPr>
          <p:spPr bwMode="gray">
            <a:xfrm>
              <a:off x="5330" y="1826"/>
              <a:ext cx="907" cy="2823"/>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4" name="Rectangle 5"/>
            <p:cNvSpPr>
              <a:spLocks noChangeArrowheads="1"/>
            </p:cNvSpPr>
            <p:nvPr/>
          </p:nvSpPr>
          <p:spPr bwMode="gray">
            <a:xfrm>
              <a:off x="5330" y="169"/>
              <a:ext cx="907" cy="1475"/>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5" name="Rectangle 6"/>
            <p:cNvSpPr>
              <a:spLocks noChangeArrowheads="1"/>
            </p:cNvSpPr>
            <p:nvPr/>
          </p:nvSpPr>
          <p:spPr bwMode="gray">
            <a:xfrm>
              <a:off x="0" y="169"/>
              <a:ext cx="5148" cy="1475"/>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6" name="Rectangle 7"/>
            <p:cNvSpPr>
              <a:spLocks noChangeArrowheads="1"/>
            </p:cNvSpPr>
            <p:nvPr/>
          </p:nvSpPr>
          <p:spPr bwMode="gray">
            <a:xfrm>
              <a:off x="5602" y="169"/>
              <a:ext cx="546" cy="54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7" name="Rectangle 8"/>
            <p:cNvSpPr>
              <a:spLocks noChangeArrowheads="1"/>
            </p:cNvSpPr>
            <p:nvPr/>
          </p:nvSpPr>
          <p:spPr bwMode="gray">
            <a:xfrm flipH="1">
              <a:off x="4416" y="691"/>
              <a:ext cx="363" cy="3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8" name="Rectangle 9"/>
            <p:cNvSpPr>
              <a:spLocks noChangeArrowheads="1"/>
            </p:cNvSpPr>
            <p:nvPr/>
          </p:nvSpPr>
          <p:spPr bwMode="gray">
            <a:xfrm flipH="1">
              <a:off x="4060" y="646"/>
              <a:ext cx="136" cy="13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69" name="Rectangle 10"/>
            <p:cNvSpPr>
              <a:spLocks noChangeArrowheads="1"/>
            </p:cNvSpPr>
            <p:nvPr/>
          </p:nvSpPr>
          <p:spPr bwMode="gray">
            <a:xfrm flipH="1">
              <a:off x="4324" y="237"/>
              <a:ext cx="182" cy="18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0" name="Rectangle 11"/>
            <p:cNvSpPr>
              <a:spLocks noChangeArrowheads="1"/>
            </p:cNvSpPr>
            <p:nvPr/>
          </p:nvSpPr>
          <p:spPr bwMode="gray">
            <a:xfrm>
              <a:off x="6055" y="1393"/>
              <a:ext cx="182" cy="25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1" name="Rectangle 12"/>
            <p:cNvSpPr>
              <a:spLocks noChangeArrowheads="1"/>
            </p:cNvSpPr>
            <p:nvPr/>
          </p:nvSpPr>
          <p:spPr bwMode="gray">
            <a:xfrm flipH="1">
              <a:off x="4877" y="305"/>
              <a:ext cx="317" cy="363"/>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2" name="Rectangle 13"/>
            <p:cNvSpPr>
              <a:spLocks noChangeArrowheads="1"/>
            </p:cNvSpPr>
            <p:nvPr/>
          </p:nvSpPr>
          <p:spPr bwMode="gray">
            <a:xfrm flipH="1">
              <a:off x="5919" y="2007"/>
              <a:ext cx="181" cy="18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3" name="Rectangle 14"/>
            <p:cNvSpPr>
              <a:spLocks noChangeArrowheads="1"/>
            </p:cNvSpPr>
            <p:nvPr/>
          </p:nvSpPr>
          <p:spPr bwMode="gray">
            <a:xfrm flipH="1">
              <a:off x="5556" y="2415"/>
              <a:ext cx="272" cy="27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4" name="Rectangle 15"/>
            <p:cNvSpPr>
              <a:spLocks noChangeArrowheads="1"/>
            </p:cNvSpPr>
            <p:nvPr/>
          </p:nvSpPr>
          <p:spPr bwMode="gray">
            <a:xfrm flipH="1">
              <a:off x="6146" y="2550"/>
              <a:ext cx="91" cy="136"/>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5" name="Rectangle 16"/>
            <p:cNvSpPr>
              <a:spLocks noChangeArrowheads="1"/>
            </p:cNvSpPr>
            <p:nvPr/>
          </p:nvSpPr>
          <p:spPr bwMode="gray">
            <a:xfrm flipH="1">
              <a:off x="5738" y="3685"/>
              <a:ext cx="181" cy="18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6" name="Rectangle 17"/>
            <p:cNvSpPr>
              <a:spLocks noChangeArrowheads="1"/>
            </p:cNvSpPr>
            <p:nvPr/>
          </p:nvSpPr>
          <p:spPr bwMode="gray">
            <a:xfrm flipH="1">
              <a:off x="5693" y="4138"/>
              <a:ext cx="91" cy="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7" name="Rectangle 18"/>
            <p:cNvSpPr>
              <a:spLocks noChangeArrowheads="1"/>
            </p:cNvSpPr>
            <p:nvPr/>
          </p:nvSpPr>
          <p:spPr bwMode="gray">
            <a:xfrm flipH="1">
              <a:off x="5511" y="3912"/>
              <a:ext cx="136" cy="136"/>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8" name="Rectangle 19"/>
            <p:cNvSpPr>
              <a:spLocks noChangeArrowheads="1"/>
            </p:cNvSpPr>
            <p:nvPr/>
          </p:nvSpPr>
          <p:spPr bwMode="gray">
            <a:xfrm flipH="1">
              <a:off x="5874" y="3050"/>
              <a:ext cx="318" cy="31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79" name="Rectangle 20"/>
            <p:cNvSpPr>
              <a:spLocks noChangeArrowheads="1"/>
            </p:cNvSpPr>
            <p:nvPr/>
          </p:nvSpPr>
          <p:spPr bwMode="gray">
            <a:xfrm>
              <a:off x="5420" y="1031"/>
              <a:ext cx="454" cy="454"/>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80" name="Rectangle 21"/>
            <p:cNvSpPr>
              <a:spLocks noChangeArrowheads="1"/>
            </p:cNvSpPr>
            <p:nvPr/>
          </p:nvSpPr>
          <p:spPr bwMode="gray">
            <a:xfrm>
              <a:off x="5182" y="1678"/>
              <a:ext cx="113" cy="113"/>
            </a:xfrm>
            <a:prstGeom prst="rect">
              <a:avLst/>
            </a:prstGeom>
            <a:solidFill>
              <a:srgbClr val="E8E8E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sp>
        <p:nvSpPr>
          <p:cNvPr id="2" name="タイトル 1"/>
          <p:cNvSpPr>
            <a:spLocks noGrp="1"/>
          </p:cNvSpPr>
          <p:nvPr>
            <p:ph type="title"/>
          </p:nvPr>
        </p:nvSpPr>
        <p:spPr>
          <a:xfrm>
            <a:off x="486358" y="1774089"/>
            <a:ext cx="7708561" cy="547291"/>
          </a:xfrm>
          <a:noFill/>
          <a:ln>
            <a:noFill/>
          </a:ln>
          <a:effectLst/>
          <a:extLst>
            <a:ext uri="{AF507438-7753-43E0-B8FC-AC1667EBCBE1}">
              <a14:hiddenEffects xmlns:a14="http://schemas.microsoft.com/office/drawing/2010/main">
                <a:effectLst>
                  <a:outerShdw dist="35921" dir="2700000" algn="ctr" rotWithShape="0">
                    <a:srgbClr val="002B1E"/>
                  </a:outerShdw>
                </a:effectLst>
              </a14:hiddenEffects>
            </a:ext>
          </a:extLst>
        </p:spPr>
        <p:txBody>
          <a:bodyPr lIns="0" rIns="0" bIns="54000"/>
          <a:lstStyle>
            <a:lvl1pPr>
              <a:defRPr lang="ja-JP" altLang="en-US" sz="3202" b="0" dirty="0">
                <a:solidFill>
                  <a:srgbClr val="000000"/>
                </a:solidFill>
                <a:latin typeface="HGP創英角ｺﾞｼｯｸUB" pitchFamily="50" charset="-128"/>
                <a:ea typeface="HGP創英角ｺﾞｼｯｸUB"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1128493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本文">
    <p:spTree>
      <p:nvGrpSpPr>
        <p:cNvPr id="1" name=""/>
        <p:cNvGrpSpPr/>
        <p:nvPr/>
      </p:nvGrpSpPr>
      <p:grpSpPr>
        <a:xfrm>
          <a:off x="0" y="0"/>
          <a:ext cx="0" cy="0"/>
          <a:chOff x="0" y="0"/>
          <a:chExt cx="0" cy="0"/>
        </a:xfrm>
      </p:grpSpPr>
      <p:sp>
        <p:nvSpPr>
          <p:cNvPr id="2" name="タイトル 1"/>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lang="ja-JP" altLang="en-US" dirty="0"/>
            </a:lvl1pPr>
          </a:lstStyle>
          <a:p>
            <a:pPr lvl="0"/>
            <a:r>
              <a:rPr lang="ja-JP" altLang="en-US"/>
              <a:t>マスター タイトルの書式設定</a:t>
            </a:r>
          </a:p>
        </p:txBody>
      </p:sp>
      <p:sp>
        <p:nvSpPr>
          <p:cNvPr id="3" name="フッター プレースホルダー 3"/>
          <p:cNvSpPr>
            <a:spLocks noGrp="1"/>
          </p:cNvSpPr>
          <p:nvPr>
            <p:ph type="ftr" sz="quarter" idx="10"/>
          </p:nvPr>
        </p:nvSpPr>
        <p:spPr/>
        <p:txBody>
          <a:bodyPr/>
          <a:lstStyle>
            <a:lvl1pPr algn="r" defTabSz="987955" fontAlgn="auto">
              <a:spcBef>
                <a:spcPts val="0"/>
              </a:spcBef>
              <a:spcAft>
                <a:spcPts val="0"/>
              </a:spcAft>
              <a:defRPr/>
            </a:lvl1pPr>
          </a:lstStyle>
          <a:p>
            <a:pPr>
              <a:defRPr/>
            </a:pPr>
            <a:endParaRPr lang="ja-JP" altLang="en-US"/>
          </a:p>
        </p:txBody>
      </p:sp>
      <p:sp>
        <p:nvSpPr>
          <p:cNvPr id="4" name="スライド番号プレースホルダー 4"/>
          <p:cNvSpPr>
            <a:spLocks noGrp="1"/>
          </p:cNvSpPr>
          <p:nvPr>
            <p:ph type="sldNum" sz="quarter" idx="11"/>
          </p:nvPr>
        </p:nvSpPr>
        <p:spPr/>
        <p:txBody>
          <a:bodyPr/>
          <a:lstStyle>
            <a:lvl1pPr algn="r" defTabSz="987955" fontAlgn="base">
              <a:spcBef>
                <a:spcPts val="0"/>
              </a:spcBef>
              <a:spcAft>
                <a:spcPts val="0"/>
              </a:spcAft>
              <a:defRPr/>
            </a:lvl1pPr>
          </a:lstStyle>
          <a:p>
            <a:pPr>
              <a:defRPr/>
            </a:pPr>
            <a:fld id="{628BD40F-03B6-4306-A4FA-2BF219DDDEA7}" type="slidenum">
              <a:rPr lang="en-US" altLang="ja-JP" smtClean="0"/>
              <a:pPr>
                <a:defRPr/>
              </a:pPr>
              <a:t>‹#›</a:t>
            </a:fld>
            <a:endParaRPr lang="en-US"/>
          </a:p>
        </p:txBody>
      </p:sp>
      <p:pic>
        <p:nvPicPr>
          <p:cNvPr id="6" name="Picture 2" descr="K:\共有\02_デザイン\01_作業中\C08-817(シス統川嵜／田村）\ITロゴ_グラデカラー.emf">
            <a:extLst>
              <a:ext uri="{FF2B5EF4-FFF2-40B4-BE49-F238E27FC236}">
                <a16:creationId xmlns:a16="http://schemas.microsoft.com/office/drawing/2014/main" id="{0EE96DF3-29F4-441F-89F3-D1795A7953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07827" y="46618"/>
            <a:ext cx="3772419" cy="252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4440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1234556313"/>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935499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lstStyle>
            <a:lvl1pPr>
              <a:defRPr>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31142853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白紙・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2" name="タイトル 1"/>
          <p:cNvSpPr>
            <a:spLocks noGrp="1"/>
          </p:cNvSpPr>
          <p:nvPr>
            <p:ph type="title"/>
          </p:nvPr>
        </p:nvSpPr>
        <p:spPr>
          <a:xfrm>
            <a:off x="558800" y="3085949"/>
            <a:ext cx="9004300" cy="553998"/>
          </a:xfrm>
          <a:prstGeom prst="rect">
            <a:avLst/>
          </a:prstGeom>
        </p:spPr>
        <p:txBody>
          <a:bodyPr/>
          <a:lstStyle>
            <a:lvl1pPr algn="ctr">
              <a:defRPr sz="360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29614484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本文(総ページ表示なし)">
    <p:spTree>
      <p:nvGrpSpPr>
        <p:cNvPr id="1" name=""/>
        <p:cNvGrpSpPr/>
        <p:nvPr/>
      </p:nvGrpSpPr>
      <p:grpSpPr>
        <a:xfrm>
          <a:off x="0" y="0"/>
          <a:ext cx="0" cy="0"/>
          <a:chOff x="0" y="0"/>
          <a:chExt cx="0" cy="0"/>
        </a:xfrm>
      </p:grpSpPr>
      <p:sp>
        <p:nvSpPr>
          <p:cNvPr id="3" name="正方形/長方形 2"/>
          <p:cNvSpPr/>
          <p:nvPr userDrawn="1"/>
        </p:nvSpPr>
        <p:spPr bwMode="auto">
          <a:xfrm>
            <a:off x="9277462" y="6562725"/>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600">
              <a:solidFill>
                <a:schemeClr val="tx2"/>
              </a:solidFill>
              <a:latin typeface="+mn-ea"/>
              <a:cs typeface="メイリオ" panose="020B0604030504040204" pitchFamily="50" charset="-128"/>
            </a:endParaRPr>
          </a:p>
        </p:txBody>
      </p:sp>
      <p:sp>
        <p:nvSpPr>
          <p:cNvPr id="2" name="タイトル 1"/>
          <p:cNvSpPr>
            <a:spLocks noGrp="1"/>
          </p:cNvSpPr>
          <p:nvPr>
            <p:ph type="title"/>
          </p:nvPr>
        </p:nvSpPr>
        <p:spPr>
          <a:xfrm>
            <a:off x="558800" y="265113"/>
            <a:ext cx="9004300" cy="334962"/>
          </a:xfrm>
          <a:prstGeom prst="rect">
            <a:avLst/>
          </a:prstGeom>
        </p:spPr>
        <p:txBody>
          <a:bodyPr/>
          <a:lstStyle>
            <a:lvl1pPr>
              <a:defRPr b="0">
                <a:solidFill>
                  <a:schemeClr val="tx1"/>
                </a:solidFill>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userDrawn="1"/>
        </p:nvSpPr>
        <p:spPr bwMode="auto">
          <a:xfrm>
            <a:off x="9129464" y="6603945"/>
            <a:ext cx="735017" cy="307777"/>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userDrawn="1"/>
        </p:nvSpPr>
        <p:spPr bwMode="auto">
          <a:xfrm>
            <a:off x="-2175792"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80000" tIns="180000" rIns="180000" bIns="180000"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userDrawn="1"/>
        </p:nvSpPr>
        <p:spPr bwMode="auto">
          <a:xfrm>
            <a:off x="-493042" y="5738309"/>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userDrawn="1"/>
        </p:nvSpPr>
        <p:spPr bwMode="auto">
          <a:xfrm>
            <a:off x="-2175792" y="5737309"/>
            <a:ext cx="1584325" cy="292388"/>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100">
                <a:ea typeface="ＭＳ Ｐゴシック" pitchFamily="50" charset="-128"/>
              </a:rPr>
              <a:t>Blue(2)</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55,</a:t>
            </a:r>
            <a:r>
              <a:rPr kumimoji="0" lang="en-US" altLang="ja-JP" sz="1100"/>
              <a:t>96</a:t>
            </a:r>
            <a:r>
              <a:rPr kumimoji="0" lang="en-GB" altLang="ja-JP" sz="1100"/>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userDrawn="1"/>
        </p:nvGrpSpPr>
        <p:grpSpPr bwMode="auto">
          <a:xfrm>
            <a:off x="-2175792" y="5185128"/>
            <a:ext cx="1919288" cy="303212"/>
            <a:chOff x="-1379" y="3713"/>
            <a:chExt cx="1209" cy="191"/>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0"/>
              <a:ext cx="998" cy="18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Blue</a:t>
              </a:r>
              <a:r>
                <a:rPr kumimoji="0" lang="en-US" altLang="ja-JP" sz="1100">
                  <a:ea typeface="ＭＳ Ｐゴシック" pitchFamily="50" charset="-128"/>
                </a:rPr>
                <a:t>(1)</a:t>
              </a:r>
              <a:endParaRPr kumimoji="0" lang="en-GB" altLang="ja-JP" sz="1100">
                <a:ea typeface="ＭＳ Ｐゴシック" pitchFamily="50" charset="-128"/>
              </a:endParaRPr>
            </a:p>
            <a:p>
              <a:pPr algn="r" eaLnBrk="1" hangingPunct="1">
                <a:lnSpc>
                  <a:spcPct val="65000"/>
                </a:lnSpc>
                <a:spcBef>
                  <a:spcPct val="20000"/>
                </a:spcBef>
                <a:spcAft>
                  <a:spcPct val="20000"/>
                </a:spcAft>
                <a:defRPr/>
              </a:pPr>
              <a:r>
                <a:rPr kumimoji="0" lang="en-GB" altLang="ja-JP" sz="1100"/>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userDrawn="1"/>
        </p:nvGrpSpPr>
        <p:grpSpPr bwMode="auto">
          <a:xfrm>
            <a:off x="-2175792" y="6212114"/>
            <a:ext cx="1919288" cy="300037"/>
            <a:chOff x="-1379" y="4611"/>
            <a:chExt cx="1209" cy="189"/>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0"/>
              <a:ext cx="998" cy="18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100">
                  <a:ea typeface="ＭＳ Ｐゴシック" pitchFamily="50" charset="-128"/>
                </a:rPr>
                <a:t>Grey</a:t>
              </a:r>
            </a:p>
            <a:p>
              <a:pPr algn="r" eaLnBrk="1" hangingPunct="1">
                <a:lnSpc>
                  <a:spcPct val="65000"/>
                </a:lnSpc>
                <a:spcBef>
                  <a:spcPct val="20000"/>
                </a:spcBef>
                <a:spcAft>
                  <a:spcPct val="20000"/>
                </a:spcAft>
                <a:defRPr/>
              </a:pPr>
              <a:r>
                <a:rPr kumimoji="0" lang="en-GB" altLang="ja-JP" sz="1100"/>
                <a:t>RGB= 221,221,221</a:t>
              </a:r>
            </a:p>
          </p:txBody>
        </p:sp>
      </p:grpSp>
    </p:spTree>
    <p:extLst>
      <p:ext uri="{BB962C8B-B14F-4D97-AF65-F5344CB8AC3E}">
        <p14:creationId xmlns:p14="http://schemas.microsoft.com/office/powerpoint/2010/main" val="345406929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558933" y="422276"/>
            <a:ext cx="9004829" cy="334963"/>
          </a:xfrm>
          <a:prstGeom prst="rect">
            <a:avLst/>
          </a:prstGeom>
        </p:spPr>
        <p:txBody>
          <a:bodyPr/>
          <a:lstStyle/>
          <a:p>
            <a:r>
              <a:rPr lang="ja-JP" altLang="en-US"/>
              <a:t>マスター タイトルの書式設定</a:t>
            </a:r>
          </a:p>
        </p:txBody>
      </p:sp>
    </p:spTree>
    <p:extLst>
      <p:ext uri="{BB962C8B-B14F-4D97-AF65-F5344CB8AC3E}">
        <p14:creationId xmlns:p14="http://schemas.microsoft.com/office/powerpoint/2010/main" val="35642360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6725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Slide_B">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1" name="タイトル"/>
          <p:cNvSpPr>
            <a:spLocks noGrp="1"/>
          </p:cNvSpPr>
          <p:nvPr>
            <p:ph type="title" hasCustomPrompt="1"/>
          </p:nvPr>
        </p:nvSpPr>
        <p:spPr bwMode="gray">
          <a:xfrm>
            <a:off x="564092" y="4229397"/>
            <a:ext cx="8970433" cy="622985"/>
          </a:xfrm>
          <a:prstGeom prst="rect">
            <a:avLst/>
          </a:prstGeom>
        </p:spPr>
        <p:txBody>
          <a:bodyPr wrap="square" lIns="0" anchor="b" anchorCtr="0">
            <a:noAutofit/>
          </a:bodyPr>
          <a:lstStyle>
            <a:lvl1pPr eaLnBrk="1" hangingPunct="1">
              <a:defRPr lang="ja-JP" altLang="en-US" sz="3400" dirty="0">
                <a:solidFill>
                  <a:schemeClr val="tx1">
                    <a:lumMod val="85000"/>
                    <a:lumOff val="15000"/>
                  </a:schemeClr>
                </a:solidFill>
              </a:defRPr>
            </a:lvl1pPr>
          </a:lstStyle>
          <a:p>
            <a:pPr marL="0" lvl="0" defTabSz="914400" eaLnBrk="0" latinLnBrk="0" hangingPunct="0">
              <a:spcBef>
                <a:spcPts val="300"/>
              </a:spcBef>
            </a:pPr>
            <a:r>
              <a:rPr kumimoji="1" lang="ja-JP" altLang="en-US"/>
              <a:t>タイトルを入力</a:t>
            </a:r>
          </a:p>
        </p:txBody>
      </p:sp>
      <p:sp>
        <p:nvSpPr>
          <p:cNvPr id="6" name="正方形/長方形 5"/>
          <p:cNvSpPr/>
          <p:nvPr userDrawn="1"/>
        </p:nvSpPr>
        <p:spPr bwMode="gray">
          <a:xfrm>
            <a:off x="0" y="0"/>
            <a:ext cx="233892" cy="6858000"/>
          </a:xfrm>
          <a:prstGeom prst="rect">
            <a:avLst/>
          </a:prstGeom>
          <a:gradFill flip="none" rotWithShape="1">
            <a:gsLst>
              <a:gs pos="0">
                <a:srgbClr val="A0D8AD"/>
              </a:gs>
              <a:gs pos="10000">
                <a:srgbClr val="65B3A4"/>
              </a:gs>
              <a:gs pos="65000">
                <a:schemeClr val="tx2"/>
              </a:gs>
            </a:gsLst>
            <a:lin ang="150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b="1">
              <a:latin typeface="+mj-ea"/>
              <a:ea typeface="+mj-ea"/>
            </a:endParaRPr>
          </a:p>
        </p:txBody>
      </p:sp>
      <p:sp>
        <p:nvSpPr>
          <p:cNvPr id="8" name="テキスト プレースホルダー"/>
          <p:cNvSpPr>
            <a:spLocks noGrp="1"/>
          </p:cNvSpPr>
          <p:nvPr>
            <p:ph type="body" sz="quarter" idx="13" hasCustomPrompt="1"/>
          </p:nvPr>
        </p:nvSpPr>
        <p:spPr bwMode="gray">
          <a:xfrm>
            <a:off x="563282" y="1152002"/>
            <a:ext cx="7143601" cy="326995"/>
          </a:xfrm>
          <a:prstGeom prst="rect">
            <a:avLst/>
          </a:prstGeom>
        </p:spPr>
        <p:txBody>
          <a:bodyPr>
            <a:noAutofit/>
          </a:bodyPr>
          <a:lstStyle>
            <a:lvl1pPr marL="0" indent="0" eaLnBrk="1" hangingPunct="1">
              <a:buNone/>
              <a:defRPr sz="1600">
                <a:solidFill>
                  <a:schemeClr val="tx1">
                    <a:lumMod val="85000"/>
                    <a:lumOff val="15000"/>
                  </a:schemeClr>
                </a:solidFill>
                <a:latin typeface="+mj-ea"/>
                <a:ea typeface="+mj-ea"/>
              </a:defRPr>
            </a:lvl1pPr>
            <a:lvl2pPr marL="95994" indent="0">
              <a:buNone/>
              <a:defRPr/>
            </a:lvl2pPr>
            <a:lvl3pPr marL="297259" indent="0">
              <a:buNone/>
              <a:defRPr/>
            </a:lvl3pPr>
            <a:lvl4pPr marL="437017" indent="0">
              <a:buNone/>
              <a:defRPr/>
            </a:lvl4pPr>
            <a:lvl5pPr marL="415170" indent="0">
              <a:buNone/>
              <a:defRPr/>
            </a:lvl5pPr>
          </a:lstStyle>
          <a:p>
            <a:r>
              <a:rPr lang="ja-JP" altLang="en-US"/>
              <a:t>宛先がある場合は入力</a:t>
            </a:r>
            <a:endParaRPr kumimoji="1" lang="ja-JP" altLang="en-US"/>
          </a:p>
        </p:txBody>
      </p:sp>
      <p:sp>
        <p:nvSpPr>
          <p:cNvPr id="10" name="テキスト プレースホルダー"/>
          <p:cNvSpPr>
            <a:spLocks noGrp="1"/>
          </p:cNvSpPr>
          <p:nvPr>
            <p:ph type="body" sz="quarter" idx="14" hasCustomPrompt="1"/>
          </p:nvPr>
        </p:nvSpPr>
        <p:spPr bwMode="gray">
          <a:xfrm>
            <a:off x="563282" y="5021792"/>
            <a:ext cx="7143601" cy="359834"/>
          </a:xfrm>
          <a:prstGeom prst="rect">
            <a:avLst/>
          </a:prstGeom>
        </p:spPr>
        <p:txBody>
          <a:bodyPr wrap="square">
            <a:noAutofit/>
          </a:bodyPr>
          <a:lstStyle>
            <a:lvl1pPr marL="0" marR="0" indent="0" algn="l" defTabSz="1219110" rtl="0" eaLnBrk="1" fontAlgn="base" latinLnBrk="0" hangingPunct="1">
              <a:lnSpc>
                <a:spcPct val="100000"/>
              </a:lnSpc>
              <a:spcBef>
                <a:spcPct val="20000"/>
              </a:spcBef>
              <a:spcAft>
                <a:spcPct val="0"/>
              </a:spcAft>
              <a:buClr>
                <a:schemeClr val="accent6"/>
              </a:buClr>
              <a:buSzTx/>
              <a:buFont typeface="Arial" panose="020B0604020202020204" pitchFamily="34" charset="0"/>
              <a:buNone/>
              <a:tabLst/>
              <a:defRPr sz="1800">
                <a:solidFill>
                  <a:schemeClr val="tx1">
                    <a:lumMod val="85000"/>
                    <a:lumOff val="15000"/>
                  </a:schemeClr>
                </a:solidFill>
                <a:latin typeface="+mj-ea"/>
                <a:ea typeface="+mj-ea"/>
              </a:defRPr>
            </a:lvl1pPr>
            <a:lvl2pPr marL="95994" indent="0">
              <a:buNone/>
              <a:defRPr>
                <a:solidFill>
                  <a:schemeClr val="bg1"/>
                </a:solidFill>
              </a:defRPr>
            </a:lvl2pPr>
            <a:lvl3pPr marL="297259" indent="0">
              <a:buNone/>
              <a:defRPr>
                <a:solidFill>
                  <a:schemeClr val="bg1"/>
                </a:solidFill>
              </a:defRPr>
            </a:lvl3pPr>
            <a:lvl4pPr marL="437017" indent="0">
              <a:buNone/>
              <a:defRPr>
                <a:solidFill>
                  <a:schemeClr val="bg1"/>
                </a:solidFill>
              </a:defRPr>
            </a:lvl4pPr>
            <a:lvl5pPr marL="415170" indent="0">
              <a:buNone/>
              <a:defRPr>
                <a:solidFill>
                  <a:schemeClr val="bg1"/>
                </a:solidFill>
              </a:defRPr>
            </a:lvl5pPr>
          </a:lstStyle>
          <a:p>
            <a:pPr marL="0" marR="0" lvl="0" indent="0" algn="l" defTabSz="1219110" rtl="0" eaLnBrk="0" fontAlgn="base" latinLnBrk="0" hangingPunct="0">
              <a:lnSpc>
                <a:spcPct val="100000"/>
              </a:lnSpc>
              <a:spcBef>
                <a:spcPct val="20000"/>
              </a:spcBef>
              <a:spcAft>
                <a:spcPct val="0"/>
              </a:spcAft>
              <a:buClr>
                <a:schemeClr val="accent6"/>
              </a:buClr>
              <a:buSzTx/>
              <a:buFont typeface="Arial" panose="020B0604020202020204" pitchFamily="34" charset="0"/>
              <a:buNone/>
              <a:tabLst/>
              <a:defRPr/>
            </a:pPr>
            <a:r>
              <a:rPr kumimoji="1" lang="ja-JP" altLang="en-US"/>
              <a:t>年月　部署名　氏名など　適宜改行</a:t>
            </a:r>
          </a:p>
        </p:txBody>
      </p:sp>
    </p:spTree>
    <p:extLst>
      <p:ext uri="{BB962C8B-B14F-4D97-AF65-F5344CB8AC3E}">
        <p14:creationId xmlns:p14="http://schemas.microsoft.com/office/powerpoint/2010/main" val="27107339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able of Contents_B">
    <p:bg bwMode="ltGray">
      <p:bgPr>
        <a:solidFill>
          <a:schemeClr val="bg1"/>
        </a:solidFill>
        <a:effectLst/>
      </p:bgPr>
    </p:bg>
    <p:spTree>
      <p:nvGrpSpPr>
        <p:cNvPr id="1" name=""/>
        <p:cNvGrpSpPr/>
        <p:nvPr/>
      </p:nvGrpSpPr>
      <p:grpSpPr>
        <a:xfrm>
          <a:off x="0" y="0"/>
          <a:ext cx="0" cy="0"/>
          <a:chOff x="0" y="0"/>
          <a:chExt cx="0" cy="0"/>
        </a:xfrm>
      </p:grpSpPr>
      <p:sp>
        <p:nvSpPr>
          <p:cNvPr id="6" name="正方形/長方形 5"/>
          <p:cNvSpPr/>
          <p:nvPr userDrawn="1"/>
        </p:nvSpPr>
        <p:spPr bwMode="gray">
          <a:xfrm>
            <a:off x="1559269" y="0"/>
            <a:ext cx="39000" cy="6858000"/>
          </a:xfrm>
          <a:prstGeom prst="rect">
            <a:avLst/>
          </a:prstGeom>
          <a:gradFill flip="none" rotWithShape="1">
            <a:gsLst>
              <a:gs pos="0">
                <a:srgbClr val="A0D8AD"/>
              </a:gs>
              <a:gs pos="10000">
                <a:srgbClr val="65B3A4"/>
              </a:gs>
              <a:gs pos="65000">
                <a:schemeClr val="tx2"/>
              </a:gs>
            </a:gsLst>
            <a:lin ang="150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b="1">
              <a:latin typeface="+mj-ea"/>
              <a:ea typeface="+mj-ea"/>
            </a:endParaRPr>
          </a:p>
        </p:txBody>
      </p:sp>
      <p:sp>
        <p:nvSpPr>
          <p:cNvPr id="15" name="テキスト プレースホルダー"/>
          <p:cNvSpPr>
            <a:spLocks noGrp="1"/>
          </p:cNvSpPr>
          <p:nvPr>
            <p:ph type="body" sz="quarter" idx="15" hasCustomPrompt="1"/>
          </p:nvPr>
        </p:nvSpPr>
        <p:spPr bwMode="gray">
          <a:xfrm>
            <a:off x="2693195" y="1910626"/>
            <a:ext cx="6563070" cy="4007577"/>
          </a:xfrm>
          <a:prstGeom prst="rect">
            <a:avLst/>
          </a:prstGeom>
        </p:spPr>
        <p:txBody>
          <a:bodyPr wrap="square">
            <a:noAutofit/>
          </a:bodyPr>
          <a:lstStyle>
            <a:lvl1pPr marL="457155" marR="0" indent="-457155" algn="l" defTabSz="1219080" rtl="0" eaLnBrk="1" fontAlgn="base" latinLnBrk="0" hangingPunct="1">
              <a:lnSpc>
                <a:spcPct val="100000"/>
              </a:lnSpc>
              <a:spcBef>
                <a:spcPts val="400"/>
              </a:spcBef>
              <a:spcAft>
                <a:spcPct val="0"/>
              </a:spcAft>
              <a:buClr>
                <a:schemeClr val="tx1">
                  <a:lumMod val="85000"/>
                  <a:lumOff val="15000"/>
                </a:schemeClr>
              </a:buClr>
              <a:buSzTx/>
              <a:buFont typeface="+mj-lt"/>
              <a:buAutoNum type="arabicPeriod"/>
              <a:tabLst/>
              <a:defRPr sz="2200">
                <a:solidFill>
                  <a:schemeClr val="tx1">
                    <a:lumMod val="85000"/>
                    <a:lumOff val="15000"/>
                  </a:schemeClr>
                </a:solidFill>
                <a:latin typeface="+mj-ea"/>
                <a:ea typeface="+mj-ea"/>
              </a:defRPr>
            </a:lvl1pPr>
            <a:lvl2pPr marL="715361" indent="-241277" eaLnBrk="1" latinLnBrk="0" hangingPunct="1">
              <a:lnSpc>
                <a:spcPct val="100000"/>
              </a:lnSpc>
              <a:spcBef>
                <a:spcPts val="400"/>
              </a:spcBef>
              <a:buClr>
                <a:schemeClr val="tx1">
                  <a:lumMod val="85000"/>
                  <a:lumOff val="15000"/>
                </a:schemeClr>
              </a:buClr>
              <a:buFont typeface="游ゴシック" panose="020B0400000000000000" pitchFamily="50" charset="-128"/>
              <a:buChar char="-"/>
              <a:defRPr lang="ja-JP" altLang="en-US" sz="1600" dirty="0" smtClean="0">
                <a:solidFill>
                  <a:schemeClr val="tx1">
                    <a:lumMod val="85000"/>
                    <a:lumOff val="15000"/>
                  </a:schemeClr>
                </a:solidFill>
              </a:defRPr>
            </a:lvl2pPr>
            <a:lvl3pPr marL="297251" indent="0">
              <a:buFontTx/>
              <a:buNone/>
              <a:defRPr sz="4800">
                <a:solidFill>
                  <a:schemeClr val="bg1"/>
                </a:solidFill>
              </a:defRPr>
            </a:lvl3pPr>
            <a:lvl4pPr marL="719595" marR="0" indent="-239161" algn="l" defTabSz="1219080" rtl="0" eaLnBrk="0" fontAlgn="base" latinLnBrk="0" hangingPunct="0">
              <a:lnSpc>
                <a:spcPct val="100000"/>
              </a:lnSpc>
              <a:spcBef>
                <a:spcPct val="20000"/>
              </a:spcBef>
              <a:spcAft>
                <a:spcPct val="0"/>
              </a:spcAft>
              <a:buClr>
                <a:schemeClr val="tx1">
                  <a:lumMod val="85000"/>
                  <a:lumOff val="15000"/>
                </a:schemeClr>
              </a:buClr>
              <a:buSzTx/>
              <a:buFont typeface="Tahoma" pitchFamily="34" charset="0"/>
              <a:buChar char="–"/>
              <a:tabLst/>
              <a:defRPr sz="1867">
                <a:solidFill>
                  <a:schemeClr val="tx1">
                    <a:lumMod val="85000"/>
                    <a:lumOff val="15000"/>
                  </a:schemeClr>
                </a:solidFill>
              </a:defRPr>
            </a:lvl4pPr>
            <a:lvl5pPr marL="474085" indent="0">
              <a:buClr>
                <a:schemeClr val="tx1">
                  <a:lumMod val="85000"/>
                  <a:lumOff val="15000"/>
                </a:schemeClr>
              </a:buClr>
              <a:buFont typeface="游ゴシック" panose="020B0400000000000000" pitchFamily="50" charset="-128"/>
              <a:buNone/>
              <a:defRPr sz="1867">
                <a:solidFill>
                  <a:schemeClr val="tx1">
                    <a:lumMod val="85000"/>
                    <a:lumOff val="15000"/>
                  </a:schemeClr>
                </a:solidFill>
              </a:defRPr>
            </a:lvl5pPr>
          </a:lstStyle>
          <a:p>
            <a:pPr lvl="0"/>
            <a:r>
              <a:rPr kumimoji="1" lang="ja-JP" altLang="en-US"/>
              <a:t>項目を入力</a:t>
            </a:r>
            <a:endParaRPr kumimoji="1" lang="en-US" altLang="ja-JP"/>
          </a:p>
          <a:p>
            <a:pPr lvl="1"/>
            <a:r>
              <a:rPr kumimoji="1" lang="ja-JP" altLang="en-US"/>
              <a:t>項目を入力</a:t>
            </a:r>
            <a:endParaRPr kumimoji="1" lang="en-US" altLang="ja-JP"/>
          </a:p>
        </p:txBody>
      </p:sp>
      <p:pic>
        <p:nvPicPr>
          <p:cNvPr id="16" name="図 15"/>
          <p:cNvPicPr>
            <a:picLocks noChangeAspect="1"/>
          </p:cNvPicPr>
          <p:nvPr userDrawn="1"/>
        </p:nvPicPr>
        <p:blipFill>
          <a:blip r:embed="rId2"/>
          <a:stretch>
            <a:fillRect/>
          </a:stretch>
        </p:blipFill>
        <p:spPr bwMode="gray">
          <a:xfrm>
            <a:off x="7355325" y="6521167"/>
            <a:ext cx="2340000" cy="170113"/>
          </a:xfrm>
          <a:prstGeom prst="rect">
            <a:avLst/>
          </a:prstGeom>
        </p:spPr>
      </p:pic>
      <p:sp>
        <p:nvSpPr>
          <p:cNvPr id="7" name="タイトル プレースホルダー"/>
          <p:cNvSpPr>
            <a:spLocks noGrp="1"/>
          </p:cNvSpPr>
          <p:nvPr>
            <p:ph type="title" hasCustomPrompt="1"/>
          </p:nvPr>
        </p:nvSpPr>
        <p:spPr bwMode="gray">
          <a:xfrm>
            <a:off x="2248007" y="1280877"/>
            <a:ext cx="7008259" cy="464424"/>
          </a:xfrm>
          <a:prstGeom prst="rect">
            <a:avLst/>
          </a:prstGeom>
        </p:spPr>
        <p:txBody>
          <a:bodyPr vert="horz" wrap="square" lIns="91440" tIns="45720" rIns="91440" bIns="45720" rtlCol="0" anchor="b">
            <a:noAutofit/>
          </a:bodyPr>
          <a:lstStyle>
            <a:lvl1pPr>
              <a:defRPr lang="ja-JP" altLang="en-US" sz="2400" dirty="0" smtClean="0"/>
            </a:lvl1pPr>
          </a:lstStyle>
          <a:p>
            <a:pPr marL="0" marR="0" lvl="0" indent="0" defTabSz="1219080">
              <a:lnSpc>
                <a:spcPct val="100000"/>
              </a:lnSpc>
              <a:spcBef>
                <a:spcPct val="20000"/>
              </a:spcBef>
              <a:buClr>
                <a:schemeClr val="accent6"/>
              </a:buClr>
              <a:buSzTx/>
              <a:buFont typeface="Arial" panose="020B0604020202020204" pitchFamily="34" charset="0"/>
              <a:buNone/>
              <a:tabLst/>
            </a:pPr>
            <a:r>
              <a:rPr kumimoji="1" lang="ja-JP" altLang="en-US"/>
              <a:t>目次のタイトル</a:t>
            </a:r>
          </a:p>
        </p:txBody>
      </p:sp>
    </p:spTree>
    <p:extLst>
      <p:ext uri="{BB962C8B-B14F-4D97-AF65-F5344CB8AC3E}">
        <p14:creationId xmlns:p14="http://schemas.microsoft.com/office/powerpoint/2010/main" val="4288774457"/>
      </p:ext>
    </p:extLst>
  </p:cSld>
  <p:clrMapOvr>
    <a:masterClrMapping/>
  </p:clrMapOvr>
  <p:extLst>
    <p:ext uri="{DCECCB84-F9BA-43D5-87BE-67443E8EF086}">
      <p15:sldGuideLst xmlns:p15="http://schemas.microsoft.com/office/powerpoint/2012/main">
        <p15:guide id="1" orient="horz" pos="2160">
          <p15:clr>
            <a:srgbClr val="A4A3A4"/>
          </p15:clr>
        </p15:guide>
        <p15:guide id="2" pos="2880">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_B">
    <p:bg bwMode="ltGray">
      <p:bgPr>
        <a:solidFill>
          <a:srgbClr val="FFFFFF"/>
        </a:solidFill>
        <a:effectLst/>
      </p:bgPr>
    </p:bg>
    <p:spTree>
      <p:nvGrpSpPr>
        <p:cNvPr id="1" name=""/>
        <p:cNvGrpSpPr/>
        <p:nvPr/>
      </p:nvGrpSpPr>
      <p:grpSpPr>
        <a:xfrm>
          <a:off x="0" y="0"/>
          <a:ext cx="0" cy="0"/>
          <a:chOff x="0" y="0"/>
          <a:chExt cx="0" cy="0"/>
        </a:xfrm>
      </p:grpSpPr>
      <p:sp>
        <p:nvSpPr>
          <p:cNvPr id="8" name="正方形/長方形 7"/>
          <p:cNvSpPr/>
          <p:nvPr userDrawn="1"/>
        </p:nvSpPr>
        <p:spPr bwMode="gray">
          <a:xfrm>
            <a:off x="-4815" y="3728820"/>
            <a:ext cx="9915629" cy="252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200" b="1">
              <a:latin typeface="+mj-ea"/>
              <a:ea typeface="+mj-ea"/>
            </a:endParaRPr>
          </a:p>
        </p:txBody>
      </p:sp>
      <p:sp>
        <p:nvSpPr>
          <p:cNvPr id="6" name="タイトル"/>
          <p:cNvSpPr>
            <a:spLocks noGrp="1"/>
          </p:cNvSpPr>
          <p:nvPr>
            <p:ph type="title" hasCustomPrompt="1"/>
          </p:nvPr>
        </p:nvSpPr>
        <p:spPr bwMode="gray">
          <a:xfrm>
            <a:off x="661775" y="2965700"/>
            <a:ext cx="8567315" cy="634837"/>
          </a:xfrm>
          <a:prstGeom prst="rect">
            <a:avLst/>
          </a:prstGeom>
        </p:spPr>
        <p:txBody>
          <a:bodyPr wrap="square" anchor="b" anchorCtr="0">
            <a:noAutofit/>
          </a:bodyPr>
          <a:lstStyle>
            <a:lvl1pPr eaLnBrk="1" hangingPunct="1">
              <a:defRPr lang="ja-JP" altLang="en-US" sz="3400" dirty="0">
                <a:solidFill>
                  <a:schemeClr val="tx1">
                    <a:lumMod val="85000"/>
                    <a:lumOff val="15000"/>
                  </a:schemeClr>
                </a:solidFill>
              </a:defRPr>
            </a:lvl1pPr>
          </a:lstStyle>
          <a:p>
            <a:pPr marL="0" lvl="0" defTabSz="914400" eaLnBrk="0" latinLnBrk="0" hangingPunct="0"/>
            <a:r>
              <a:rPr kumimoji="1" lang="ja-JP" altLang="en-US"/>
              <a:t>中表紙のタイトルを入力</a:t>
            </a:r>
          </a:p>
        </p:txBody>
      </p:sp>
      <p:sp>
        <p:nvSpPr>
          <p:cNvPr id="7" name="テキスト プレースホルダー"/>
          <p:cNvSpPr>
            <a:spLocks noGrp="1"/>
          </p:cNvSpPr>
          <p:nvPr>
            <p:ph type="body" sz="quarter" idx="12" hasCustomPrompt="1"/>
          </p:nvPr>
        </p:nvSpPr>
        <p:spPr bwMode="gray">
          <a:xfrm>
            <a:off x="661775" y="3959226"/>
            <a:ext cx="6549217" cy="2296353"/>
          </a:xfrm>
          <a:prstGeom prst="rect">
            <a:avLst/>
          </a:prstGeom>
        </p:spPr>
        <p:txBody>
          <a:bodyPr wrap="square">
            <a:noAutofit/>
          </a:bodyPr>
          <a:lstStyle>
            <a:lvl1pPr marL="0" marR="0" indent="0" algn="l" defTabSz="1219110" rtl="0" eaLnBrk="1" fontAlgn="base" latinLnBrk="0" hangingPunct="1">
              <a:lnSpc>
                <a:spcPct val="110000"/>
              </a:lnSpc>
              <a:spcBef>
                <a:spcPts val="200"/>
              </a:spcBef>
              <a:spcAft>
                <a:spcPct val="0"/>
              </a:spcAft>
              <a:buClr>
                <a:schemeClr val="accent6"/>
              </a:buClr>
              <a:buSzTx/>
              <a:buFont typeface="Arial" panose="020B0604020202020204" pitchFamily="34" charset="0"/>
              <a:buNone/>
              <a:tabLst/>
              <a:defRPr sz="2000">
                <a:solidFill>
                  <a:schemeClr val="tx1">
                    <a:lumMod val="85000"/>
                    <a:lumOff val="15000"/>
                  </a:schemeClr>
                </a:solidFill>
                <a:latin typeface="+mj-ea"/>
                <a:ea typeface="+mj-ea"/>
              </a:defRPr>
            </a:lvl1pPr>
            <a:lvl2pPr marL="478331" indent="-239167" eaLnBrk="1" latinLnBrk="0" hangingPunct="1">
              <a:lnSpc>
                <a:spcPct val="110000"/>
              </a:lnSpc>
              <a:spcBef>
                <a:spcPts val="200"/>
              </a:spcBef>
              <a:buClr>
                <a:schemeClr val="tx1">
                  <a:lumMod val="85000"/>
                  <a:lumOff val="15000"/>
                </a:schemeClr>
              </a:buClr>
              <a:buFont typeface="Segoe UI" panose="020B0502040204020203" pitchFamily="34" charset="0"/>
              <a:buChar char="-"/>
              <a:defRPr sz="1400">
                <a:solidFill>
                  <a:schemeClr val="tx1">
                    <a:lumMod val="85000"/>
                    <a:lumOff val="15000"/>
                  </a:schemeClr>
                </a:solidFill>
              </a:defRPr>
            </a:lvl2pPr>
            <a:lvl3pPr marL="297259" indent="0">
              <a:buNone/>
              <a:defRPr>
                <a:solidFill>
                  <a:schemeClr val="bg1"/>
                </a:solidFill>
              </a:defRPr>
            </a:lvl3pPr>
            <a:lvl4pPr marL="437017" indent="0">
              <a:buNone/>
              <a:defRPr>
                <a:solidFill>
                  <a:schemeClr val="bg1"/>
                </a:solidFill>
              </a:defRPr>
            </a:lvl4pPr>
            <a:lvl5pPr marL="415170" indent="0">
              <a:buNone/>
              <a:defRPr>
                <a:solidFill>
                  <a:schemeClr val="bg1"/>
                </a:solidFill>
              </a:defRPr>
            </a:lvl5pPr>
          </a:lstStyle>
          <a:p>
            <a:pPr lvl="0"/>
            <a:r>
              <a:rPr kumimoji="1" lang="ja-JP" altLang="en-US"/>
              <a:t>サブタイトルを入力</a:t>
            </a:r>
          </a:p>
          <a:p>
            <a:pPr lvl="1"/>
            <a:r>
              <a:rPr kumimoji="1" lang="ja-JP" altLang="en-US"/>
              <a:t>項目を入力</a:t>
            </a:r>
          </a:p>
        </p:txBody>
      </p:sp>
      <p:pic>
        <p:nvPicPr>
          <p:cNvPr id="10" name="図 9"/>
          <p:cNvPicPr>
            <a:picLocks noChangeAspect="1"/>
          </p:cNvPicPr>
          <p:nvPr userDrawn="1"/>
        </p:nvPicPr>
        <p:blipFill>
          <a:blip r:embed="rId2"/>
          <a:stretch>
            <a:fillRect/>
          </a:stretch>
        </p:blipFill>
        <p:spPr bwMode="gray">
          <a:xfrm>
            <a:off x="7355325" y="6521167"/>
            <a:ext cx="2340000" cy="170113"/>
          </a:xfrm>
          <a:prstGeom prst="rect">
            <a:avLst/>
          </a:prstGeom>
        </p:spPr>
      </p:pic>
    </p:spTree>
    <p:extLst>
      <p:ext uri="{BB962C8B-B14F-4D97-AF65-F5344CB8AC3E}">
        <p14:creationId xmlns:p14="http://schemas.microsoft.com/office/powerpoint/2010/main" val="241613963"/>
      </p:ext>
    </p:extLst>
  </p:cSld>
  <p:clrMapOvr>
    <a:masterClrMapping/>
  </p:clrMapOvr>
  <p:extLst>
    <p:ext uri="{DCECCB84-F9BA-43D5-87BE-67443E8EF086}">
      <p15:sldGuideLst xmlns:p15="http://schemas.microsoft.com/office/powerpoint/2012/main">
        <p15:guide id="1" orient="horz" pos="2160">
          <p15:clr>
            <a:srgbClr val="A4A3A4"/>
          </p15:clr>
        </p15:guide>
        <p15:guide id="2" pos="2880">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white)">
    <p:bg bwMode="ltGray">
      <p:bgPr>
        <a:solidFill>
          <a:srgbClr val="FFFFFF"/>
        </a:solidFill>
        <a:effectLst/>
      </p:bgPr>
    </p:bg>
    <p:spTree>
      <p:nvGrpSpPr>
        <p:cNvPr id="1" name=""/>
        <p:cNvGrpSpPr/>
        <p:nvPr/>
      </p:nvGrpSpPr>
      <p:grpSpPr>
        <a:xfrm>
          <a:off x="0" y="0"/>
          <a:ext cx="0" cy="0"/>
          <a:chOff x="0" y="0"/>
          <a:chExt cx="0" cy="0"/>
        </a:xfrm>
      </p:grpSpPr>
      <p:sp>
        <p:nvSpPr>
          <p:cNvPr id="7"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sp>
        <p:nvSpPr>
          <p:cNvPr id="12" name="正方形/長方形 11"/>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pic>
        <p:nvPicPr>
          <p:cNvPr id="6" name="図 5"/>
          <p:cNvPicPr>
            <a:picLocks noChangeAspect="1"/>
          </p:cNvPicPr>
          <p:nvPr userDrawn="1"/>
        </p:nvPicPr>
        <p:blipFill>
          <a:blip r:embed="rId2"/>
          <a:stretch>
            <a:fillRect/>
          </a:stretch>
        </p:blipFill>
        <p:spPr bwMode="gray">
          <a:xfrm>
            <a:off x="7355325" y="6521167"/>
            <a:ext cx="2340000" cy="170113"/>
          </a:xfrm>
          <a:prstGeom prst="rect">
            <a:avLst/>
          </a:prstGeom>
        </p:spPr>
      </p:pic>
      <p:sp>
        <p:nvSpPr>
          <p:cNvPr id="9"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p>
            <a:pPr lvl="0"/>
            <a:r>
              <a:rPr kumimoji="1" lang="ja-JP" altLang="en-US"/>
              <a:t>タイトルを入力</a:t>
            </a:r>
          </a:p>
        </p:txBody>
      </p:sp>
    </p:spTree>
    <p:extLst>
      <p:ext uri="{BB962C8B-B14F-4D97-AF65-F5344CB8AC3E}">
        <p14:creationId xmlns:p14="http://schemas.microsoft.com/office/powerpoint/2010/main" val="3382062917"/>
      </p:ext>
    </p:extLst>
  </p:cSld>
  <p:clrMapOvr>
    <a:masterClrMapping/>
  </p:clrMapOvr>
  <p:extLst>
    <p:ext uri="{DCECCB84-F9BA-43D5-87BE-67443E8EF086}">
      <p15:sldGuideLst xmlns:p15="http://schemas.microsoft.com/office/powerpoint/2012/main">
        <p15:guide id="1" orient="horz" pos="617">
          <p15:clr>
            <a:srgbClr val="A4A3A4"/>
          </p15:clr>
        </p15:guide>
        <p15:guide id="2" pos="2880">
          <p15:clr>
            <a:srgbClr val="A4A3A4"/>
          </p15:clr>
        </p15:guide>
        <p15:guide id="7" orient="horz" pos="2160">
          <p15:clr>
            <a:srgbClr val="A4A3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Contents(white)">
    <p:bg bwMode="ltGray">
      <p:bgPr>
        <a:solidFill>
          <a:srgbClr val="FFFFFF"/>
        </a:solidFill>
        <a:effectLst/>
      </p:bgPr>
    </p:bg>
    <p:spTree>
      <p:nvGrpSpPr>
        <p:cNvPr id="1" name=""/>
        <p:cNvGrpSpPr/>
        <p:nvPr/>
      </p:nvGrpSpPr>
      <p:grpSpPr>
        <a:xfrm>
          <a:off x="0" y="0"/>
          <a:ext cx="0" cy="0"/>
          <a:chOff x="0" y="0"/>
          <a:chExt cx="0" cy="0"/>
        </a:xfrm>
      </p:grpSpPr>
      <p:sp>
        <p:nvSpPr>
          <p:cNvPr id="10" name="コンテンツ プレースホルダー"/>
          <p:cNvSpPr>
            <a:spLocks noGrp="1"/>
          </p:cNvSpPr>
          <p:nvPr>
            <p:ph sz="quarter" idx="13" hasCustomPrompt="1"/>
          </p:nvPr>
        </p:nvSpPr>
        <p:spPr bwMode="gray">
          <a:xfrm>
            <a:off x="233892" y="981076"/>
            <a:ext cx="9458854" cy="5148263"/>
          </a:xfrm>
          <a:prstGeom prst="rect">
            <a:avLst/>
          </a:prstGeom>
        </p:spPr>
        <p:txBody>
          <a:bodyPr/>
          <a:lstStyle>
            <a:lvl1pPr marL="357690" indent="-357690">
              <a:lnSpc>
                <a:spcPct val="105000"/>
              </a:lnSpc>
              <a:spcBef>
                <a:spcPts val="480"/>
              </a:spcBef>
              <a:buClr>
                <a:schemeClr val="accent1"/>
              </a:buClr>
              <a:buFont typeface="Wingdings" panose="05000000000000000000" pitchFamily="2" charset="2"/>
              <a:buChar char="u"/>
              <a:defRPr sz="2000">
                <a:solidFill>
                  <a:schemeClr val="tx1">
                    <a:lumMod val="85000"/>
                    <a:lumOff val="15000"/>
                  </a:schemeClr>
                </a:solidFill>
              </a:defRPr>
            </a:lvl1pPr>
            <a:lvl2pPr marL="598973" indent="-241283">
              <a:lnSpc>
                <a:spcPct val="105000"/>
              </a:lnSpc>
              <a:spcBef>
                <a:spcPts val="432"/>
              </a:spcBef>
              <a:buClr>
                <a:schemeClr val="accent1"/>
              </a:buClr>
              <a:buFont typeface="Wingdings" panose="05000000000000000000" pitchFamily="2" charset="2"/>
              <a:buChar char="n"/>
              <a:defRPr sz="1800">
                <a:solidFill>
                  <a:schemeClr val="tx1">
                    <a:lumMod val="85000"/>
                    <a:lumOff val="15000"/>
                  </a:schemeClr>
                </a:solidFill>
              </a:defRPr>
            </a:lvl2pPr>
            <a:lvl3pPr marL="723600" indent="-122400">
              <a:lnSpc>
                <a:spcPct val="105000"/>
              </a:lnSpc>
              <a:spcBef>
                <a:spcPts val="384"/>
              </a:spcBef>
              <a:buClr>
                <a:schemeClr val="accent1"/>
              </a:buClr>
              <a:defRPr sz="1600">
                <a:solidFill>
                  <a:schemeClr val="tx1">
                    <a:lumMod val="85000"/>
                    <a:lumOff val="15000"/>
                  </a:schemeClr>
                </a:solidFill>
              </a:defRPr>
            </a:lvl3pPr>
            <a:lvl4pPr marL="838138" indent="-118525">
              <a:lnSpc>
                <a:spcPct val="105000"/>
              </a:lnSpc>
              <a:spcBef>
                <a:spcPts val="336"/>
              </a:spcBef>
              <a:buClr>
                <a:schemeClr val="accent1"/>
              </a:buClr>
              <a:defRPr sz="1400">
                <a:solidFill>
                  <a:schemeClr val="tx1">
                    <a:lumMod val="85000"/>
                    <a:lumOff val="15000"/>
                  </a:schemeClr>
                </a:solidFill>
              </a:defRPr>
            </a:lvl4pPr>
            <a:lvl5pPr marL="836022" indent="0">
              <a:lnSpc>
                <a:spcPct val="105000"/>
              </a:lnSpc>
              <a:buFontTx/>
              <a:buNone/>
              <a:defRPr sz="1400" b="0">
                <a:solidFill>
                  <a:schemeClr val="tx1">
                    <a:lumMod val="85000"/>
                    <a:lumOff val="1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1"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pic>
        <p:nvPicPr>
          <p:cNvPr id="13" name="図 12"/>
          <p:cNvPicPr>
            <a:picLocks noChangeAspect="1"/>
          </p:cNvPicPr>
          <p:nvPr userDrawn="1"/>
        </p:nvPicPr>
        <p:blipFill>
          <a:blip r:embed="rId2"/>
          <a:stretch>
            <a:fillRect/>
          </a:stretch>
        </p:blipFill>
        <p:spPr bwMode="gray">
          <a:xfrm>
            <a:off x="7355325" y="6521167"/>
            <a:ext cx="2340000" cy="170113"/>
          </a:xfrm>
          <a:prstGeom prst="rect">
            <a:avLst/>
          </a:prstGeom>
        </p:spPr>
      </p:pic>
      <p:sp>
        <p:nvSpPr>
          <p:cNvPr id="8"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p>
            <a:pPr lvl="0"/>
            <a:r>
              <a:rPr kumimoji="1" lang="ja-JP" altLang="en-US"/>
              <a:t>タイトルを入力</a:t>
            </a:r>
          </a:p>
        </p:txBody>
      </p:sp>
      <p:sp>
        <p:nvSpPr>
          <p:cNvPr id="7" name="正方形/長方形 6"/>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3553457391"/>
      </p:ext>
    </p:extLst>
  </p:cSld>
  <p:clrMapOvr>
    <a:masterClrMapping/>
  </p:clrMapOvr>
  <p:extLst>
    <p:ext uri="{DCECCB84-F9BA-43D5-87BE-67443E8EF086}">
      <p15:sldGuideLst xmlns:p15="http://schemas.microsoft.com/office/powerpoint/2012/main">
        <p15:guide id="1" orient="horz" pos="618">
          <p15:clr>
            <a:srgbClr val="A4A3A4"/>
          </p15:clr>
        </p15:guide>
        <p15:guide id="2" orient="horz" pos="3861">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line Only(whit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pic>
        <p:nvPicPr>
          <p:cNvPr id="11" name="図 10"/>
          <p:cNvPicPr>
            <a:picLocks noChangeAspect="1"/>
          </p:cNvPicPr>
          <p:nvPr userDrawn="1"/>
        </p:nvPicPr>
        <p:blipFill>
          <a:blip r:embed="rId3"/>
          <a:stretch>
            <a:fillRect/>
          </a:stretch>
        </p:blipFill>
        <p:spPr bwMode="gray">
          <a:xfrm>
            <a:off x="7355325" y="6521167"/>
            <a:ext cx="2340000" cy="170113"/>
          </a:xfrm>
          <a:prstGeom prst="rect">
            <a:avLst/>
          </a:prstGeom>
        </p:spPr>
      </p:pic>
      <p:sp>
        <p:nvSpPr>
          <p:cNvPr id="6"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p>
            <a:pPr lvl="0"/>
            <a:r>
              <a:rPr kumimoji="1" lang="ja-JP" altLang="en-US"/>
              <a:t>タイトルを入力</a:t>
            </a:r>
          </a:p>
        </p:txBody>
      </p:sp>
      <p:sp>
        <p:nvSpPr>
          <p:cNvPr id="7" name="正方形/長方形 6"/>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538342171"/>
      </p:ext>
    </p:extLst>
  </p:cSld>
  <p:clrMapOvr>
    <a:masterClrMapping/>
  </p:clrMapOvr>
  <p:extLst>
    <p:ext uri="{DCECCB84-F9BA-43D5-87BE-67443E8EF086}">
      <p15:sldGuideLst xmlns:p15="http://schemas.microsoft.com/office/powerpoint/2012/main">
        <p15:guide id="1" orient="horz" pos="731">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line ＆ Contents(whit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コンテンツ プレースホルダー"/>
          <p:cNvSpPr>
            <a:spLocks noGrp="1"/>
          </p:cNvSpPr>
          <p:nvPr>
            <p:ph sz="quarter" idx="13" hasCustomPrompt="1"/>
          </p:nvPr>
        </p:nvSpPr>
        <p:spPr bwMode="gray">
          <a:xfrm>
            <a:off x="233892" y="1160463"/>
            <a:ext cx="9458854" cy="4968875"/>
          </a:xfrm>
          <a:prstGeom prst="rect">
            <a:avLst/>
          </a:prstGeom>
        </p:spPr>
        <p:txBody>
          <a:bodyPr/>
          <a:lstStyle>
            <a:lvl1pPr marL="357690" indent="-357690">
              <a:lnSpc>
                <a:spcPct val="105000"/>
              </a:lnSpc>
              <a:spcBef>
                <a:spcPts val="480"/>
              </a:spcBef>
              <a:buClr>
                <a:schemeClr val="accent1"/>
              </a:buClr>
              <a:buFont typeface="Wingdings" panose="05000000000000000000" pitchFamily="2" charset="2"/>
              <a:buChar char="u"/>
              <a:defRPr sz="2000">
                <a:solidFill>
                  <a:schemeClr val="tx1">
                    <a:lumMod val="85000"/>
                    <a:lumOff val="15000"/>
                  </a:schemeClr>
                </a:solidFill>
              </a:defRPr>
            </a:lvl1pPr>
            <a:lvl2pPr marL="598973" indent="-241283">
              <a:lnSpc>
                <a:spcPct val="105000"/>
              </a:lnSpc>
              <a:spcBef>
                <a:spcPts val="432"/>
              </a:spcBef>
              <a:buClr>
                <a:schemeClr val="accent1"/>
              </a:buClr>
              <a:buFont typeface="Wingdings" panose="05000000000000000000" pitchFamily="2" charset="2"/>
              <a:buChar char="n"/>
              <a:defRPr sz="1800">
                <a:solidFill>
                  <a:schemeClr val="tx1">
                    <a:lumMod val="85000"/>
                    <a:lumOff val="15000"/>
                  </a:schemeClr>
                </a:solidFill>
              </a:defRPr>
            </a:lvl2pPr>
            <a:lvl3pPr marL="723600" indent="-122400">
              <a:lnSpc>
                <a:spcPct val="105000"/>
              </a:lnSpc>
              <a:spcBef>
                <a:spcPts val="384"/>
              </a:spcBef>
              <a:buClr>
                <a:schemeClr val="accent1"/>
              </a:buClr>
              <a:defRPr sz="1600">
                <a:solidFill>
                  <a:schemeClr val="tx1">
                    <a:lumMod val="85000"/>
                    <a:lumOff val="15000"/>
                  </a:schemeClr>
                </a:solidFill>
              </a:defRPr>
            </a:lvl3pPr>
            <a:lvl4pPr marL="838138" indent="-118525">
              <a:lnSpc>
                <a:spcPct val="105000"/>
              </a:lnSpc>
              <a:spcBef>
                <a:spcPts val="336"/>
              </a:spcBef>
              <a:buClr>
                <a:schemeClr val="accent1"/>
              </a:buClr>
              <a:defRPr sz="1400">
                <a:solidFill>
                  <a:schemeClr val="tx1">
                    <a:lumMod val="85000"/>
                    <a:lumOff val="15000"/>
                  </a:schemeClr>
                </a:solidFill>
              </a:defRPr>
            </a:lvl4pPr>
            <a:lvl5pPr marL="836022" indent="0">
              <a:lnSpc>
                <a:spcPct val="105000"/>
              </a:lnSpc>
              <a:buFontTx/>
              <a:buNone/>
              <a:defRPr sz="1400" b="0">
                <a:solidFill>
                  <a:schemeClr val="tx1">
                    <a:lumMod val="85000"/>
                    <a:lumOff val="1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3"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pic>
        <p:nvPicPr>
          <p:cNvPr id="14" name="図 13"/>
          <p:cNvPicPr>
            <a:picLocks noChangeAspect="1"/>
          </p:cNvPicPr>
          <p:nvPr userDrawn="1"/>
        </p:nvPicPr>
        <p:blipFill>
          <a:blip r:embed="rId3"/>
          <a:stretch>
            <a:fillRect/>
          </a:stretch>
        </p:blipFill>
        <p:spPr bwMode="gray">
          <a:xfrm>
            <a:off x="7355325" y="6521167"/>
            <a:ext cx="2340000" cy="170113"/>
          </a:xfrm>
          <a:prstGeom prst="rect">
            <a:avLst/>
          </a:prstGeom>
        </p:spPr>
      </p:pic>
      <p:sp>
        <p:nvSpPr>
          <p:cNvPr id="7"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p>
            <a:pPr lvl="0"/>
            <a:r>
              <a:rPr kumimoji="1" lang="ja-JP" altLang="en-US"/>
              <a:t>タイトルを入力</a:t>
            </a:r>
          </a:p>
        </p:txBody>
      </p:sp>
      <p:sp>
        <p:nvSpPr>
          <p:cNvPr id="8" name="正方形/長方形 7"/>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823880969"/>
      </p:ext>
    </p:extLst>
  </p:cSld>
  <p:clrMapOvr>
    <a:masterClrMapping/>
  </p:clrMapOvr>
  <p:extLst>
    <p:ext uri="{DCECCB84-F9BA-43D5-87BE-67443E8EF086}">
      <p15:sldGuideLst xmlns:p15="http://schemas.microsoft.com/office/powerpoint/2012/main">
        <p15:guide id="2" pos="2880">
          <p15:clr>
            <a:srgbClr val="A4A3A4"/>
          </p15:clr>
        </p15:guide>
        <p15:guide id="6" orient="horz" pos="3861">
          <p15:clr>
            <a:srgbClr val="A4A3A4"/>
          </p15:clr>
        </p15:guide>
        <p15:guide id="7" orient="horz" pos="731">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ad line &amp; Contents(whit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コンテンツ プレースホルダー"/>
          <p:cNvSpPr>
            <a:spLocks noGrp="1"/>
          </p:cNvSpPr>
          <p:nvPr>
            <p:ph sz="quarter" idx="13" hasCustomPrompt="1"/>
          </p:nvPr>
        </p:nvSpPr>
        <p:spPr bwMode="gray">
          <a:xfrm>
            <a:off x="233892" y="2024064"/>
            <a:ext cx="9458854" cy="4105275"/>
          </a:xfrm>
          <a:prstGeom prst="rect">
            <a:avLst/>
          </a:prstGeom>
        </p:spPr>
        <p:txBody>
          <a:bodyPr/>
          <a:lstStyle>
            <a:lvl1pPr marL="357690" indent="-357690">
              <a:lnSpc>
                <a:spcPct val="105000"/>
              </a:lnSpc>
              <a:spcBef>
                <a:spcPts val="480"/>
              </a:spcBef>
              <a:buClr>
                <a:schemeClr val="accent1"/>
              </a:buClr>
              <a:buFont typeface="Wingdings" panose="05000000000000000000" pitchFamily="2" charset="2"/>
              <a:buChar char="u"/>
              <a:defRPr sz="2000">
                <a:solidFill>
                  <a:schemeClr val="tx1">
                    <a:lumMod val="85000"/>
                    <a:lumOff val="15000"/>
                  </a:schemeClr>
                </a:solidFill>
              </a:defRPr>
            </a:lvl1pPr>
            <a:lvl2pPr marL="598973" indent="-241283">
              <a:lnSpc>
                <a:spcPct val="105000"/>
              </a:lnSpc>
              <a:spcBef>
                <a:spcPts val="432"/>
              </a:spcBef>
              <a:buClr>
                <a:schemeClr val="accent1"/>
              </a:buClr>
              <a:buFont typeface="Wingdings" panose="05000000000000000000" pitchFamily="2" charset="2"/>
              <a:buChar char="n"/>
              <a:defRPr sz="1800">
                <a:solidFill>
                  <a:schemeClr val="tx1">
                    <a:lumMod val="85000"/>
                    <a:lumOff val="15000"/>
                  </a:schemeClr>
                </a:solidFill>
              </a:defRPr>
            </a:lvl2pPr>
            <a:lvl3pPr marL="723600" indent="-122400">
              <a:lnSpc>
                <a:spcPct val="105000"/>
              </a:lnSpc>
              <a:spcBef>
                <a:spcPts val="384"/>
              </a:spcBef>
              <a:buClr>
                <a:schemeClr val="accent1"/>
              </a:buClr>
              <a:defRPr sz="1600">
                <a:solidFill>
                  <a:schemeClr val="tx1">
                    <a:lumMod val="85000"/>
                    <a:lumOff val="15000"/>
                  </a:schemeClr>
                </a:solidFill>
              </a:defRPr>
            </a:lvl3pPr>
            <a:lvl4pPr marL="838138" indent="-118525">
              <a:lnSpc>
                <a:spcPct val="105000"/>
              </a:lnSpc>
              <a:spcBef>
                <a:spcPts val="336"/>
              </a:spcBef>
              <a:buClr>
                <a:schemeClr val="accent1"/>
              </a:buClr>
              <a:defRPr sz="1400">
                <a:solidFill>
                  <a:schemeClr val="tx1">
                    <a:lumMod val="85000"/>
                    <a:lumOff val="15000"/>
                  </a:schemeClr>
                </a:solidFill>
              </a:defRPr>
            </a:lvl4pPr>
            <a:lvl5pPr marL="836022" indent="0">
              <a:lnSpc>
                <a:spcPct val="105000"/>
              </a:lnSpc>
              <a:buFontTx/>
              <a:buNone/>
              <a:defRPr sz="1400" b="0">
                <a:solidFill>
                  <a:schemeClr val="tx1">
                    <a:lumMod val="85000"/>
                    <a:lumOff val="1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5"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pic>
        <p:nvPicPr>
          <p:cNvPr id="16" name="図 15"/>
          <p:cNvPicPr>
            <a:picLocks noChangeAspect="1"/>
          </p:cNvPicPr>
          <p:nvPr userDrawn="1"/>
        </p:nvPicPr>
        <p:blipFill>
          <a:blip r:embed="rId3"/>
          <a:stretch>
            <a:fillRect/>
          </a:stretch>
        </p:blipFill>
        <p:spPr bwMode="gray">
          <a:xfrm>
            <a:off x="7355325" y="6521167"/>
            <a:ext cx="2340000" cy="170113"/>
          </a:xfrm>
          <a:prstGeom prst="rect">
            <a:avLst/>
          </a:prstGeom>
        </p:spPr>
      </p:pic>
      <p:sp>
        <p:nvSpPr>
          <p:cNvPr id="9" name="テキスト プレースホルダー 3"/>
          <p:cNvSpPr>
            <a:spLocks noGrp="1"/>
          </p:cNvSpPr>
          <p:nvPr>
            <p:ph type="body" sz="quarter" idx="14" hasCustomPrompt="1"/>
          </p:nvPr>
        </p:nvSpPr>
        <p:spPr>
          <a:xfrm>
            <a:off x="233892" y="1053994"/>
            <a:ext cx="9458854" cy="743659"/>
          </a:xfrm>
        </p:spPr>
        <p:txBody>
          <a:bodyPr anchor="ctr"/>
          <a:lstStyle>
            <a:lvl1pPr marL="0" indent="0">
              <a:lnSpc>
                <a:spcPct val="110000"/>
              </a:lnSpc>
              <a:spcBef>
                <a:spcPts val="100"/>
              </a:spcBef>
              <a:buFontTx/>
              <a:buNone/>
              <a:defRPr sz="2200"/>
            </a:lvl1pPr>
            <a:lvl2pPr marL="355557" indent="0">
              <a:buFontTx/>
              <a:buNone/>
              <a:defRPr sz="2600"/>
            </a:lvl2pPr>
            <a:lvl3pPr marL="598942" indent="0">
              <a:buFontTx/>
              <a:buNone/>
              <a:defRPr sz="2600"/>
            </a:lvl3pPr>
            <a:lvl4pPr marL="719578" indent="0">
              <a:buFontTx/>
              <a:buNone/>
              <a:defRPr sz="2600"/>
            </a:lvl4pPr>
            <a:lvl5pPr marL="835982" indent="0">
              <a:buFontTx/>
              <a:buNone/>
              <a:defRPr sz="2600"/>
            </a:lvl5pPr>
          </a:lstStyle>
          <a:p>
            <a:pPr lvl="0"/>
            <a:r>
              <a:rPr kumimoji="1" lang="ja-JP" altLang="en-US"/>
              <a:t>リード文が１行・２行ともにこのレイアウトで入力</a:t>
            </a:r>
          </a:p>
        </p:txBody>
      </p:sp>
      <p:sp>
        <p:nvSpPr>
          <p:cNvPr id="10"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p>
            <a:pPr lvl="0"/>
            <a:r>
              <a:rPr kumimoji="1" lang="ja-JP" altLang="en-US"/>
              <a:t>タイトルを入力</a:t>
            </a:r>
          </a:p>
        </p:txBody>
      </p:sp>
      <p:sp>
        <p:nvSpPr>
          <p:cNvPr id="8" name="正方形/長方形 7"/>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3957424837"/>
      </p:ext>
    </p:extLst>
  </p:cSld>
  <p:clrMapOvr>
    <a:masterClrMapping/>
  </p:clrMapOvr>
  <p:extLst>
    <p:ext uri="{DCECCB84-F9BA-43D5-87BE-67443E8EF086}">
      <p15:sldGuideLst xmlns:p15="http://schemas.microsoft.com/office/powerpoint/2012/main">
        <p15:guide id="6" orient="horz" pos="3861">
          <p15:clr>
            <a:srgbClr val="A4A3A4"/>
          </p15:clr>
        </p15:guide>
        <p15:guide id="7" orient="horz" pos="1275">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white)">
    <p:bg bwMode="ltGray">
      <p:bgPr>
        <a:solidFill>
          <a:schemeClr val="bg1"/>
        </a:solidFill>
        <a:effectLst/>
      </p:bgPr>
    </p:bg>
    <p:spTree>
      <p:nvGrpSpPr>
        <p:cNvPr id="1" name=""/>
        <p:cNvGrpSpPr/>
        <p:nvPr/>
      </p:nvGrpSpPr>
      <p:grpSpPr>
        <a:xfrm>
          <a:off x="0" y="0"/>
          <a:ext cx="0" cy="0"/>
          <a:chOff x="0" y="0"/>
          <a:chExt cx="0" cy="0"/>
        </a:xfrm>
      </p:grpSpPr>
      <p:sp>
        <p:nvSpPr>
          <p:cNvPr id="5"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p>
            <a:pPr fontAlgn="base">
              <a:spcBef>
                <a:spcPct val="0"/>
              </a:spcBef>
              <a:spcAft>
                <a:spcPct val="0"/>
              </a:spcAft>
              <a:defRPr/>
            </a:pPr>
            <a:fld id="{8BB99341-3773-4AA0-9F9D-94F83AE5E06F}" type="slidenum">
              <a:rPr lang="en-US" altLang="ja-JP" sz="1000" b="0" baseline="0" smtClean="0">
                <a:solidFill>
                  <a:schemeClr val="tx1">
                    <a:lumMod val="50000"/>
                    <a:lumOff val="50000"/>
                  </a:schemeClr>
                </a:solidFill>
                <a:latin typeface="+mn-lt"/>
                <a:ea typeface="+mn-ea"/>
              </a:rPr>
              <a:pPr fontAlgn="base">
                <a:spcBef>
                  <a:spcPct val="0"/>
                </a:spcBef>
                <a:spcAft>
                  <a:spcPct val="0"/>
                </a:spcAft>
                <a:defRPr/>
              </a:pPr>
              <a:t>‹#›</a:t>
            </a:fld>
            <a:endParaRPr lang="en-US" altLang="ja-JP" sz="1000" b="0" baseline="0">
              <a:solidFill>
                <a:schemeClr val="tx1">
                  <a:lumMod val="50000"/>
                  <a:lumOff val="50000"/>
                </a:schemeClr>
              </a:solidFill>
              <a:latin typeface="+mn-lt"/>
              <a:ea typeface="+mn-ea"/>
            </a:endParaRPr>
          </a:p>
        </p:txBody>
      </p:sp>
      <p:pic>
        <p:nvPicPr>
          <p:cNvPr id="8" name="図 7"/>
          <p:cNvPicPr>
            <a:picLocks noChangeAspect="1"/>
          </p:cNvPicPr>
          <p:nvPr userDrawn="1"/>
        </p:nvPicPr>
        <p:blipFill>
          <a:blip r:embed="rId2"/>
          <a:stretch>
            <a:fillRect/>
          </a:stretch>
        </p:blipFill>
        <p:spPr bwMode="gray">
          <a:xfrm>
            <a:off x="7355325" y="6521167"/>
            <a:ext cx="2340000" cy="170113"/>
          </a:xfrm>
          <a:prstGeom prst="rect">
            <a:avLst/>
          </a:prstGeom>
        </p:spPr>
      </p:pic>
      <p:sp>
        <p:nvSpPr>
          <p:cNvPr id="6" name="正方形/長方形 5"/>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3933356942"/>
      </p:ext>
    </p:extLst>
  </p:cSld>
  <p:clrMapOvr>
    <a:masterClrMapping/>
  </p:clrMapOvr>
  <p:extLst>
    <p:ext uri="{DCECCB84-F9BA-43D5-87BE-67443E8EF086}">
      <p15:sldGuideLst xmlns:p15="http://schemas.microsoft.com/office/powerpoint/2012/main">
        <p15:guide id="2" pos="2880">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deep)">
    <p:bg bwMode="ltGray">
      <p:bgPr>
        <a:solidFill>
          <a:srgbClr val="191919"/>
        </a:solidFill>
        <a:effectLst/>
      </p:bgPr>
    </p:bg>
    <p:spTree>
      <p:nvGrpSpPr>
        <p:cNvPr id="1" name=""/>
        <p:cNvGrpSpPr/>
        <p:nvPr/>
      </p:nvGrpSpPr>
      <p:grpSpPr>
        <a:xfrm>
          <a:off x="0" y="0"/>
          <a:ext cx="0" cy="0"/>
          <a:chOff x="0" y="0"/>
          <a:chExt cx="0" cy="0"/>
        </a:xfrm>
      </p:grpSpPr>
      <p:sp>
        <p:nvSpPr>
          <p:cNvPr id="10"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12" name="図 11"/>
          <p:cNvPicPr>
            <a:picLocks noChangeAspect="1"/>
          </p:cNvPicPr>
          <p:nvPr userDrawn="1"/>
        </p:nvPicPr>
        <p:blipFill>
          <a:blip r:embed="rId2">
            <a:biLevel thresh="25000"/>
          </a:blip>
          <a:stretch>
            <a:fillRect/>
          </a:stretch>
        </p:blipFill>
        <p:spPr bwMode="gray">
          <a:xfrm>
            <a:off x="7355325" y="6521167"/>
            <a:ext cx="2340000" cy="170112"/>
          </a:xfrm>
          <a:prstGeom prst="rect">
            <a:avLst/>
          </a:prstGeom>
        </p:spPr>
      </p:pic>
      <p:sp>
        <p:nvSpPr>
          <p:cNvPr id="6"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lvl1pPr>
              <a:defRPr>
                <a:solidFill>
                  <a:schemeClr val="bg1">
                    <a:lumMod val="95000"/>
                  </a:schemeClr>
                </a:solidFill>
              </a:defRPr>
            </a:lvl1pPr>
          </a:lstStyle>
          <a:p>
            <a:pPr lvl="0"/>
            <a:r>
              <a:rPr kumimoji="1" lang="ja-JP" altLang="en-US"/>
              <a:t>タイトルを入力</a:t>
            </a:r>
          </a:p>
        </p:txBody>
      </p:sp>
      <p:sp>
        <p:nvSpPr>
          <p:cNvPr id="7" name="正方形/長方形 6"/>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3117499825"/>
      </p:ext>
    </p:extLst>
  </p:cSld>
  <p:clrMapOvr>
    <a:masterClrMapping/>
  </p:clrMapOvr>
  <p:extLst>
    <p:ext uri="{DCECCB84-F9BA-43D5-87BE-67443E8EF086}">
      <p15:sldGuideLst xmlns:p15="http://schemas.microsoft.com/office/powerpoint/2012/main">
        <p15:guide id="1" orient="horz" pos="618">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mp; Contents(deep)">
    <p:bg bwMode="ltGray">
      <p:bgPr>
        <a:solidFill>
          <a:srgbClr val="191919"/>
        </a:solidFill>
        <a:effectLst/>
      </p:bgPr>
    </p:bg>
    <p:spTree>
      <p:nvGrpSpPr>
        <p:cNvPr id="1" name=""/>
        <p:cNvGrpSpPr/>
        <p:nvPr/>
      </p:nvGrpSpPr>
      <p:grpSpPr>
        <a:xfrm>
          <a:off x="0" y="0"/>
          <a:ext cx="0" cy="0"/>
          <a:chOff x="0" y="0"/>
          <a:chExt cx="0" cy="0"/>
        </a:xfrm>
      </p:grpSpPr>
      <p:sp>
        <p:nvSpPr>
          <p:cNvPr id="12" name="コンテンツ プレースホルダー"/>
          <p:cNvSpPr>
            <a:spLocks noGrp="1"/>
          </p:cNvSpPr>
          <p:nvPr>
            <p:ph sz="quarter" idx="13" hasCustomPrompt="1"/>
          </p:nvPr>
        </p:nvSpPr>
        <p:spPr bwMode="gray">
          <a:xfrm>
            <a:off x="233892" y="981076"/>
            <a:ext cx="9458854" cy="5148263"/>
          </a:xfrm>
          <a:prstGeom prst="rect">
            <a:avLst/>
          </a:prstGeom>
        </p:spPr>
        <p:txBody>
          <a:bodyPr/>
          <a:lstStyle>
            <a:lvl1pPr marL="357690" indent="-357690">
              <a:lnSpc>
                <a:spcPct val="105000"/>
              </a:lnSpc>
              <a:spcBef>
                <a:spcPts val="480"/>
              </a:spcBef>
              <a:buClr>
                <a:schemeClr val="bg1">
                  <a:lumMod val="95000"/>
                </a:schemeClr>
              </a:buClr>
              <a:buFont typeface="Wingdings" panose="05000000000000000000" pitchFamily="2" charset="2"/>
              <a:buChar char="u"/>
              <a:defRPr sz="2000">
                <a:solidFill>
                  <a:schemeClr val="bg1">
                    <a:lumMod val="95000"/>
                  </a:schemeClr>
                </a:solidFill>
              </a:defRPr>
            </a:lvl1pPr>
            <a:lvl2pPr marL="598973" indent="-241283">
              <a:lnSpc>
                <a:spcPct val="105000"/>
              </a:lnSpc>
              <a:spcBef>
                <a:spcPts val="432"/>
              </a:spcBef>
              <a:buClr>
                <a:schemeClr val="bg1">
                  <a:lumMod val="95000"/>
                </a:schemeClr>
              </a:buClr>
              <a:buFont typeface="Wingdings" panose="05000000000000000000" pitchFamily="2" charset="2"/>
              <a:buChar char="n"/>
              <a:defRPr sz="1800">
                <a:solidFill>
                  <a:schemeClr val="bg1">
                    <a:lumMod val="95000"/>
                  </a:schemeClr>
                </a:solidFill>
              </a:defRPr>
            </a:lvl2pPr>
            <a:lvl3pPr marL="723600" indent="-122400">
              <a:lnSpc>
                <a:spcPct val="105000"/>
              </a:lnSpc>
              <a:spcBef>
                <a:spcPts val="384"/>
              </a:spcBef>
              <a:buClr>
                <a:schemeClr val="bg1">
                  <a:lumMod val="95000"/>
                </a:schemeClr>
              </a:buClr>
              <a:defRPr sz="1600">
                <a:solidFill>
                  <a:schemeClr val="bg1">
                    <a:lumMod val="95000"/>
                  </a:schemeClr>
                </a:solidFill>
              </a:defRPr>
            </a:lvl3pPr>
            <a:lvl4pPr marL="838138" indent="-118525">
              <a:lnSpc>
                <a:spcPct val="105000"/>
              </a:lnSpc>
              <a:spcBef>
                <a:spcPts val="336"/>
              </a:spcBef>
              <a:buClr>
                <a:schemeClr val="bg1">
                  <a:lumMod val="95000"/>
                </a:schemeClr>
              </a:buClr>
              <a:defRPr sz="1400">
                <a:solidFill>
                  <a:schemeClr val="bg1">
                    <a:lumMod val="95000"/>
                  </a:schemeClr>
                </a:solidFill>
              </a:defRPr>
            </a:lvl4pPr>
            <a:lvl5pPr marL="836022" indent="0">
              <a:lnSpc>
                <a:spcPct val="105000"/>
              </a:lnSpc>
              <a:buFontTx/>
              <a:buNone/>
              <a:defRPr sz="1400" b="0">
                <a:solidFill>
                  <a:schemeClr val="bg1">
                    <a:lumMod val="9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4"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15" name="図 14"/>
          <p:cNvPicPr>
            <a:picLocks noChangeAspect="1"/>
          </p:cNvPicPr>
          <p:nvPr userDrawn="1"/>
        </p:nvPicPr>
        <p:blipFill>
          <a:blip r:embed="rId2">
            <a:biLevel thresh="25000"/>
          </a:blip>
          <a:stretch>
            <a:fillRect/>
          </a:stretch>
        </p:blipFill>
        <p:spPr bwMode="gray">
          <a:xfrm>
            <a:off x="7355325" y="6521167"/>
            <a:ext cx="2340000" cy="170112"/>
          </a:xfrm>
          <a:prstGeom prst="rect">
            <a:avLst/>
          </a:prstGeom>
        </p:spPr>
      </p:pic>
      <p:sp>
        <p:nvSpPr>
          <p:cNvPr id="7"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lvl1pPr>
              <a:defRPr>
                <a:solidFill>
                  <a:schemeClr val="bg1">
                    <a:lumMod val="95000"/>
                  </a:schemeClr>
                </a:solidFill>
              </a:defRPr>
            </a:lvl1pPr>
          </a:lstStyle>
          <a:p>
            <a:pPr lvl="0"/>
            <a:r>
              <a:rPr kumimoji="1" lang="ja-JP" altLang="en-US"/>
              <a:t>タイトルを入力</a:t>
            </a:r>
          </a:p>
        </p:txBody>
      </p:sp>
      <p:sp>
        <p:nvSpPr>
          <p:cNvPr id="8" name="正方形/長方形 7"/>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3808307267"/>
      </p:ext>
    </p:extLst>
  </p:cSld>
  <p:clrMapOvr>
    <a:masterClrMapping/>
  </p:clrMapOvr>
  <p:extLst>
    <p:ext uri="{DCECCB84-F9BA-43D5-87BE-67443E8EF086}">
      <p15:sldGuideLst xmlns:p15="http://schemas.microsoft.com/office/powerpoint/2012/main">
        <p15:guide id="5" orient="horz" pos="3853">
          <p15:clr>
            <a:srgbClr val="A4A3A4"/>
          </p15:clr>
        </p15:guide>
        <p15:guide id="6" orient="horz" pos="618">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line Only(deep)">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11" name="図 10"/>
          <p:cNvPicPr>
            <a:picLocks noChangeAspect="1"/>
          </p:cNvPicPr>
          <p:nvPr userDrawn="1"/>
        </p:nvPicPr>
        <p:blipFill>
          <a:blip r:embed="rId3">
            <a:biLevel thresh="25000"/>
          </a:blip>
          <a:stretch>
            <a:fillRect/>
          </a:stretch>
        </p:blipFill>
        <p:spPr bwMode="gray">
          <a:xfrm>
            <a:off x="7355325" y="6521167"/>
            <a:ext cx="2340000" cy="170112"/>
          </a:xfrm>
          <a:prstGeom prst="rect">
            <a:avLst/>
          </a:prstGeom>
        </p:spPr>
      </p:pic>
      <p:sp>
        <p:nvSpPr>
          <p:cNvPr id="6"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lvl1pPr>
              <a:defRPr>
                <a:solidFill>
                  <a:schemeClr val="bg1">
                    <a:lumMod val="95000"/>
                  </a:schemeClr>
                </a:solidFill>
              </a:defRPr>
            </a:lvl1pPr>
          </a:lstStyle>
          <a:p>
            <a:pPr lvl="0"/>
            <a:r>
              <a:rPr kumimoji="1" lang="ja-JP" altLang="en-US"/>
              <a:t>タイトルを入力</a:t>
            </a:r>
          </a:p>
        </p:txBody>
      </p:sp>
      <p:sp>
        <p:nvSpPr>
          <p:cNvPr id="7" name="正方形/長方形 6"/>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1840204396"/>
      </p:ext>
    </p:extLst>
  </p:cSld>
  <p:clrMapOvr>
    <a:masterClrMapping/>
  </p:clrMapOvr>
  <p:extLst>
    <p:ext uri="{DCECCB84-F9BA-43D5-87BE-67443E8EF086}">
      <p15:sldGuideLst xmlns:p15="http://schemas.microsoft.com/office/powerpoint/2012/main">
        <p15:guide id="1" orient="horz" pos="731">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line ＆ Contents(deep)">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コンテンツ プレースホルダー"/>
          <p:cNvSpPr>
            <a:spLocks noGrp="1"/>
          </p:cNvSpPr>
          <p:nvPr>
            <p:ph sz="quarter" idx="13" hasCustomPrompt="1"/>
          </p:nvPr>
        </p:nvSpPr>
        <p:spPr bwMode="gray">
          <a:xfrm>
            <a:off x="233892" y="1160463"/>
            <a:ext cx="9458854" cy="4968875"/>
          </a:xfrm>
          <a:prstGeom prst="rect">
            <a:avLst/>
          </a:prstGeom>
        </p:spPr>
        <p:txBody>
          <a:bodyPr/>
          <a:lstStyle>
            <a:lvl1pPr marL="357690" indent="-357690">
              <a:lnSpc>
                <a:spcPct val="105000"/>
              </a:lnSpc>
              <a:spcBef>
                <a:spcPts val="480"/>
              </a:spcBef>
              <a:buClr>
                <a:schemeClr val="bg1">
                  <a:lumMod val="95000"/>
                </a:schemeClr>
              </a:buClr>
              <a:buFont typeface="Wingdings" panose="05000000000000000000" pitchFamily="2" charset="2"/>
              <a:buChar char="u"/>
              <a:defRPr sz="2000">
                <a:solidFill>
                  <a:schemeClr val="bg1">
                    <a:lumMod val="95000"/>
                  </a:schemeClr>
                </a:solidFill>
              </a:defRPr>
            </a:lvl1pPr>
            <a:lvl2pPr marL="598973" indent="-241283">
              <a:lnSpc>
                <a:spcPct val="105000"/>
              </a:lnSpc>
              <a:spcBef>
                <a:spcPts val="432"/>
              </a:spcBef>
              <a:buClr>
                <a:schemeClr val="bg1">
                  <a:lumMod val="95000"/>
                </a:schemeClr>
              </a:buClr>
              <a:buFont typeface="Wingdings" panose="05000000000000000000" pitchFamily="2" charset="2"/>
              <a:buChar char="n"/>
              <a:defRPr sz="1800">
                <a:solidFill>
                  <a:schemeClr val="bg1">
                    <a:lumMod val="95000"/>
                  </a:schemeClr>
                </a:solidFill>
              </a:defRPr>
            </a:lvl2pPr>
            <a:lvl3pPr marL="723600" indent="-122400">
              <a:lnSpc>
                <a:spcPct val="105000"/>
              </a:lnSpc>
              <a:spcBef>
                <a:spcPts val="384"/>
              </a:spcBef>
              <a:buClr>
                <a:schemeClr val="bg1">
                  <a:lumMod val="95000"/>
                </a:schemeClr>
              </a:buClr>
              <a:defRPr sz="1600">
                <a:solidFill>
                  <a:schemeClr val="bg1">
                    <a:lumMod val="95000"/>
                  </a:schemeClr>
                </a:solidFill>
              </a:defRPr>
            </a:lvl3pPr>
            <a:lvl4pPr marL="838138" indent="-118525">
              <a:lnSpc>
                <a:spcPct val="105000"/>
              </a:lnSpc>
              <a:spcBef>
                <a:spcPts val="336"/>
              </a:spcBef>
              <a:buClr>
                <a:schemeClr val="bg1">
                  <a:lumMod val="95000"/>
                </a:schemeClr>
              </a:buClr>
              <a:defRPr sz="1400">
                <a:solidFill>
                  <a:schemeClr val="bg1">
                    <a:lumMod val="95000"/>
                  </a:schemeClr>
                </a:solidFill>
              </a:defRPr>
            </a:lvl4pPr>
            <a:lvl5pPr marL="836022" indent="0">
              <a:lnSpc>
                <a:spcPct val="105000"/>
              </a:lnSpc>
              <a:buFontTx/>
              <a:buNone/>
              <a:defRPr sz="1400" b="0">
                <a:solidFill>
                  <a:schemeClr val="bg1">
                    <a:lumMod val="9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3"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14" name="図 13"/>
          <p:cNvPicPr>
            <a:picLocks noChangeAspect="1"/>
          </p:cNvPicPr>
          <p:nvPr userDrawn="1"/>
        </p:nvPicPr>
        <p:blipFill>
          <a:blip r:embed="rId3">
            <a:biLevel thresh="25000"/>
          </a:blip>
          <a:stretch>
            <a:fillRect/>
          </a:stretch>
        </p:blipFill>
        <p:spPr bwMode="gray">
          <a:xfrm>
            <a:off x="7355325" y="6521167"/>
            <a:ext cx="2340000" cy="170112"/>
          </a:xfrm>
          <a:prstGeom prst="rect">
            <a:avLst/>
          </a:prstGeom>
        </p:spPr>
      </p:pic>
      <p:sp>
        <p:nvSpPr>
          <p:cNvPr id="7"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lvl1pPr>
              <a:defRPr>
                <a:solidFill>
                  <a:schemeClr val="bg1">
                    <a:lumMod val="95000"/>
                  </a:schemeClr>
                </a:solidFill>
              </a:defRPr>
            </a:lvl1pPr>
          </a:lstStyle>
          <a:p>
            <a:pPr lvl="0"/>
            <a:r>
              <a:rPr kumimoji="1" lang="ja-JP" altLang="en-US"/>
              <a:t>タイトルを入力</a:t>
            </a:r>
          </a:p>
        </p:txBody>
      </p:sp>
      <p:sp>
        <p:nvSpPr>
          <p:cNvPr id="8" name="正方形/長方形 7"/>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1996602970"/>
      </p:ext>
    </p:extLst>
  </p:cSld>
  <p:clrMapOvr>
    <a:masterClrMapping/>
  </p:clrMapOvr>
  <p:extLst>
    <p:ext uri="{DCECCB84-F9BA-43D5-87BE-67443E8EF086}">
      <p15:sldGuideLst xmlns:p15="http://schemas.microsoft.com/office/powerpoint/2012/main">
        <p15:guide id="6" orient="horz" pos="3861">
          <p15:clr>
            <a:srgbClr val="A4A3A4"/>
          </p15:clr>
        </p15:guide>
        <p15:guide id="7" orient="horz" pos="731">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ad line &amp; Contents(deep)">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コンテンツ プレースホルダー"/>
          <p:cNvSpPr>
            <a:spLocks noGrp="1"/>
          </p:cNvSpPr>
          <p:nvPr>
            <p:ph sz="quarter" idx="13" hasCustomPrompt="1"/>
          </p:nvPr>
        </p:nvSpPr>
        <p:spPr bwMode="gray">
          <a:xfrm>
            <a:off x="233892" y="2032610"/>
            <a:ext cx="9458854" cy="4096728"/>
          </a:xfrm>
          <a:prstGeom prst="rect">
            <a:avLst/>
          </a:prstGeom>
        </p:spPr>
        <p:txBody>
          <a:bodyPr/>
          <a:lstStyle>
            <a:lvl1pPr marL="357690" indent="-357690">
              <a:lnSpc>
                <a:spcPct val="105000"/>
              </a:lnSpc>
              <a:spcBef>
                <a:spcPts val="480"/>
              </a:spcBef>
              <a:buClr>
                <a:schemeClr val="bg1">
                  <a:lumMod val="95000"/>
                </a:schemeClr>
              </a:buClr>
              <a:buFont typeface="Wingdings" panose="05000000000000000000" pitchFamily="2" charset="2"/>
              <a:buChar char="u"/>
              <a:defRPr sz="2000">
                <a:solidFill>
                  <a:schemeClr val="bg1">
                    <a:lumMod val="95000"/>
                  </a:schemeClr>
                </a:solidFill>
              </a:defRPr>
            </a:lvl1pPr>
            <a:lvl2pPr marL="598973" indent="-241283">
              <a:lnSpc>
                <a:spcPct val="105000"/>
              </a:lnSpc>
              <a:spcBef>
                <a:spcPts val="432"/>
              </a:spcBef>
              <a:buClr>
                <a:schemeClr val="bg1">
                  <a:lumMod val="95000"/>
                </a:schemeClr>
              </a:buClr>
              <a:buFont typeface="Wingdings" panose="05000000000000000000" pitchFamily="2" charset="2"/>
              <a:buChar char="n"/>
              <a:defRPr sz="1800">
                <a:solidFill>
                  <a:schemeClr val="bg1">
                    <a:lumMod val="95000"/>
                  </a:schemeClr>
                </a:solidFill>
              </a:defRPr>
            </a:lvl2pPr>
            <a:lvl3pPr marL="723600" indent="-122400">
              <a:lnSpc>
                <a:spcPct val="105000"/>
              </a:lnSpc>
              <a:spcBef>
                <a:spcPts val="384"/>
              </a:spcBef>
              <a:buClr>
                <a:schemeClr val="bg1">
                  <a:lumMod val="95000"/>
                </a:schemeClr>
              </a:buClr>
              <a:defRPr sz="1600">
                <a:solidFill>
                  <a:schemeClr val="bg1">
                    <a:lumMod val="95000"/>
                  </a:schemeClr>
                </a:solidFill>
              </a:defRPr>
            </a:lvl3pPr>
            <a:lvl4pPr marL="838138" indent="-118525">
              <a:lnSpc>
                <a:spcPct val="105000"/>
              </a:lnSpc>
              <a:spcBef>
                <a:spcPts val="336"/>
              </a:spcBef>
              <a:buClr>
                <a:schemeClr val="bg1">
                  <a:lumMod val="95000"/>
                </a:schemeClr>
              </a:buClr>
              <a:defRPr sz="1400">
                <a:solidFill>
                  <a:schemeClr val="bg1">
                    <a:lumMod val="95000"/>
                  </a:schemeClr>
                </a:solidFill>
              </a:defRPr>
            </a:lvl4pPr>
            <a:lvl5pPr marL="836022" indent="0">
              <a:lnSpc>
                <a:spcPct val="105000"/>
              </a:lnSpc>
              <a:buFontTx/>
              <a:buNone/>
              <a:defRPr sz="1400" b="0">
                <a:solidFill>
                  <a:schemeClr val="bg1">
                    <a:lumMod val="95000"/>
                  </a:schemeClr>
                </a:solidFill>
              </a:defRPr>
            </a:lvl5pPr>
          </a:lstStyle>
          <a:p>
            <a:pPr lvl="0"/>
            <a:r>
              <a:rPr kumimoji="1" lang="ja-JP" altLang="en-US"/>
              <a:t>本文を入力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文章を入力</a:t>
            </a:r>
            <a:endParaRPr kumimoji="1" lang="en-US" altLang="ja-JP"/>
          </a:p>
        </p:txBody>
      </p:sp>
      <p:sp>
        <p:nvSpPr>
          <p:cNvPr id="17"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18" name="図 17"/>
          <p:cNvPicPr>
            <a:picLocks noChangeAspect="1"/>
          </p:cNvPicPr>
          <p:nvPr userDrawn="1"/>
        </p:nvPicPr>
        <p:blipFill>
          <a:blip r:embed="rId3">
            <a:biLevel thresh="25000"/>
          </a:blip>
          <a:stretch>
            <a:fillRect/>
          </a:stretch>
        </p:blipFill>
        <p:spPr bwMode="gray">
          <a:xfrm>
            <a:off x="7355325" y="6521167"/>
            <a:ext cx="2340000" cy="170112"/>
          </a:xfrm>
          <a:prstGeom prst="rect">
            <a:avLst/>
          </a:prstGeom>
        </p:spPr>
      </p:pic>
      <p:sp>
        <p:nvSpPr>
          <p:cNvPr id="8" name="テキスト プレースホルダー 3"/>
          <p:cNvSpPr>
            <a:spLocks noGrp="1"/>
          </p:cNvSpPr>
          <p:nvPr>
            <p:ph type="body" sz="quarter" idx="14" hasCustomPrompt="1"/>
          </p:nvPr>
        </p:nvSpPr>
        <p:spPr>
          <a:xfrm>
            <a:off x="233892" y="1053994"/>
            <a:ext cx="9458854" cy="743659"/>
          </a:xfrm>
        </p:spPr>
        <p:txBody>
          <a:bodyPr anchor="ctr"/>
          <a:lstStyle>
            <a:lvl1pPr marL="0" indent="0">
              <a:lnSpc>
                <a:spcPct val="110000"/>
              </a:lnSpc>
              <a:spcBef>
                <a:spcPts val="100"/>
              </a:spcBef>
              <a:buFontTx/>
              <a:buNone/>
              <a:defRPr sz="2200">
                <a:solidFill>
                  <a:schemeClr val="bg1">
                    <a:lumMod val="95000"/>
                  </a:schemeClr>
                </a:solidFill>
              </a:defRPr>
            </a:lvl1pPr>
            <a:lvl2pPr marL="355557" indent="0">
              <a:buFontTx/>
              <a:buNone/>
              <a:defRPr sz="2600"/>
            </a:lvl2pPr>
            <a:lvl3pPr marL="598942" indent="0">
              <a:buFontTx/>
              <a:buNone/>
              <a:defRPr sz="2600"/>
            </a:lvl3pPr>
            <a:lvl4pPr marL="719578" indent="0">
              <a:buFontTx/>
              <a:buNone/>
              <a:defRPr sz="2600"/>
            </a:lvl4pPr>
            <a:lvl5pPr marL="835982" indent="0">
              <a:buFontTx/>
              <a:buNone/>
              <a:defRPr sz="2600"/>
            </a:lvl5pPr>
          </a:lstStyle>
          <a:p>
            <a:pPr lvl="0"/>
            <a:r>
              <a:rPr kumimoji="1" lang="ja-JP" altLang="en-US"/>
              <a:t>リード文が１行・２行ともにこのレイアウトで入力</a:t>
            </a:r>
          </a:p>
        </p:txBody>
      </p:sp>
      <p:sp>
        <p:nvSpPr>
          <p:cNvPr id="9" name="タイトル プレースホルダー"/>
          <p:cNvSpPr>
            <a:spLocks noGrp="1"/>
          </p:cNvSpPr>
          <p:nvPr>
            <p:ph type="title" hasCustomPrompt="1"/>
          </p:nvPr>
        </p:nvSpPr>
        <p:spPr bwMode="gray">
          <a:xfrm>
            <a:off x="233893" y="204598"/>
            <a:ext cx="9461433" cy="614438"/>
          </a:xfrm>
          <a:prstGeom prst="rect">
            <a:avLst/>
          </a:prstGeom>
        </p:spPr>
        <p:txBody>
          <a:bodyPr wrap="square" anchor="ctr">
            <a:noAutofit/>
          </a:bodyPr>
          <a:lstStyle>
            <a:lvl1pPr>
              <a:defRPr>
                <a:solidFill>
                  <a:schemeClr val="bg1">
                    <a:lumMod val="95000"/>
                  </a:schemeClr>
                </a:solidFill>
              </a:defRPr>
            </a:lvl1pPr>
          </a:lstStyle>
          <a:p>
            <a:pPr lvl="0"/>
            <a:r>
              <a:rPr kumimoji="1" lang="ja-JP" altLang="en-US"/>
              <a:t>タイトルを入力</a:t>
            </a:r>
          </a:p>
        </p:txBody>
      </p:sp>
      <p:sp>
        <p:nvSpPr>
          <p:cNvPr id="10" name="正方形/長方形 9"/>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1519682856"/>
      </p:ext>
    </p:extLst>
  </p:cSld>
  <p:clrMapOvr>
    <a:masterClrMapping/>
  </p:clrMapOvr>
  <p:extLst>
    <p:ext uri="{DCECCB84-F9BA-43D5-87BE-67443E8EF086}">
      <p15:sldGuideLst xmlns:p15="http://schemas.microsoft.com/office/powerpoint/2012/main">
        <p15:guide id="1" orient="horz" pos="1275">
          <p15:clr>
            <a:srgbClr val="A4A3A4"/>
          </p15:clr>
        </p15:guide>
        <p15:guide id="3" orient="horz" pos="3861">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deep)">
    <p:bg bwMode="ltGray">
      <p:bgPr>
        <a:solidFill>
          <a:srgbClr val="191919"/>
        </a:solidFill>
        <a:effectLst/>
      </p:bgPr>
    </p:bg>
    <p:spTree>
      <p:nvGrpSpPr>
        <p:cNvPr id="1" name=""/>
        <p:cNvGrpSpPr/>
        <p:nvPr/>
      </p:nvGrpSpPr>
      <p:grpSpPr>
        <a:xfrm>
          <a:off x="0" y="0"/>
          <a:ext cx="0" cy="0"/>
          <a:chOff x="0" y="0"/>
          <a:chExt cx="0" cy="0"/>
        </a:xfrm>
      </p:grpSpPr>
      <p:sp>
        <p:nvSpPr>
          <p:cNvPr id="5" name="PageNumber"/>
          <p:cNvSpPr txBox="1"/>
          <p:nvPr userDrawn="1"/>
        </p:nvSpPr>
        <p:spPr bwMode="gray">
          <a:xfrm>
            <a:off x="150781" y="6452622"/>
            <a:ext cx="374339" cy="307200"/>
          </a:xfrm>
          <a:prstGeom prst="rect">
            <a:avLst/>
          </a:prstGeom>
          <a:noFill/>
        </p:spPr>
        <p:txBody>
          <a:bodyPr wrap="square" lIns="90000" tIns="0" rIns="0" bIns="0" rtlCol="0" anchor="ctr" anchorCtr="0">
            <a:noAutofit/>
          </a:bodyPr>
          <a:lstStyle>
            <a:defPPr>
              <a:defRPr lang="ja-JP"/>
            </a:defPPr>
            <a:lvl1pPr fontAlgn="base">
              <a:spcBef>
                <a:spcPct val="0"/>
              </a:spcBef>
              <a:spcAft>
                <a:spcPct val="0"/>
              </a:spcAft>
              <a:defRPr sz="1000" b="0" baseline="0">
                <a:solidFill>
                  <a:schemeClr val="bg1">
                    <a:lumMod val="95000"/>
                  </a:schemeClr>
                </a:solidFill>
              </a:defRPr>
            </a:lvl1pPr>
          </a:lstStyle>
          <a:p>
            <a:pPr lvl="0"/>
            <a:fld id="{8BB99341-3773-4AA0-9F9D-94F83AE5E06F}" type="slidenum">
              <a:rPr lang="en-US" altLang="ja-JP" sz="1000" smtClean="0"/>
              <a:pPr lvl="0"/>
              <a:t>‹#›</a:t>
            </a:fld>
            <a:endParaRPr lang="en-US" altLang="ja-JP" sz="1000"/>
          </a:p>
        </p:txBody>
      </p:sp>
      <p:pic>
        <p:nvPicPr>
          <p:cNvPr id="8" name="図 7"/>
          <p:cNvPicPr>
            <a:picLocks noChangeAspect="1"/>
          </p:cNvPicPr>
          <p:nvPr userDrawn="1"/>
        </p:nvPicPr>
        <p:blipFill>
          <a:blip r:embed="rId2">
            <a:biLevel thresh="25000"/>
          </a:blip>
          <a:stretch>
            <a:fillRect/>
          </a:stretch>
        </p:blipFill>
        <p:spPr bwMode="gray">
          <a:xfrm>
            <a:off x="7355325" y="6521167"/>
            <a:ext cx="2340000" cy="170112"/>
          </a:xfrm>
          <a:prstGeom prst="rect">
            <a:avLst/>
          </a:prstGeom>
        </p:spPr>
      </p:pic>
      <p:sp>
        <p:nvSpPr>
          <p:cNvPr id="6" name="正方形/長方形 5"/>
          <p:cNvSpPr/>
          <p:nvPr userDrawn="1"/>
        </p:nvSpPr>
        <p:spPr bwMode="gray">
          <a:xfrm>
            <a:off x="0" y="6795600"/>
            <a:ext cx="9906000" cy="62400"/>
          </a:xfrm>
          <a:prstGeom prst="rect">
            <a:avLst/>
          </a:prstGeom>
          <a:gradFill flip="none" rotWithShape="1">
            <a:gsLst>
              <a:gs pos="0">
                <a:srgbClr val="A0D8AD"/>
              </a:gs>
              <a:gs pos="10000">
                <a:srgbClr val="65B3A4"/>
              </a:gs>
              <a:gs pos="65000">
                <a:schemeClr val="tx2"/>
              </a:gs>
            </a:gsLst>
            <a:lin ang="10800000" scaled="0"/>
            <a:tileRect/>
          </a:gra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b="1">
              <a:latin typeface="+mj-ea"/>
              <a:ea typeface="+mj-ea"/>
            </a:endParaRPr>
          </a:p>
        </p:txBody>
      </p:sp>
    </p:spTree>
    <p:extLst>
      <p:ext uri="{BB962C8B-B14F-4D97-AF65-F5344CB8AC3E}">
        <p14:creationId xmlns:p14="http://schemas.microsoft.com/office/powerpoint/2010/main" val="22883253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Purpose_B">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619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rporate Mark">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0" name="グループ化 9"/>
          <p:cNvGrpSpPr/>
          <p:nvPr userDrawn="1"/>
        </p:nvGrpSpPr>
        <p:grpSpPr>
          <a:xfrm>
            <a:off x="8693735" y="6971177"/>
            <a:ext cx="1138260" cy="460398"/>
            <a:chOff x="8303938" y="5228387"/>
            <a:chExt cx="788026" cy="345299"/>
          </a:xfrm>
        </p:grpSpPr>
        <p:grpSp>
          <p:nvGrpSpPr>
            <p:cNvPr id="11" name="グループ化 10"/>
            <p:cNvGrpSpPr/>
            <p:nvPr userDrawn="1"/>
          </p:nvGrpSpPr>
          <p:grpSpPr>
            <a:xfrm>
              <a:off x="8303938" y="5228387"/>
              <a:ext cx="788026" cy="161583"/>
              <a:chOff x="8303938" y="-416763"/>
              <a:chExt cx="788026" cy="161583"/>
            </a:xfrm>
          </p:grpSpPr>
          <p:sp>
            <p:nvSpPr>
              <p:cNvPr id="17" name="正方形/長方形 16"/>
              <p:cNvSpPr/>
              <p:nvPr userDrawn="1"/>
            </p:nvSpPr>
            <p:spPr bwMode="auto">
              <a:xfrm>
                <a:off x="8303938" y="-402477"/>
                <a:ext cx="140654" cy="140652"/>
              </a:xfrm>
              <a:prstGeom prst="rect">
                <a:avLst/>
              </a:prstGeom>
              <a:solidFill>
                <a:srgbClr val="002B62"/>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b="1">
                  <a:latin typeface="+mj-ea"/>
                  <a:ea typeface="+mj-ea"/>
                </a:endParaRPr>
              </a:p>
            </p:txBody>
          </p:sp>
          <p:sp>
            <p:nvSpPr>
              <p:cNvPr id="18" name="テキスト ボックス 17"/>
              <p:cNvSpPr txBox="1"/>
              <p:nvPr userDrawn="1"/>
            </p:nvSpPr>
            <p:spPr>
              <a:xfrm>
                <a:off x="8477151" y="-416763"/>
                <a:ext cx="614813" cy="161583"/>
              </a:xfrm>
              <a:prstGeom prst="rect">
                <a:avLst/>
              </a:prstGeom>
              <a:noFill/>
            </p:spPr>
            <p:txBody>
              <a:bodyPr wrap="none" lIns="0" rIns="0" rtlCol="0">
                <a:spAutoFit/>
              </a:bodyPr>
              <a:lstStyle/>
              <a:p>
                <a:pPr algn="l"/>
                <a:r>
                  <a:rPr kumimoji="1" lang="en-US" altLang="ja-JP" sz="800" b="0">
                    <a:solidFill>
                      <a:schemeClr val="tx1">
                        <a:lumMod val="75000"/>
                        <a:lumOff val="25000"/>
                      </a:schemeClr>
                    </a:solidFill>
                    <a:latin typeface="+mj-ea"/>
                    <a:ea typeface="+mj-ea"/>
                  </a:rPr>
                  <a:t>Orchestrating </a:t>
                </a:r>
                <a:r>
                  <a:rPr kumimoji="1" lang="en-US" altLang="ja-JP" sz="800" b="0" baseline="0">
                    <a:solidFill>
                      <a:schemeClr val="tx1">
                        <a:lumMod val="75000"/>
                        <a:lumOff val="25000"/>
                      </a:schemeClr>
                    </a:solidFill>
                    <a:latin typeface="+mj-ea"/>
                    <a:ea typeface="+mj-ea"/>
                  </a:rPr>
                  <a:t>Blue</a:t>
                </a:r>
                <a:endParaRPr kumimoji="1" lang="ja-JP" altLang="en-US" sz="800" b="0">
                  <a:solidFill>
                    <a:schemeClr val="tx1">
                      <a:lumMod val="75000"/>
                      <a:lumOff val="25000"/>
                    </a:schemeClr>
                  </a:solidFill>
                  <a:latin typeface="+mj-ea"/>
                  <a:ea typeface="+mj-ea"/>
                </a:endParaRPr>
              </a:p>
            </p:txBody>
          </p:sp>
        </p:grpSp>
        <p:grpSp>
          <p:nvGrpSpPr>
            <p:cNvPr id="12" name="グループ化 11"/>
            <p:cNvGrpSpPr/>
            <p:nvPr userDrawn="1"/>
          </p:nvGrpSpPr>
          <p:grpSpPr>
            <a:xfrm>
              <a:off x="8303999" y="5412103"/>
              <a:ext cx="693635" cy="161583"/>
              <a:chOff x="8303999" y="-233047"/>
              <a:chExt cx="693635" cy="161583"/>
            </a:xfrm>
          </p:grpSpPr>
          <p:sp>
            <p:nvSpPr>
              <p:cNvPr id="15" name="正方形/長方形 14"/>
              <p:cNvSpPr/>
              <p:nvPr userDrawn="1"/>
            </p:nvSpPr>
            <p:spPr bwMode="auto">
              <a:xfrm>
                <a:off x="8303999" y="-218702"/>
                <a:ext cx="141120" cy="141120"/>
              </a:xfrm>
              <a:prstGeom prst="rect">
                <a:avLst/>
              </a:prstGeom>
              <a:solidFill>
                <a:srgbClr val="EB6E00"/>
              </a:solidFill>
              <a:ln>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b="1">
                  <a:latin typeface="+mj-ea"/>
                  <a:ea typeface="+mj-ea"/>
                </a:endParaRPr>
              </a:p>
            </p:txBody>
          </p:sp>
          <p:sp>
            <p:nvSpPr>
              <p:cNvPr id="16" name="テキスト ボックス 15"/>
              <p:cNvSpPr txBox="1"/>
              <p:nvPr userDrawn="1"/>
            </p:nvSpPr>
            <p:spPr>
              <a:xfrm>
                <a:off x="8477151" y="-233047"/>
                <a:ext cx="520483" cy="161583"/>
              </a:xfrm>
              <a:prstGeom prst="rect">
                <a:avLst/>
              </a:prstGeom>
              <a:noFill/>
            </p:spPr>
            <p:txBody>
              <a:bodyPr wrap="none" lIns="0" rIns="0" rtlCol="0">
                <a:spAutoFit/>
              </a:bodyPr>
              <a:lstStyle/>
              <a:p>
                <a:pPr algn="l"/>
                <a:r>
                  <a:rPr kumimoji="1" lang="en-US" altLang="ja-JP" sz="800" b="0">
                    <a:solidFill>
                      <a:schemeClr val="tx1">
                        <a:lumMod val="75000"/>
                        <a:lumOff val="25000"/>
                      </a:schemeClr>
                    </a:solidFill>
                    <a:latin typeface="+mj-ea"/>
                    <a:ea typeface="+mj-ea"/>
                  </a:rPr>
                  <a:t>Brighter</a:t>
                </a:r>
                <a:r>
                  <a:rPr kumimoji="1" lang="en-US" altLang="ja-JP" sz="800" b="0" baseline="0">
                    <a:solidFill>
                      <a:schemeClr val="tx1">
                        <a:lumMod val="75000"/>
                        <a:lumOff val="25000"/>
                      </a:schemeClr>
                    </a:solidFill>
                    <a:latin typeface="+mj-ea"/>
                    <a:ea typeface="+mj-ea"/>
                  </a:rPr>
                  <a:t> </a:t>
                </a:r>
                <a:r>
                  <a:rPr kumimoji="1" lang="en-US" altLang="ja-JP" sz="800" b="0">
                    <a:solidFill>
                      <a:schemeClr val="tx1">
                        <a:lumMod val="75000"/>
                        <a:lumOff val="25000"/>
                      </a:schemeClr>
                    </a:solidFill>
                    <a:latin typeface="+mj-ea"/>
                    <a:ea typeface="+mj-ea"/>
                  </a:rPr>
                  <a:t>Orange</a:t>
                </a:r>
                <a:endParaRPr kumimoji="1" lang="ja-JP" altLang="en-US" sz="800" b="0">
                  <a:solidFill>
                    <a:schemeClr val="tx1">
                      <a:lumMod val="75000"/>
                      <a:lumOff val="25000"/>
                    </a:schemeClr>
                  </a:solidFill>
                  <a:latin typeface="+mj-ea"/>
                  <a:ea typeface="+mj-ea"/>
                </a:endParaRPr>
              </a:p>
            </p:txBody>
          </p:sp>
        </p:grpSp>
      </p:grpSp>
    </p:spTree>
    <p:extLst>
      <p:ext uri="{BB962C8B-B14F-4D97-AF65-F5344CB8AC3E}">
        <p14:creationId xmlns:p14="http://schemas.microsoft.com/office/powerpoint/2010/main" val="1704073209"/>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3261897"/>
            <a:ext cx="8420100" cy="338554"/>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37"/>
          <p:cNvSpPr>
            <a:spLocks noChangeArrowheads="1"/>
          </p:cNvSpPr>
          <p:nvPr userDrawn="1"/>
        </p:nvSpPr>
        <p:spPr bwMode="auto">
          <a:xfrm>
            <a:off x="9307042" y="6585235"/>
            <a:ext cx="594197"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b="0" smtClean="0">
                <a:solidFill>
                  <a:srgbClr val="003C2C"/>
                </a:solidFill>
              </a:rPr>
              <a:pPr algn="r" eaLnBrk="1" hangingPunct="1">
                <a:lnSpc>
                  <a:spcPts val="2100"/>
                </a:lnSpc>
                <a:spcBef>
                  <a:spcPct val="0"/>
                </a:spcBef>
                <a:buClrTx/>
                <a:buFontTx/>
                <a:buNone/>
              </a:pPr>
              <a:t>‹#›</a:t>
            </a:fld>
            <a:r>
              <a:rPr lang="en-US" altLang="ja-JP" sz="1100" b="0">
                <a:solidFill>
                  <a:srgbClr val="003C2C"/>
                </a:solidFill>
              </a:rPr>
              <a:t>/13</a:t>
            </a:r>
          </a:p>
        </p:txBody>
      </p:sp>
    </p:spTree>
    <p:extLst>
      <p:ext uri="{BB962C8B-B14F-4D97-AF65-F5344CB8AC3E}">
        <p14:creationId xmlns:p14="http://schemas.microsoft.com/office/powerpoint/2010/main" val="6932658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7"/>
          <p:cNvSpPr>
            <a:spLocks noChangeArrowheads="1"/>
          </p:cNvSpPr>
          <p:nvPr userDrawn="1"/>
        </p:nvSpPr>
        <p:spPr bwMode="auto">
          <a:xfrm>
            <a:off x="9307042" y="6585235"/>
            <a:ext cx="594197"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b="0" smtClean="0">
                <a:solidFill>
                  <a:srgbClr val="003C2C"/>
                </a:solidFill>
              </a:rPr>
              <a:pPr algn="r" eaLnBrk="1" hangingPunct="1">
                <a:lnSpc>
                  <a:spcPts val="2100"/>
                </a:lnSpc>
                <a:spcBef>
                  <a:spcPct val="0"/>
                </a:spcBef>
                <a:buClrTx/>
                <a:buFontTx/>
                <a:buNone/>
              </a:pPr>
              <a:t>‹#›</a:t>
            </a:fld>
            <a:r>
              <a:rPr lang="en-US" altLang="ja-JP" sz="1100" b="0">
                <a:solidFill>
                  <a:srgbClr val="003C2C"/>
                </a:solidFill>
              </a:rPr>
              <a:t>/14</a:t>
            </a:r>
          </a:p>
        </p:txBody>
      </p:sp>
    </p:spTree>
    <p:extLst>
      <p:ext uri="{BB962C8B-B14F-4D97-AF65-F5344CB8AC3E}">
        <p14:creationId xmlns:p14="http://schemas.microsoft.com/office/powerpoint/2010/main" val="167032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31"/>
            <a:ext cx="8420100" cy="615553"/>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extLst>
      <p:ext uri="{BB962C8B-B14F-4D97-AF65-F5344CB8AC3E}">
        <p14:creationId xmlns:p14="http://schemas.microsoft.com/office/powerpoint/2010/main" val="2700459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350838" y="885825"/>
            <a:ext cx="4523052" cy="5354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5038990" y="885825"/>
            <a:ext cx="4524772" cy="5354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7"/>
          <p:cNvSpPr>
            <a:spLocks noChangeArrowheads="1"/>
          </p:cNvSpPr>
          <p:nvPr userDrawn="1"/>
        </p:nvSpPr>
        <p:spPr bwMode="auto">
          <a:xfrm>
            <a:off x="9255746" y="6585235"/>
            <a:ext cx="645493" cy="26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36000" bIns="0" anchor="ctr">
            <a:spAutoFit/>
          </a:bodyPr>
          <a:lstStyle>
            <a:lvl1pPr eaLnBrk="0" hangingPunct="0">
              <a:lnSpc>
                <a:spcPct val="125000"/>
              </a:lnSpc>
              <a:spcBef>
                <a:spcPct val="80000"/>
              </a:spcBef>
              <a:buClr>
                <a:srgbClr val="003C2C"/>
              </a:buClr>
              <a:buFont typeface="Wingdings" pitchFamily="2" charset="2"/>
              <a:buChar char="l"/>
              <a:defRPr kumimoji="1">
                <a:solidFill>
                  <a:schemeClr val="tx1"/>
                </a:solidFill>
                <a:latin typeface="ＭＳ Ｐゴシック" pitchFamily="50" charset="-128"/>
                <a:ea typeface="ＭＳ Ｐゴシック" pitchFamily="50" charset="-128"/>
              </a:defRPr>
            </a:lvl1pPr>
            <a:lvl2pPr marL="742950" indent="-285750" eaLnBrk="0" hangingPunct="0">
              <a:lnSpc>
                <a:spcPct val="125000"/>
              </a:lnSpc>
              <a:spcBef>
                <a:spcPct val="20000"/>
              </a:spcBef>
              <a:buClr>
                <a:srgbClr val="A8D435"/>
              </a:buClr>
              <a:buSzPct val="90000"/>
              <a:buFont typeface="Wingdings" pitchFamily="2" charset="2"/>
              <a:buChar char="l"/>
              <a:defRPr kumimoji="1" sz="1600">
                <a:solidFill>
                  <a:schemeClr val="tx1"/>
                </a:solidFill>
                <a:latin typeface="ＭＳ Ｐゴシック" pitchFamily="50" charset="-128"/>
                <a:ea typeface="ＭＳ Ｐゴシック" pitchFamily="50" charset="-128"/>
              </a:defRPr>
            </a:lvl2pPr>
            <a:lvl3pPr marL="1143000" indent="-228600" eaLnBrk="0" hangingPunct="0">
              <a:lnSpc>
                <a:spcPct val="125000"/>
              </a:lnSpc>
              <a:spcBef>
                <a:spcPct val="20000"/>
              </a:spcBef>
              <a:buClr>
                <a:srgbClr val="A2A2A2"/>
              </a:buClr>
              <a:buSzPct val="70000"/>
              <a:buFont typeface="Wingdings" pitchFamily="2" charset="2"/>
              <a:defRPr kumimoji="1" sz="1600">
                <a:solidFill>
                  <a:schemeClr val="tx1"/>
                </a:solidFill>
                <a:latin typeface="ＭＳ Ｐゴシック" pitchFamily="50" charset="-128"/>
                <a:ea typeface="ＭＳ Ｐゴシック" pitchFamily="50" charset="-128"/>
              </a:defRPr>
            </a:lvl3pPr>
            <a:lvl4pPr marL="1600200" indent="-228600" eaLnBrk="0" fontAlgn="ctr" hangingPunct="0">
              <a:lnSpc>
                <a:spcPct val="125000"/>
              </a:lnSpc>
              <a:spcBef>
                <a:spcPct val="20000"/>
              </a:spcBef>
              <a:buClr>
                <a:srgbClr val="A2A2A2"/>
              </a:buClr>
              <a:buSzPct val="70000"/>
              <a:buFont typeface="Wingdings" pitchFamily="2" charset="2"/>
              <a:buChar char="l"/>
              <a:defRPr kumimoji="1" sz="1400">
                <a:solidFill>
                  <a:schemeClr val="tx1"/>
                </a:solidFill>
                <a:latin typeface="ＭＳ Ｐゴシック" pitchFamily="50" charset="-128"/>
                <a:ea typeface="ＭＳ Ｐゴシック" pitchFamily="50" charset="-128"/>
              </a:defRPr>
            </a:lvl4pPr>
            <a:lvl5pPr marL="2057400" indent="-228600" eaLnBrk="0" fontAlgn="ctr" hangingPunct="0">
              <a:lnSpc>
                <a:spcPct val="125000"/>
              </a:lnSpc>
              <a:spcBef>
                <a:spcPct val="20000"/>
              </a:spcBef>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ＭＳ Ｐゴシック" pitchFamily="50" charset="-128"/>
                <a:ea typeface="ＭＳ Ｐゴシック" pitchFamily="50" charset="-128"/>
              </a:defRPr>
            </a:lvl9pPr>
          </a:lstStyle>
          <a:p>
            <a:pPr algn="r" eaLnBrk="1" hangingPunct="1">
              <a:lnSpc>
                <a:spcPts val="2100"/>
              </a:lnSpc>
              <a:spcBef>
                <a:spcPct val="0"/>
              </a:spcBef>
              <a:buClrTx/>
              <a:buFontTx/>
              <a:buNone/>
            </a:pPr>
            <a:fld id="{57D2BA62-90CD-436E-879D-52A7FE85579A}" type="slidenum">
              <a:rPr lang="en-US" altLang="ja-JP" sz="1800" b="0" smtClean="0">
                <a:solidFill>
                  <a:srgbClr val="003C2C"/>
                </a:solidFill>
              </a:rPr>
              <a:pPr algn="r" eaLnBrk="1" hangingPunct="1">
                <a:lnSpc>
                  <a:spcPts val="2100"/>
                </a:lnSpc>
                <a:spcBef>
                  <a:spcPct val="0"/>
                </a:spcBef>
                <a:buClrTx/>
                <a:buFontTx/>
                <a:buNone/>
              </a:pPr>
              <a:t>‹#›</a:t>
            </a:fld>
            <a:r>
              <a:rPr lang="en-US" altLang="ja-JP" sz="1100" b="0">
                <a:solidFill>
                  <a:srgbClr val="003C2C"/>
                </a:solidFill>
              </a:rPr>
              <a:t>/</a:t>
            </a:r>
            <a:r>
              <a:rPr lang="ja-JP" altLang="en-US" sz="1100" b="0">
                <a:solidFill>
                  <a:srgbClr val="003C2C"/>
                </a:solidFill>
              </a:rPr>
              <a:t>１３</a:t>
            </a:r>
            <a:endParaRPr lang="en-US" altLang="ja-JP" sz="1100" b="0">
              <a:solidFill>
                <a:srgbClr val="003C2C"/>
              </a:solidFill>
            </a:endParaRPr>
          </a:p>
        </p:txBody>
      </p:sp>
    </p:spTree>
    <p:extLst>
      <p:ext uri="{BB962C8B-B14F-4D97-AF65-F5344CB8AC3E}">
        <p14:creationId xmlns:p14="http://schemas.microsoft.com/office/powerpoint/2010/main" val="13267775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1079084"/>
            <a:ext cx="8915400" cy="338554"/>
          </a:xfr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8535668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2159774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967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1127353"/>
            <a:ext cx="3259006" cy="307777"/>
          </a:xfrm>
        </p:spPr>
        <p:txBody>
          <a:bodyPr/>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872972" y="27308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395202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5059591"/>
            <a:ext cx="5943600" cy="307777"/>
          </a:xfrm>
        </p:spPr>
        <p:txBody>
          <a:bodyPr/>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26358375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6332125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60962" y="422275"/>
            <a:ext cx="506844" cy="5818188"/>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350854" y="422275"/>
            <a:ext cx="6745023" cy="581818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4329418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表紙_SMBC">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a:extLst>
              <a:ext uri="{FF2B5EF4-FFF2-40B4-BE49-F238E27FC236}">
                <a16:creationId xmlns:a16="http://schemas.microsoft.com/office/drawing/2014/main" id="{87B804FF-6CBC-4C5B-9682-595AFEFAB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ライン">
            <a:extLst>
              <a:ext uri="{FF2B5EF4-FFF2-40B4-BE49-F238E27FC236}">
                <a16:creationId xmlns:a16="http://schemas.microsoft.com/office/drawing/2014/main" id="{4775652E-C438-4629-94F0-6BF4437E1B21}"/>
              </a:ext>
            </a:extLst>
          </p:cNvPr>
          <p:cNvCxnSpPr>
            <a:cxnSpLocks noChangeShapeType="1"/>
          </p:cNvCxnSpPr>
          <p:nvPr/>
        </p:nvCxnSpPr>
        <p:spPr bwMode="auto">
          <a:xfrm>
            <a:off x="3783013" y="2873375"/>
            <a:ext cx="6122987" cy="0"/>
          </a:xfrm>
          <a:prstGeom prst="line">
            <a:avLst/>
          </a:prstGeom>
          <a:noFill/>
          <a:ln w="19050" algn="ctr">
            <a:solidFill>
              <a:srgbClr val="00483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2">
            <a:extLst>
              <a:ext uri="{FF2B5EF4-FFF2-40B4-BE49-F238E27FC236}">
                <a16:creationId xmlns:a16="http://schemas.microsoft.com/office/drawing/2014/main" id="{A6F5DA02-FC95-4BC2-9E15-E6916D3CA9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3138" y="5459413"/>
            <a:ext cx="2286000"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descr="K:\共有\02_デザイン\01_作業中\C08-817(シス統川嵜／田村）\ITロゴ_グラデカラー.emf">
            <a:extLst>
              <a:ext uri="{FF2B5EF4-FFF2-40B4-BE49-F238E27FC236}">
                <a16:creationId xmlns:a16="http://schemas.microsoft.com/office/drawing/2014/main" id="{05FA7D01-8FF9-4523-92ED-BA86D0307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4863" y="4505325"/>
            <a:ext cx="49942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3783058" y="2203607"/>
            <a:ext cx="6122943" cy="669928"/>
          </a:xfrm>
          <a:prstGeom prst="rect">
            <a:avLst/>
          </a:prstGeom>
          <a:noFill/>
          <a:ln>
            <a:noFill/>
          </a:ln>
          <a:effectLst/>
        </p:spPr>
        <p:txBody>
          <a:bodyPr lIns="71992" rIns="359957" bIns="143983">
            <a:noAutofit/>
          </a:bodyPr>
          <a:lstStyle>
            <a:lvl1pPr algn="r" fontAlgn="ctr">
              <a:lnSpc>
                <a:spcPct val="110000"/>
              </a:lnSpc>
              <a:defRPr lang="ja-JP" altLang="en-US" sz="3200" b="0" baseline="0">
                <a:solidFill>
                  <a:srgbClr val="00483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anchor="ctr" anchorCtr="0"/>
          <a:lstStyle>
            <a:lvl1pPr marL="0" indent="0" algn="r">
              <a:lnSpc>
                <a:spcPct val="110000"/>
              </a:lnSpc>
              <a:spcBef>
                <a:spcPts val="0"/>
              </a:spcBef>
              <a:spcAft>
                <a:spcPts val="300"/>
              </a:spcAft>
              <a:buNone/>
              <a:defRPr sz="1700" b="0" baseline="0">
                <a:solidFill>
                  <a:srgbClr val="4D4D4D"/>
                </a:solidFill>
                <a:latin typeface="+mj-lt"/>
                <a:ea typeface="+mj-ea"/>
              </a:defRPr>
            </a:lvl1pPr>
          </a:lstStyle>
          <a:p>
            <a:pPr lvl="0"/>
            <a:r>
              <a:rPr lang="ja-JP" altLang="en-US"/>
              <a:t>マスター テキストの書式設定</a:t>
            </a:r>
          </a:p>
        </p:txBody>
      </p:sp>
    </p:spTree>
    <p:extLst>
      <p:ext uri="{BB962C8B-B14F-4D97-AF65-F5344CB8AC3E}">
        <p14:creationId xmlns:p14="http://schemas.microsoft.com/office/powerpoint/2010/main" val="32731084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表紙_SMFG">
    <p:spTree>
      <p:nvGrpSpPr>
        <p:cNvPr id="1" name=""/>
        <p:cNvGrpSpPr/>
        <p:nvPr/>
      </p:nvGrpSpPr>
      <p:grpSpPr>
        <a:xfrm>
          <a:off x="0" y="0"/>
          <a:ext cx="0" cy="0"/>
          <a:chOff x="0" y="0"/>
          <a:chExt cx="0" cy="0"/>
        </a:xfrm>
      </p:grpSpPr>
      <p:pic>
        <p:nvPicPr>
          <p:cNvPr id="4" name="表紙イメージ" descr="K:\共有\02_デザイン\01_作業中\C08-574（経企星原／コドス）\sakamoto\パーツ書出し\G案_表紙_01.jpg">
            <a:extLst>
              <a:ext uri="{FF2B5EF4-FFF2-40B4-BE49-F238E27FC236}">
                <a16:creationId xmlns:a16="http://schemas.microsoft.com/office/drawing/2014/main" id="{9E0E408F-8609-4179-A427-8BBF69626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ライン">
            <a:extLst>
              <a:ext uri="{FF2B5EF4-FFF2-40B4-BE49-F238E27FC236}">
                <a16:creationId xmlns:a16="http://schemas.microsoft.com/office/drawing/2014/main" id="{DD7A96F3-D590-4388-9990-35E96897ADAF}"/>
              </a:ext>
            </a:extLst>
          </p:cNvPr>
          <p:cNvCxnSpPr>
            <a:cxnSpLocks noChangeShapeType="1"/>
          </p:cNvCxnSpPr>
          <p:nvPr/>
        </p:nvCxnSpPr>
        <p:spPr bwMode="auto">
          <a:xfrm>
            <a:off x="3783013" y="2873375"/>
            <a:ext cx="6122987" cy="0"/>
          </a:xfrm>
          <a:prstGeom prst="line">
            <a:avLst/>
          </a:prstGeom>
          <a:noFill/>
          <a:ln w="19050" algn="ctr">
            <a:solidFill>
              <a:srgbClr val="00483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2" descr="K:\共有\02_デザイン\01_作業中\C08-817(シス統川嵜／田村）\ITロゴ_グラデカラー.emf">
            <a:extLst>
              <a:ext uri="{FF2B5EF4-FFF2-40B4-BE49-F238E27FC236}">
                <a16:creationId xmlns:a16="http://schemas.microsoft.com/office/drawing/2014/main" id="{31700C0A-C63C-412D-BADC-91E1726F5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0100" y="4505325"/>
            <a:ext cx="49942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SMFGロゴ">
            <a:extLst>
              <a:ext uri="{FF2B5EF4-FFF2-40B4-BE49-F238E27FC236}">
                <a16:creationId xmlns:a16="http://schemas.microsoft.com/office/drawing/2014/main" id="{5EE365F8-A78E-4BF2-8918-76690A959C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18075" y="5611813"/>
            <a:ext cx="46863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1"/>
          <p:cNvSpPr>
            <a:spLocks noGrp="1"/>
          </p:cNvSpPr>
          <p:nvPr>
            <p:ph type="ctrTitle"/>
          </p:nvPr>
        </p:nvSpPr>
        <p:spPr>
          <a:xfrm>
            <a:off x="3783058" y="2203607"/>
            <a:ext cx="6122943" cy="669928"/>
          </a:xfrm>
          <a:prstGeom prst="rect">
            <a:avLst/>
          </a:prstGeom>
          <a:noFill/>
          <a:ln>
            <a:noFill/>
          </a:ln>
          <a:effectLst/>
        </p:spPr>
        <p:txBody>
          <a:bodyPr lIns="71992" rIns="359957" bIns="143983">
            <a:noAutofit/>
          </a:bodyPr>
          <a:lstStyle>
            <a:lvl1pPr algn="r" fontAlgn="ctr">
              <a:lnSpc>
                <a:spcPct val="110000"/>
              </a:lnSpc>
              <a:defRPr lang="ja-JP" altLang="en-US" sz="3200" b="0" baseline="0">
                <a:solidFill>
                  <a:srgbClr val="00483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
        <p:nvSpPr>
          <p:cNvPr id="11" name="テキスト プレースホルダー （リード）"/>
          <p:cNvSpPr>
            <a:spLocks noGrp="1"/>
          </p:cNvSpPr>
          <p:nvPr>
            <p:ph type="body" sz="quarter" idx="21"/>
          </p:nvPr>
        </p:nvSpPr>
        <p:spPr>
          <a:xfrm>
            <a:off x="6844530" y="3073518"/>
            <a:ext cx="2719200" cy="334531"/>
          </a:xfrm>
          <a:prstGeom prst="rect">
            <a:avLst/>
          </a:prstGeom>
          <a:noFill/>
        </p:spPr>
        <p:txBody>
          <a:bodyPr wrap="square" lIns="0" tIns="0" anchor="ctr" anchorCtr="0"/>
          <a:lstStyle>
            <a:lvl1pPr marL="0" indent="0" algn="r">
              <a:lnSpc>
                <a:spcPct val="110000"/>
              </a:lnSpc>
              <a:spcBef>
                <a:spcPts val="0"/>
              </a:spcBef>
              <a:spcAft>
                <a:spcPts val="300"/>
              </a:spcAft>
              <a:buNone/>
              <a:defRPr sz="1700" b="0" baseline="0">
                <a:solidFill>
                  <a:srgbClr val="4D4D4D"/>
                </a:solidFill>
                <a:latin typeface="+mj-lt"/>
                <a:ea typeface="+mj-ea"/>
              </a:defRPr>
            </a:lvl1pPr>
          </a:lstStyle>
          <a:p>
            <a:pPr lvl="0"/>
            <a:r>
              <a:rPr lang="ja-JP" altLang="en-US"/>
              <a:t>マスター テキストの書式設定</a:t>
            </a:r>
          </a:p>
        </p:txBody>
      </p:sp>
    </p:spTree>
    <p:extLst>
      <p:ext uri="{BB962C8B-B14F-4D97-AF65-F5344CB8AC3E}">
        <p14:creationId xmlns:p14="http://schemas.microsoft.com/office/powerpoint/2010/main" val="40446277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扉_SMBC／SMFG">
    <p:spTree>
      <p:nvGrpSpPr>
        <p:cNvPr id="1" name=""/>
        <p:cNvGrpSpPr/>
        <p:nvPr/>
      </p:nvGrpSpPr>
      <p:grpSpPr>
        <a:xfrm>
          <a:off x="0" y="0"/>
          <a:ext cx="0" cy="0"/>
          <a:chOff x="0" y="0"/>
          <a:chExt cx="0" cy="0"/>
        </a:xfrm>
      </p:grpSpPr>
      <p:pic>
        <p:nvPicPr>
          <p:cNvPr id="3" name="表紙イメージ" descr="K:\共有\02_デザイン\01_作業中\C08-574（経企星原／コドス）\sakamoto\パーツ書出し\G案_表紙_01.jpg">
            <a:extLst>
              <a:ext uri="{FF2B5EF4-FFF2-40B4-BE49-F238E27FC236}">
                <a16:creationId xmlns:a16="http://schemas.microsoft.com/office/drawing/2014/main" id="{4E8E1464-0E5A-4E90-9656-47CF93860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227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ライン">
            <a:extLst>
              <a:ext uri="{FF2B5EF4-FFF2-40B4-BE49-F238E27FC236}">
                <a16:creationId xmlns:a16="http://schemas.microsoft.com/office/drawing/2014/main" id="{39BEA59B-0070-495E-A78A-487331A04234}"/>
              </a:ext>
            </a:extLst>
          </p:cNvPr>
          <p:cNvCxnSpPr>
            <a:cxnSpLocks noChangeShapeType="1"/>
          </p:cNvCxnSpPr>
          <p:nvPr/>
        </p:nvCxnSpPr>
        <p:spPr bwMode="auto">
          <a:xfrm>
            <a:off x="3783013" y="2873375"/>
            <a:ext cx="6122987" cy="0"/>
          </a:xfrm>
          <a:prstGeom prst="line">
            <a:avLst/>
          </a:prstGeom>
          <a:noFill/>
          <a:ln w="19050" algn="ctr">
            <a:solidFill>
              <a:schemeClr val="tx1">
                <a:lumMod val="50000"/>
                <a:lumOff val="50000"/>
              </a:schemeClr>
            </a:solidFill>
            <a:round/>
            <a:headEnd/>
            <a:tailEnd/>
          </a:ln>
          <a:effectLst/>
        </p:spPr>
      </p:cxnSp>
      <p:sp>
        <p:nvSpPr>
          <p:cNvPr id="2" name="タイトル 1"/>
          <p:cNvSpPr>
            <a:spLocks noGrp="1"/>
          </p:cNvSpPr>
          <p:nvPr>
            <p:ph type="ctrTitle"/>
          </p:nvPr>
        </p:nvSpPr>
        <p:spPr>
          <a:xfrm>
            <a:off x="3783058" y="2203607"/>
            <a:ext cx="6122943" cy="669928"/>
          </a:xfrm>
          <a:prstGeom prst="rect">
            <a:avLst/>
          </a:prstGeom>
          <a:noFill/>
          <a:ln>
            <a:noFill/>
          </a:ln>
          <a:effectLst/>
        </p:spPr>
        <p:txBody>
          <a:bodyPr lIns="71992" rIns="359957" bIns="143983">
            <a:noAutofit/>
          </a:bodyPr>
          <a:lstStyle>
            <a:lvl1pPr algn="r" fontAlgn="ctr">
              <a:lnSpc>
                <a:spcPct val="110000"/>
              </a:lnSpc>
              <a:defRPr lang="ja-JP" altLang="en-US" sz="3200" b="0" baseline="0">
                <a:solidFill>
                  <a:schemeClr val="tx1"/>
                </a:solidFill>
                <a:latin typeface="HGP創英角ｺﾞｼｯｸUB" panose="020B0900000000000000" pitchFamily="50" charset="-128"/>
                <a:ea typeface="HGP創英角ｺﾞｼｯｸUB" panose="020B0900000000000000" pitchFamily="50" charset="-128"/>
                <a:cs typeface="HGP創英角ｺﾞｼｯｸUB" panose="020B0900000000000000"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29245123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表紙">
    <p:spTree>
      <p:nvGrpSpPr>
        <p:cNvPr id="1" name=""/>
        <p:cNvGrpSpPr/>
        <p:nvPr/>
      </p:nvGrpSpPr>
      <p:grpSpPr>
        <a:xfrm>
          <a:off x="0" y="0"/>
          <a:ext cx="0" cy="0"/>
          <a:chOff x="0" y="0"/>
          <a:chExt cx="0" cy="0"/>
        </a:xfrm>
      </p:grpSpPr>
      <p:grpSp>
        <p:nvGrpSpPr>
          <p:cNvPr id="4" name="グループ化 833">
            <a:extLst>
              <a:ext uri="{FF2B5EF4-FFF2-40B4-BE49-F238E27FC236}">
                <a16:creationId xmlns:a16="http://schemas.microsoft.com/office/drawing/2014/main" id="{910B31B7-481D-4D14-A75A-96418E63C527}"/>
              </a:ext>
            </a:extLst>
          </p:cNvPr>
          <p:cNvGrpSpPr>
            <a:grpSpLocks/>
          </p:cNvGrpSpPr>
          <p:nvPr/>
        </p:nvGrpSpPr>
        <p:grpSpPr bwMode="auto">
          <a:xfrm>
            <a:off x="0" y="249238"/>
            <a:ext cx="9906000" cy="6608762"/>
            <a:chOff x="0" y="268288"/>
            <a:chExt cx="9901238" cy="7112000"/>
          </a:xfrm>
        </p:grpSpPr>
        <p:sp>
          <p:nvSpPr>
            <p:cNvPr id="5" name="Rectangle 7">
              <a:extLst>
                <a:ext uri="{FF2B5EF4-FFF2-40B4-BE49-F238E27FC236}">
                  <a16:creationId xmlns:a16="http://schemas.microsoft.com/office/drawing/2014/main" id="{46AF0379-1ED4-4E45-AE93-57BCE33768B3}"/>
                </a:ext>
              </a:extLst>
            </p:cNvPr>
            <p:cNvSpPr>
              <a:spLocks noChangeArrowheads="1"/>
            </p:cNvSpPr>
            <p:nvPr/>
          </p:nvSpPr>
          <p:spPr bwMode="gray">
            <a:xfrm>
              <a:off x="8462068" y="2899199"/>
              <a:ext cx="1439170" cy="4481089"/>
            </a:xfrm>
            <a:prstGeom prst="rect">
              <a:avLst/>
            </a:prstGeom>
            <a:solidFill>
              <a:srgbClr val="004831"/>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6" name="Rectangle 8">
              <a:extLst>
                <a:ext uri="{FF2B5EF4-FFF2-40B4-BE49-F238E27FC236}">
                  <a16:creationId xmlns:a16="http://schemas.microsoft.com/office/drawing/2014/main" id="{30E8A8A3-2A1D-430C-9AFA-A024F08D825D}"/>
                </a:ext>
              </a:extLst>
            </p:cNvPr>
            <p:cNvSpPr>
              <a:spLocks noChangeArrowheads="1"/>
            </p:cNvSpPr>
            <p:nvPr/>
          </p:nvSpPr>
          <p:spPr bwMode="gray">
            <a:xfrm>
              <a:off x="8462068" y="268288"/>
              <a:ext cx="1439170" cy="2342193"/>
            </a:xfrm>
            <a:prstGeom prst="rect">
              <a:avLst/>
            </a:prstGeom>
            <a:solidFill>
              <a:srgbClr val="A0C81E"/>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7" name="Rectangle 9">
              <a:extLst>
                <a:ext uri="{FF2B5EF4-FFF2-40B4-BE49-F238E27FC236}">
                  <a16:creationId xmlns:a16="http://schemas.microsoft.com/office/drawing/2014/main" id="{473790A9-FAF7-4258-B051-C95C6A869541}"/>
                </a:ext>
              </a:extLst>
            </p:cNvPr>
            <p:cNvSpPr>
              <a:spLocks noChangeArrowheads="1"/>
            </p:cNvSpPr>
            <p:nvPr/>
          </p:nvSpPr>
          <p:spPr bwMode="gray">
            <a:xfrm>
              <a:off x="0" y="268288"/>
              <a:ext cx="8171695" cy="2342193"/>
            </a:xfrm>
            <a:prstGeom prst="rect">
              <a:avLst/>
            </a:prstGeom>
            <a:solidFill>
              <a:srgbClr val="DADADA"/>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8" name="Rectangle 23">
              <a:extLst>
                <a:ext uri="{FF2B5EF4-FFF2-40B4-BE49-F238E27FC236}">
                  <a16:creationId xmlns:a16="http://schemas.microsoft.com/office/drawing/2014/main" id="{59160E78-35DB-4951-A351-AC0A79975F4E}"/>
                </a:ext>
              </a:extLst>
            </p:cNvPr>
            <p:cNvSpPr>
              <a:spLocks noChangeArrowheads="1"/>
            </p:cNvSpPr>
            <p:nvPr/>
          </p:nvSpPr>
          <p:spPr bwMode="gray">
            <a:xfrm>
              <a:off x="8462068" y="1602535"/>
              <a:ext cx="647389" cy="719230"/>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9" name="Rectangle 24">
              <a:extLst>
                <a:ext uri="{FF2B5EF4-FFF2-40B4-BE49-F238E27FC236}">
                  <a16:creationId xmlns:a16="http://schemas.microsoft.com/office/drawing/2014/main" id="{C852BD7D-59B4-48A9-BDA2-FC563ED122AD}"/>
                </a:ext>
              </a:extLst>
            </p:cNvPr>
            <p:cNvSpPr>
              <a:spLocks noChangeArrowheads="1"/>
            </p:cNvSpPr>
            <p:nvPr/>
          </p:nvSpPr>
          <p:spPr bwMode="gray">
            <a:xfrm>
              <a:off x="9326839" y="1672579"/>
              <a:ext cx="288786" cy="288716"/>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0" name="Rectangle 25">
              <a:extLst>
                <a:ext uri="{FF2B5EF4-FFF2-40B4-BE49-F238E27FC236}">
                  <a16:creationId xmlns:a16="http://schemas.microsoft.com/office/drawing/2014/main" id="{F183B497-DD96-4637-BE27-41EC8C2CA631}"/>
                </a:ext>
              </a:extLst>
            </p:cNvPr>
            <p:cNvSpPr>
              <a:spLocks noChangeArrowheads="1"/>
            </p:cNvSpPr>
            <p:nvPr/>
          </p:nvSpPr>
          <p:spPr bwMode="gray">
            <a:xfrm>
              <a:off x="8893661" y="268288"/>
              <a:ext cx="866358" cy="866150"/>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1" name="Rectangle 26">
              <a:extLst>
                <a:ext uri="{FF2B5EF4-FFF2-40B4-BE49-F238E27FC236}">
                  <a16:creationId xmlns:a16="http://schemas.microsoft.com/office/drawing/2014/main" id="{F39E0EAE-ED95-4871-9D7A-19AFA4B9E5C2}"/>
                </a:ext>
              </a:extLst>
            </p:cNvPr>
            <p:cNvSpPr>
              <a:spLocks noChangeArrowheads="1"/>
            </p:cNvSpPr>
            <p:nvPr/>
          </p:nvSpPr>
          <p:spPr bwMode="gray">
            <a:xfrm flipH="1">
              <a:off x="7010203" y="1096853"/>
              <a:ext cx="575986" cy="575726"/>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2" name="Rectangle 27">
              <a:extLst>
                <a:ext uri="{FF2B5EF4-FFF2-40B4-BE49-F238E27FC236}">
                  <a16:creationId xmlns:a16="http://schemas.microsoft.com/office/drawing/2014/main" id="{8C0AF365-9A89-4428-B7AC-89560105470D}"/>
                </a:ext>
              </a:extLst>
            </p:cNvPr>
            <p:cNvSpPr>
              <a:spLocks noChangeArrowheads="1"/>
            </p:cNvSpPr>
            <p:nvPr/>
          </p:nvSpPr>
          <p:spPr bwMode="gray">
            <a:xfrm flipH="1">
              <a:off x="7728996" y="2033048"/>
              <a:ext cx="287199" cy="288717"/>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3" name="Rectangle 28">
              <a:extLst>
                <a:ext uri="{FF2B5EF4-FFF2-40B4-BE49-F238E27FC236}">
                  <a16:creationId xmlns:a16="http://schemas.microsoft.com/office/drawing/2014/main" id="{529532E7-BF6B-4DB5-8F53-078806105FC7}"/>
                </a:ext>
              </a:extLst>
            </p:cNvPr>
            <p:cNvSpPr>
              <a:spLocks noChangeArrowheads="1"/>
            </p:cNvSpPr>
            <p:nvPr/>
          </p:nvSpPr>
          <p:spPr bwMode="gray">
            <a:xfrm flipH="1">
              <a:off x="6445325" y="1025101"/>
              <a:ext cx="215796" cy="216965"/>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4" name="Rectangle 29">
              <a:extLst>
                <a:ext uri="{FF2B5EF4-FFF2-40B4-BE49-F238E27FC236}">
                  <a16:creationId xmlns:a16="http://schemas.microsoft.com/office/drawing/2014/main" id="{E740283C-407B-4283-ADAB-D32C15C518DE}"/>
                </a:ext>
              </a:extLst>
            </p:cNvPr>
            <p:cNvSpPr>
              <a:spLocks noChangeArrowheads="1"/>
            </p:cNvSpPr>
            <p:nvPr/>
          </p:nvSpPr>
          <p:spPr bwMode="gray">
            <a:xfrm flipH="1">
              <a:off x="6864224" y="375916"/>
              <a:ext cx="288786" cy="288717"/>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5" name="Rectangle 30">
              <a:extLst>
                <a:ext uri="{FF2B5EF4-FFF2-40B4-BE49-F238E27FC236}">
                  <a16:creationId xmlns:a16="http://schemas.microsoft.com/office/drawing/2014/main" id="{639562D3-209E-4769-8642-E7717303A46A}"/>
                </a:ext>
              </a:extLst>
            </p:cNvPr>
            <p:cNvSpPr>
              <a:spLocks noChangeArrowheads="1"/>
            </p:cNvSpPr>
            <p:nvPr/>
          </p:nvSpPr>
          <p:spPr bwMode="gray">
            <a:xfrm flipH="1">
              <a:off x="6937214" y="1961296"/>
              <a:ext cx="287200" cy="288717"/>
            </a:xfrm>
            <a:prstGeom prst="rect">
              <a:avLst/>
            </a:prstGeom>
            <a:noFill/>
            <a:ln w="9525">
              <a:solidFill>
                <a:srgbClr val="FFFFFF"/>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6" name="Rectangle 31">
              <a:extLst>
                <a:ext uri="{FF2B5EF4-FFF2-40B4-BE49-F238E27FC236}">
                  <a16:creationId xmlns:a16="http://schemas.microsoft.com/office/drawing/2014/main" id="{04E16A19-78BB-431E-9F48-F1F0B7FA5672}"/>
                </a:ext>
              </a:extLst>
            </p:cNvPr>
            <p:cNvSpPr>
              <a:spLocks noChangeArrowheads="1"/>
            </p:cNvSpPr>
            <p:nvPr/>
          </p:nvSpPr>
          <p:spPr bwMode="gray">
            <a:xfrm>
              <a:off x="7440210" y="2393517"/>
              <a:ext cx="142806" cy="143504"/>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7" name="Rectangle 32">
              <a:extLst>
                <a:ext uri="{FF2B5EF4-FFF2-40B4-BE49-F238E27FC236}">
                  <a16:creationId xmlns:a16="http://schemas.microsoft.com/office/drawing/2014/main" id="{8888A8BB-0F1A-420B-A36F-AFD6C460087F}"/>
                </a:ext>
              </a:extLst>
            </p:cNvPr>
            <p:cNvSpPr>
              <a:spLocks noChangeArrowheads="1"/>
            </p:cNvSpPr>
            <p:nvPr/>
          </p:nvSpPr>
          <p:spPr bwMode="gray">
            <a:xfrm>
              <a:off x="9612452" y="2210720"/>
              <a:ext cx="288786" cy="399762"/>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8" name="Rectangle 33">
              <a:extLst>
                <a:ext uri="{FF2B5EF4-FFF2-40B4-BE49-F238E27FC236}">
                  <a16:creationId xmlns:a16="http://schemas.microsoft.com/office/drawing/2014/main" id="{B4052E59-40CD-474E-A733-CCCF192DD891}"/>
                </a:ext>
              </a:extLst>
            </p:cNvPr>
            <p:cNvSpPr>
              <a:spLocks noChangeArrowheads="1"/>
            </p:cNvSpPr>
            <p:nvPr/>
          </p:nvSpPr>
          <p:spPr bwMode="gray">
            <a:xfrm>
              <a:off x="8462068" y="738093"/>
              <a:ext cx="142806" cy="358761"/>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9" name="Rectangle 34">
              <a:extLst>
                <a:ext uri="{FF2B5EF4-FFF2-40B4-BE49-F238E27FC236}">
                  <a16:creationId xmlns:a16="http://schemas.microsoft.com/office/drawing/2014/main" id="{3BF42D68-590F-4CAF-A412-8F0F84D7771A}"/>
                </a:ext>
              </a:extLst>
            </p:cNvPr>
            <p:cNvSpPr>
              <a:spLocks noChangeArrowheads="1"/>
            </p:cNvSpPr>
            <p:nvPr/>
          </p:nvSpPr>
          <p:spPr bwMode="gray">
            <a:xfrm flipH="1">
              <a:off x="7741690" y="483544"/>
              <a:ext cx="502995" cy="577434"/>
            </a:xfrm>
            <a:prstGeom prst="rect">
              <a:avLst/>
            </a:prstGeom>
            <a:noFill/>
            <a:ln w="9525">
              <a:solidFill>
                <a:srgbClr val="FFFFFF"/>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0" name="Rectangle 35">
              <a:extLst>
                <a:ext uri="{FF2B5EF4-FFF2-40B4-BE49-F238E27FC236}">
                  <a16:creationId xmlns:a16="http://schemas.microsoft.com/office/drawing/2014/main" id="{A21A0E5D-8BFA-4737-8539-1B0239050F12}"/>
                </a:ext>
              </a:extLst>
            </p:cNvPr>
            <p:cNvSpPr>
              <a:spLocks noChangeArrowheads="1"/>
            </p:cNvSpPr>
            <p:nvPr/>
          </p:nvSpPr>
          <p:spPr bwMode="gray">
            <a:xfrm flipH="1">
              <a:off x="8604874" y="3114455"/>
              <a:ext cx="431592" cy="432220"/>
            </a:xfrm>
            <a:prstGeom prst="rect">
              <a:avLst/>
            </a:prstGeom>
            <a:noFill/>
            <a:ln w="9525">
              <a:solidFill>
                <a:srgbClr val="006042"/>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a:defRPr/>
              </a:pPr>
              <a:endParaRPr lang="ja-JP" altLang="ja-JP" sz="1400"/>
            </a:p>
          </p:txBody>
        </p:sp>
        <p:sp>
          <p:nvSpPr>
            <p:cNvPr id="21" name="Rectangle 36">
              <a:extLst>
                <a:ext uri="{FF2B5EF4-FFF2-40B4-BE49-F238E27FC236}">
                  <a16:creationId xmlns:a16="http://schemas.microsoft.com/office/drawing/2014/main" id="{9891F3EC-ACE7-4F1A-A74B-6B433794AF6A}"/>
                </a:ext>
              </a:extLst>
            </p:cNvPr>
            <p:cNvSpPr>
              <a:spLocks noChangeArrowheads="1"/>
            </p:cNvSpPr>
            <p:nvPr/>
          </p:nvSpPr>
          <p:spPr bwMode="gray">
            <a:xfrm flipH="1">
              <a:off x="9396656" y="3186207"/>
              <a:ext cx="287200" cy="287008"/>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2" name="Rectangle 37">
              <a:extLst>
                <a:ext uri="{FF2B5EF4-FFF2-40B4-BE49-F238E27FC236}">
                  <a16:creationId xmlns:a16="http://schemas.microsoft.com/office/drawing/2014/main" id="{3A17F9E2-4227-43B2-B80B-67E504A14660}"/>
                </a:ext>
              </a:extLst>
            </p:cNvPr>
            <p:cNvSpPr>
              <a:spLocks noChangeArrowheads="1"/>
            </p:cNvSpPr>
            <p:nvPr/>
          </p:nvSpPr>
          <p:spPr bwMode="gray">
            <a:xfrm flipH="1">
              <a:off x="8820671" y="3763641"/>
              <a:ext cx="431592" cy="432220"/>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3" name="Rectangle 38">
              <a:extLst>
                <a:ext uri="{FF2B5EF4-FFF2-40B4-BE49-F238E27FC236}">
                  <a16:creationId xmlns:a16="http://schemas.microsoft.com/office/drawing/2014/main" id="{0E09B153-DF1B-4511-B939-767E3CF1B45F}"/>
                </a:ext>
              </a:extLst>
            </p:cNvPr>
            <p:cNvSpPr>
              <a:spLocks noChangeArrowheads="1"/>
            </p:cNvSpPr>
            <p:nvPr/>
          </p:nvSpPr>
          <p:spPr bwMode="gray">
            <a:xfrm flipH="1">
              <a:off x="9253849" y="4482870"/>
              <a:ext cx="502996" cy="503974"/>
            </a:xfrm>
            <a:prstGeom prst="rect">
              <a:avLst/>
            </a:prstGeom>
            <a:noFill/>
            <a:ln w="9525" algn="ctr">
              <a:solidFill>
                <a:srgbClr val="006042"/>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4" name="Rectangle 39">
              <a:extLst>
                <a:ext uri="{FF2B5EF4-FFF2-40B4-BE49-F238E27FC236}">
                  <a16:creationId xmlns:a16="http://schemas.microsoft.com/office/drawing/2014/main" id="{2CFCD1CA-0A1B-4D1A-85BD-617E852FEDF1}"/>
                </a:ext>
              </a:extLst>
            </p:cNvPr>
            <p:cNvSpPr>
              <a:spLocks noChangeArrowheads="1"/>
            </p:cNvSpPr>
            <p:nvPr/>
          </p:nvSpPr>
          <p:spPr bwMode="gray">
            <a:xfrm flipH="1">
              <a:off x="9756845" y="3978897"/>
              <a:ext cx="144393" cy="215256"/>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5" name="Rectangle 40">
              <a:extLst>
                <a:ext uri="{FF2B5EF4-FFF2-40B4-BE49-F238E27FC236}">
                  <a16:creationId xmlns:a16="http://schemas.microsoft.com/office/drawing/2014/main" id="{AEADBBBD-7465-46E2-8D57-90E94DDB6C5A}"/>
                </a:ext>
              </a:extLst>
            </p:cNvPr>
            <p:cNvSpPr>
              <a:spLocks noChangeArrowheads="1"/>
            </p:cNvSpPr>
            <p:nvPr/>
          </p:nvSpPr>
          <p:spPr bwMode="gray">
            <a:xfrm flipH="1">
              <a:off x="9109457" y="5202100"/>
              <a:ext cx="144393" cy="145212"/>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6" name="Rectangle 41">
              <a:extLst>
                <a:ext uri="{FF2B5EF4-FFF2-40B4-BE49-F238E27FC236}">
                  <a16:creationId xmlns:a16="http://schemas.microsoft.com/office/drawing/2014/main" id="{A909641F-C015-43A4-AB19-12EC03A9A976}"/>
                </a:ext>
              </a:extLst>
            </p:cNvPr>
            <p:cNvSpPr>
              <a:spLocks noChangeArrowheads="1"/>
            </p:cNvSpPr>
            <p:nvPr/>
          </p:nvSpPr>
          <p:spPr bwMode="gray">
            <a:xfrm flipH="1">
              <a:off x="9756845" y="5347312"/>
              <a:ext cx="144393" cy="360469"/>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7" name="Rectangle 42">
              <a:extLst>
                <a:ext uri="{FF2B5EF4-FFF2-40B4-BE49-F238E27FC236}">
                  <a16:creationId xmlns:a16="http://schemas.microsoft.com/office/drawing/2014/main" id="{3543B169-C9DC-4431-9F60-E6D41D6E65DC}"/>
                </a:ext>
              </a:extLst>
            </p:cNvPr>
            <p:cNvSpPr>
              <a:spLocks noChangeArrowheads="1"/>
            </p:cNvSpPr>
            <p:nvPr/>
          </p:nvSpPr>
          <p:spPr bwMode="gray">
            <a:xfrm flipH="1">
              <a:off x="9612452" y="5921328"/>
              <a:ext cx="144394" cy="145213"/>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8" name="Rectangle 43">
              <a:extLst>
                <a:ext uri="{FF2B5EF4-FFF2-40B4-BE49-F238E27FC236}">
                  <a16:creationId xmlns:a16="http://schemas.microsoft.com/office/drawing/2014/main" id="{6D4E6616-4671-4446-AFB4-06E5A8C46C18}"/>
                </a:ext>
              </a:extLst>
            </p:cNvPr>
            <p:cNvSpPr>
              <a:spLocks noChangeArrowheads="1"/>
            </p:cNvSpPr>
            <p:nvPr/>
          </p:nvSpPr>
          <p:spPr bwMode="gray">
            <a:xfrm flipH="1">
              <a:off x="9109457" y="5994790"/>
              <a:ext cx="287199" cy="287008"/>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9" name="Rectangle 44">
              <a:extLst>
                <a:ext uri="{FF2B5EF4-FFF2-40B4-BE49-F238E27FC236}">
                  <a16:creationId xmlns:a16="http://schemas.microsoft.com/office/drawing/2014/main" id="{2C550CDE-9B63-4F15-A91E-64F0E159E1EF}"/>
                </a:ext>
              </a:extLst>
            </p:cNvPr>
            <p:cNvSpPr>
              <a:spLocks noChangeArrowheads="1"/>
            </p:cNvSpPr>
            <p:nvPr/>
          </p:nvSpPr>
          <p:spPr bwMode="gray">
            <a:xfrm flipH="1">
              <a:off x="9038053" y="6714018"/>
              <a:ext cx="144394" cy="143504"/>
            </a:xfrm>
            <a:prstGeom prst="rect">
              <a:avLst/>
            </a:prstGeom>
            <a:solidFill>
              <a:srgbClr val="006042"/>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30" name="Rectangle 45">
              <a:extLst>
                <a:ext uri="{FF2B5EF4-FFF2-40B4-BE49-F238E27FC236}">
                  <a16:creationId xmlns:a16="http://schemas.microsoft.com/office/drawing/2014/main" id="{C7CD1AD6-146F-4D35-AD65-96E7818ACFBD}"/>
                </a:ext>
              </a:extLst>
            </p:cNvPr>
            <p:cNvSpPr>
              <a:spLocks noChangeArrowheads="1"/>
            </p:cNvSpPr>
            <p:nvPr/>
          </p:nvSpPr>
          <p:spPr bwMode="gray">
            <a:xfrm flipH="1">
              <a:off x="8749267" y="6355258"/>
              <a:ext cx="215796" cy="215256"/>
            </a:xfrm>
            <a:prstGeom prst="rect">
              <a:avLst/>
            </a:prstGeom>
            <a:noFill/>
            <a:ln w="9525">
              <a:solidFill>
                <a:srgbClr val="006042"/>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31" name="Rectangle 46">
              <a:extLst>
                <a:ext uri="{FF2B5EF4-FFF2-40B4-BE49-F238E27FC236}">
                  <a16:creationId xmlns:a16="http://schemas.microsoft.com/office/drawing/2014/main" id="{3E27E0F3-9133-4491-815A-A98BE54D7C42}"/>
                </a:ext>
              </a:extLst>
            </p:cNvPr>
            <p:cNvSpPr>
              <a:spLocks noChangeArrowheads="1"/>
            </p:cNvSpPr>
            <p:nvPr/>
          </p:nvSpPr>
          <p:spPr bwMode="gray">
            <a:xfrm>
              <a:off x="8225644" y="2663442"/>
              <a:ext cx="180888" cy="179380"/>
            </a:xfrm>
            <a:prstGeom prst="rect">
              <a:avLst/>
            </a:prstGeom>
            <a:solidFill>
              <a:srgbClr val="C4D700"/>
            </a:solidFill>
            <a:ln>
              <a:noFill/>
            </a:ln>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pic>
        <p:nvPicPr>
          <p:cNvPr id="32" name="Picture 2">
            <a:extLst>
              <a:ext uri="{FF2B5EF4-FFF2-40B4-BE49-F238E27FC236}">
                <a16:creationId xmlns:a16="http://schemas.microsoft.com/office/drawing/2014/main" id="{74620708-9CEC-4310-B3D9-E48B6D22EF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5775" y="5054600"/>
            <a:ext cx="2287588" cy="103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2" descr="K:\共有\02_デザイン\01_作業中\C08-817(シス統川嵜／田村）\ITロゴ_グラデカラー.emf">
            <a:extLst>
              <a:ext uri="{FF2B5EF4-FFF2-40B4-BE49-F238E27FC236}">
                <a16:creationId xmlns:a16="http://schemas.microsoft.com/office/drawing/2014/main" id="{B1C59822-3E3A-432A-B4FD-2C5A392D13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2613" y="4165600"/>
            <a:ext cx="49942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486234" y="1767612"/>
            <a:ext cx="6267832" cy="547291"/>
          </a:xfrm>
          <a:noFill/>
          <a:ln>
            <a:noFill/>
          </a:ln>
          <a:effectLst/>
        </p:spPr>
        <p:txBody>
          <a:bodyPr lIns="0" rIns="0" bIns="54000"/>
          <a:lstStyle>
            <a:lvl1pPr>
              <a:defRPr lang="ja-JP" altLang="en-US" sz="3202" b="0">
                <a:latin typeface="HGP創英角ｺﾞｼｯｸUB" pitchFamily="50" charset="-128"/>
                <a:ea typeface="HGP創英角ｺﾞｼｯｸUB" pitchFamily="50" charset="-128"/>
              </a:defRPr>
            </a:lvl1pPr>
          </a:lstStyle>
          <a:p>
            <a:pPr lvl="0"/>
            <a:r>
              <a:rPr lang="ja-JP" altLang="en-US"/>
              <a:t>マスター タイトルの書式設定</a:t>
            </a:r>
          </a:p>
        </p:txBody>
      </p:sp>
      <p:sp>
        <p:nvSpPr>
          <p:cNvPr id="54" name="Rectangle 46"/>
          <p:cNvSpPr>
            <a:spLocks noGrp="1" noChangeArrowheads="1"/>
          </p:cNvSpPr>
          <p:nvPr>
            <p:ph type="subTitle" sz="quarter" idx="1"/>
          </p:nvPr>
        </p:nvSpPr>
        <p:spPr>
          <a:xfrm>
            <a:off x="481928" y="2633862"/>
            <a:ext cx="6940872" cy="1513321"/>
          </a:xfrm>
        </p:spPr>
        <p:txBody>
          <a:bodyPr lIns="98746" tIns="49373" rIns="98746" bIns="49373"/>
          <a:lstStyle>
            <a:lvl1pPr algn="just">
              <a:lnSpc>
                <a:spcPct val="100000"/>
              </a:lnSpc>
              <a:spcBef>
                <a:spcPts val="0"/>
              </a:spcBef>
              <a:buFont typeface="Wingdings" pitchFamily="2" charset="2"/>
              <a:buChar char="n"/>
              <a:defRPr sz="1701">
                <a:latin typeface="+mn-ea"/>
                <a:ea typeface="+mn-ea"/>
              </a:defRPr>
            </a:lvl1pPr>
          </a:lstStyle>
          <a:p>
            <a:pPr lvl="0"/>
            <a:r>
              <a:rPr lang="ja-JP" altLang="en-US" noProof="0"/>
              <a:t>マスター サブタイトルの書式設定</a:t>
            </a:r>
          </a:p>
        </p:txBody>
      </p:sp>
    </p:spTree>
    <p:extLst>
      <p:ext uri="{BB962C8B-B14F-4D97-AF65-F5344CB8AC3E}">
        <p14:creationId xmlns:p14="http://schemas.microsoft.com/office/powerpoint/2010/main" val="4336084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扉">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4F4B2835-74D7-4DB9-A79D-D09A1BB9438B}"/>
              </a:ext>
            </a:extLst>
          </p:cNvPr>
          <p:cNvGrpSpPr>
            <a:grpSpLocks noChangeAspect="1"/>
          </p:cNvGrpSpPr>
          <p:nvPr/>
        </p:nvGrpSpPr>
        <p:grpSpPr bwMode="auto">
          <a:xfrm>
            <a:off x="0" y="249238"/>
            <a:ext cx="9906000" cy="6608762"/>
            <a:chOff x="0" y="169"/>
            <a:chExt cx="6237" cy="4480"/>
          </a:xfrm>
        </p:grpSpPr>
        <p:sp>
          <p:nvSpPr>
            <p:cNvPr id="4" name="Rectangle 4">
              <a:extLst>
                <a:ext uri="{FF2B5EF4-FFF2-40B4-BE49-F238E27FC236}">
                  <a16:creationId xmlns:a16="http://schemas.microsoft.com/office/drawing/2014/main" id="{73FA610B-7D0E-420B-808C-56D6DE2F4857}"/>
                </a:ext>
              </a:extLst>
            </p:cNvPr>
            <p:cNvSpPr>
              <a:spLocks noChangeArrowheads="1"/>
            </p:cNvSpPr>
            <p:nvPr/>
          </p:nvSpPr>
          <p:spPr bwMode="gray">
            <a:xfrm>
              <a:off x="5330" y="1826"/>
              <a:ext cx="907" cy="2823"/>
            </a:xfrm>
            <a:prstGeom prst="rect">
              <a:avLst/>
            </a:prstGeom>
            <a:solidFill>
              <a:srgbClr val="E8E8E8"/>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5" name="Rectangle 5">
              <a:extLst>
                <a:ext uri="{FF2B5EF4-FFF2-40B4-BE49-F238E27FC236}">
                  <a16:creationId xmlns:a16="http://schemas.microsoft.com/office/drawing/2014/main" id="{1189795F-1C45-48AC-AB45-7BD5CF182430}"/>
                </a:ext>
              </a:extLst>
            </p:cNvPr>
            <p:cNvSpPr>
              <a:spLocks noChangeArrowheads="1"/>
            </p:cNvSpPr>
            <p:nvPr/>
          </p:nvSpPr>
          <p:spPr bwMode="gray">
            <a:xfrm>
              <a:off x="5330" y="169"/>
              <a:ext cx="907" cy="1475"/>
            </a:xfrm>
            <a:prstGeom prst="rect">
              <a:avLst/>
            </a:prstGeom>
            <a:solidFill>
              <a:srgbClr val="E8E8E8"/>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6" name="Rectangle 6">
              <a:extLst>
                <a:ext uri="{FF2B5EF4-FFF2-40B4-BE49-F238E27FC236}">
                  <a16:creationId xmlns:a16="http://schemas.microsoft.com/office/drawing/2014/main" id="{E1EA7979-59AC-4C7B-9D81-A9B234339848}"/>
                </a:ext>
              </a:extLst>
            </p:cNvPr>
            <p:cNvSpPr>
              <a:spLocks noChangeArrowheads="1"/>
            </p:cNvSpPr>
            <p:nvPr/>
          </p:nvSpPr>
          <p:spPr bwMode="gray">
            <a:xfrm>
              <a:off x="0" y="169"/>
              <a:ext cx="5148" cy="1475"/>
            </a:xfrm>
            <a:prstGeom prst="rect">
              <a:avLst/>
            </a:prstGeom>
            <a:solidFill>
              <a:srgbClr val="E8E8E8"/>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7" name="Rectangle 7">
              <a:extLst>
                <a:ext uri="{FF2B5EF4-FFF2-40B4-BE49-F238E27FC236}">
                  <a16:creationId xmlns:a16="http://schemas.microsoft.com/office/drawing/2014/main" id="{40687C30-0DF9-4802-AE71-C8F7C8BBC825}"/>
                </a:ext>
              </a:extLst>
            </p:cNvPr>
            <p:cNvSpPr>
              <a:spLocks noChangeArrowheads="1"/>
            </p:cNvSpPr>
            <p:nvPr/>
          </p:nvSpPr>
          <p:spPr bwMode="gray">
            <a:xfrm>
              <a:off x="5602" y="169"/>
              <a:ext cx="546" cy="546"/>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8" name="Rectangle 8">
              <a:extLst>
                <a:ext uri="{FF2B5EF4-FFF2-40B4-BE49-F238E27FC236}">
                  <a16:creationId xmlns:a16="http://schemas.microsoft.com/office/drawing/2014/main" id="{FD44C3C4-ADED-4AF1-84E1-A5D3400CC77B}"/>
                </a:ext>
              </a:extLst>
            </p:cNvPr>
            <p:cNvSpPr>
              <a:spLocks noChangeArrowheads="1"/>
            </p:cNvSpPr>
            <p:nvPr/>
          </p:nvSpPr>
          <p:spPr bwMode="gray">
            <a:xfrm flipH="1">
              <a:off x="4416" y="691"/>
              <a:ext cx="363" cy="363"/>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9" name="Rectangle 9">
              <a:extLst>
                <a:ext uri="{FF2B5EF4-FFF2-40B4-BE49-F238E27FC236}">
                  <a16:creationId xmlns:a16="http://schemas.microsoft.com/office/drawing/2014/main" id="{49B1D5F8-094F-46F0-9122-191B09B7093C}"/>
                </a:ext>
              </a:extLst>
            </p:cNvPr>
            <p:cNvSpPr>
              <a:spLocks noChangeArrowheads="1"/>
            </p:cNvSpPr>
            <p:nvPr/>
          </p:nvSpPr>
          <p:spPr bwMode="gray">
            <a:xfrm flipH="1">
              <a:off x="4060" y="646"/>
              <a:ext cx="136" cy="138"/>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0" name="Rectangle 10">
              <a:extLst>
                <a:ext uri="{FF2B5EF4-FFF2-40B4-BE49-F238E27FC236}">
                  <a16:creationId xmlns:a16="http://schemas.microsoft.com/office/drawing/2014/main" id="{86558E8E-4AF7-41DB-99EF-2F9023BC262F}"/>
                </a:ext>
              </a:extLst>
            </p:cNvPr>
            <p:cNvSpPr>
              <a:spLocks noChangeArrowheads="1"/>
            </p:cNvSpPr>
            <p:nvPr/>
          </p:nvSpPr>
          <p:spPr bwMode="gray">
            <a:xfrm flipH="1">
              <a:off x="4324" y="237"/>
              <a:ext cx="182" cy="182"/>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1" name="Rectangle 11">
              <a:extLst>
                <a:ext uri="{FF2B5EF4-FFF2-40B4-BE49-F238E27FC236}">
                  <a16:creationId xmlns:a16="http://schemas.microsoft.com/office/drawing/2014/main" id="{62648910-A193-4736-91EE-7CAAE307AF33}"/>
                </a:ext>
              </a:extLst>
            </p:cNvPr>
            <p:cNvSpPr>
              <a:spLocks noChangeArrowheads="1"/>
            </p:cNvSpPr>
            <p:nvPr/>
          </p:nvSpPr>
          <p:spPr bwMode="gray">
            <a:xfrm>
              <a:off x="6055" y="1393"/>
              <a:ext cx="182" cy="253"/>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2" name="Rectangle 12">
              <a:extLst>
                <a:ext uri="{FF2B5EF4-FFF2-40B4-BE49-F238E27FC236}">
                  <a16:creationId xmlns:a16="http://schemas.microsoft.com/office/drawing/2014/main" id="{11464C2D-E223-4906-A955-9CB9F19B14DB}"/>
                </a:ext>
              </a:extLst>
            </p:cNvPr>
            <p:cNvSpPr>
              <a:spLocks noChangeArrowheads="1"/>
            </p:cNvSpPr>
            <p:nvPr/>
          </p:nvSpPr>
          <p:spPr bwMode="gray">
            <a:xfrm flipH="1">
              <a:off x="4877" y="305"/>
              <a:ext cx="317" cy="366"/>
            </a:xfrm>
            <a:prstGeom prst="rect">
              <a:avLst/>
            </a:prstGeom>
            <a:noFill/>
            <a:ln w="9525">
              <a:solidFill>
                <a:srgbClr val="FFFFFF"/>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3" name="Rectangle 13">
              <a:extLst>
                <a:ext uri="{FF2B5EF4-FFF2-40B4-BE49-F238E27FC236}">
                  <a16:creationId xmlns:a16="http://schemas.microsoft.com/office/drawing/2014/main" id="{B1595583-3BB0-4D4C-BFFD-7836426B89F7}"/>
                </a:ext>
              </a:extLst>
            </p:cNvPr>
            <p:cNvSpPr>
              <a:spLocks noChangeArrowheads="1"/>
            </p:cNvSpPr>
            <p:nvPr/>
          </p:nvSpPr>
          <p:spPr bwMode="gray">
            <a:xfrm flipH="1">
              <a:off x="5919" y="2007"/>
              <a:ext cx="181" cy="181"/>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4" name="Rectangle 14">
              <a:extLst>
                <a:ext uri="{FF2B5EF4-FFF2-40B4-BE49-F238E27FC236}">
                  <a16:creationId xmlns:a16="http://schemas.microsoft.com/office/drawing/2014/main" id="{2C60A7FE-571D-4FD9-A7E1-3580BD5A564C}"/>
                </a:ext>
              </a:extLst>
            </p:cNvPr>
            <p:cNvSpPr>
              <a:spLocks noChangeArrowheads="1"/>
            </p:cNvSpPr>
            <p:nvPr/>
          </p:nvSpPr>
          <p:spPr bwMode="gray">
            <a:xfrm flipH="1">
              <a:off x="5556" y="2415"/>
              <a:ext cx="272" cy="272"/>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5" name="Rectangle 15">
              <a:extLst>
                <a:ext uri="{FF2B5EF4-FFF2-40B4-BE49-F238E27FC236}">
                  <a16:creationId xmlns:a16="http://schemas.microsoft.com/office/drawing/2014/main" id="{A4BCEB21-9FBE-4644-B087-F97AFE80E97F}"/>
                </a:ext>
              </a:extLst>
            </p:cNvPr>
            <p:cNvSpPr>
              <a:spLocks noChangeArrowheads="1"/>
            </p:cNvSpPr>
            <p:nvPr/>
          </p:nvSpPr>
          <p:spPr bwMode="gray">
            <a:xfrm flipH="1">
              <a:off x="6146" y="2551"/>
              <a:ext cx="91" cy="141"/>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6" name="Rectangle 16">
              <a:extLst>
                <a:ext uri="{FF2B5EF4-FFF2-40B4-BE49-F238E27FC236}">
                  <a16:creationId xmlns:a16="http://schemas.microsoft.com/office/drawing/2014/main" id="{C470CA7C-9C11-4E42-BDAE-3089DE1CB02C}"/>
                </a:ext>
              </a:extLst>
            </p:cNvPr>
            <p:cNvSpPr>
              <a:spLocks noChangeArrowheads="1"/>
            </p:cNvSpPr>
            <p:nvPr/>
          </p:nvSpPr>
          <p:spPr bwMode="gray">
            <a:xfrm flipH="1">
              <a:off x="5738" y="3685"/>
              <a:ext cx="181" cy="181"/>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7" name="Rectangle 17">
              <a:extLst>
                <a:ext uri="{FF2B5EF4-FFF2-40B4-BE49-F238E27FC236}">
                  <a16:creationId xmlns:a16="http://schemas.microsoft.com/office/drawing/2014/main" id="{57C10381-2534-4DD6-9C40-82F19E3CE126}"/>
                </a:ext>
              </a:extLst>
            </p:cNvPr>
            <p:cNvSpPr>
              <a:spLocks noChangeArrowheads="1"/>
            </p:cNvSpPr>
            <p:nvPr/>
          </p:nvSpPr>
          <p:spPr bwMode="gray">
            <a:xfrm flipH="1">
              <a:off x="5693" y="4138"/>
              <a:ext cx="91" cy="91"/>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8" name="Rectangle 18">
              <a:extLst>
                <a:ext uri="{FF2B5EF4-FFF2-40B4-BE49-F238E27FC236}">
                  <a16:creationId xmlns:a16="http://schemas.microsoft.com/office/drawing/2014/main" id="{552B9690-5DAF-455D-B69F-B84281F70AF6}"/>
                </a:ext>
              </a:extLst>
            </p:cNvPr>
            <p:cNvSpPr>
              <a:spLocks noChangeArrowheads="1"/>
            </p:cNvSpPr>
            <p:nvPr/>
          </p:nvSpPr>
          <p:spPr bwMode="gray">
            <a:xfrm flipH="1">
              <a:off x="5511" y="3912"/>
              <a:ext cx="136" cy="137"/>
            </a:xfrm>
            <a:prstGeom prst="rect">
              <a:avLst/>
            </a:prstGeom>
            <a:noFill/>
            <a:ln w="9525">
              <a:solidFill>
                <a:srgbClr val="FFFFFF"/>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19" name="Rectangle 19">
              <a:extLst>
                <a:ext uri="{FF2B5EF4-FFF2-40B4-BE49-F238E27FC236}">
                  <a16:creationId xmlns:a16="http://schemas.microsoft.com/office/drawing/2014/main" id="{9282E711-DB81-4D86-AEA8-A991D6864CB7}"/>
                </a:ext>
              </a:extLst>
            </p:cNvPr>
            <p:cNvSpPr>
              <a:spLocks noChangeArrowheads="1"/>
            </p:cNvSpPr>
            <p:nvPr/>
          </p:nvSpPr>
          <p:spPr bwMode="gray">
            <a:xfrm flipH="1">
              <a:off x="5874" y="3050"/>
              <a:ext cx="318" cy="321"/>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0" name="Rectangle 20">
              <a:extLst>
                <a:ext uri="{FF2B5EF4-FFF2-40B4-BE49-F238E27FC236}">
                  <a16:creationId xmlns:a16="http://schemas.microsoft.com/office/drawing/2014/main" id="{F3C5FA54-AD7B-419B-AF16-23A7F9993E07}"/>
                </a:ext>
              </a:extLst>
            </p:cNvPr>
            <p:cNvSpPr>
              <a:spLocks noChangeArrowheads="1"/>
            </p:cNvSpPr>
            <p:nvPr/>
          </p:nvSpPr>
          <p:spPr bwMode="gray">
            <a:xfrm>
              <a:off x="5420" y="1031"/>
              <a:ext cx="454" cy="454"/>
            </a:xfrm>
            <a:prstGeom prst="rect">
              <a:avLst/>
            </a:prstGeom>
            <a:solidFill>
              <a:srgbClr val="FFFFFF"/>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21" name="Rectangle 21">
              <a:extLst>
                <a:ext uri="{FF2B5EF4-FFF2-40B4-BE49-F238E27FC236}">
                  <a16:creationId xmlns:a16="http://schemas.microsoft.com/office/drawing/2014/main" id="{9F266A11-35AB-42CB-811E-7707DC807216}"/>
                </a:ext>
              </a:extLst>
            </p:cNvPr>
            <p:cNvSpPr>
              <a:spLocks noChangeArrowheads="1"/>
            </p:cNvSpPr>
            <p:nvPr/>
          </p:nvSpPr>
          <p:spPr bwMode="gray">
            <a:xfrm>
              <a:off x="5182" y="1678"/>
              <a:ext cx="122" cy="113"/>
            </a:xfrm>
            <a:prstGeom prst="rect">
              <a:avLst/>
            </a:prstGeom>
            <a:solidFill>
              <a:srgbClr val="E8E8E8"/>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sp>
        <p:nvSpPr>
          <p:cNvPr id="2" name="タイトル 1"/>
          <p:cNvSpPr>
            <a:spLocks noGrp="1"/>
          </p:cNvSpPr>
          <p:nvPr>
            <p:ph type="title"/>
          </p:nvPr>
        </p:nvSpPr>
        <p:spPr>
          <a:xfrm>
            <a:off x="486358" y="1774089"/>
            <a:ext cx="7708561" cy="547291"/>
          </a:xfrm>
          <a:noFill/>
          <a:ln>
            <a:noFill/>
          </a:ln>
          <a:effectLst/>
        </p:spPr>
        <p:txBody>
          <a:bodyPr lIns="0" rIns="0" bIns="54000"/>
          <a:lstStyle>
            <a:lvl1pPr>
              <a:defRPr lang="ja-JP" altLang="en-US" sz="3202" b="0" dirty="0">
                <a:solidFill>
                  <a:srgbClr val="000000"/>
                </a:solidFill>
                <a:latin typeface="HGP創英角ｺﾞｼｯｸUB" pitchFamily="50" charset="-128"/>
                <a:ea typeface="HGP創英角ｺﾞｼｯｸUB" pitchFamily="50" charset="-128"/>
              </a:defRPr>
            </a:lvl1pPr>
          </a:lstStyle>
          <a:p>
            <a:pPr lvl="0"/>
            <a:r>
              <a:rPr lang="ja-JP" altLang="en-US"/>
              <a:t>マスター タイトルの書式設定</a:t>
            </a:r>
          </a:p>
        </p:txBody>
      </p:sp>
    </p:spTree>
    <p:extLst>
      <p:ext uri="{BB962C8B-B14F-4D97-AF65-F5344CB8AC3E}">
        <p14:creationId xmlns:p14="http://schemas.microsoft.com/office/powerpoint/2010/main" val="25886100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本文">
    <p:spTree>
      <p:nvGrpSpPr>
        <p:cNvPr id="1" name=""/>
        <p:cNvGrpSpPr/>
        <p:nvPr/>
      </p:nvGrpSpPr>
      <p:grpSpPr>
        <a:xfrm>
          <a:off x="0" y="0"/>
          <a:ext cx="0" cy="0"/>
          <a:chOff x="0" y="0"/>
          <a:chExt cx="0" cy="0"/>
        </a:xfrm>
      </p:grpSpPr>
      <p:pic>
        <p:nvPicPr>
          <p:cNvPr id="3" name="Picture 2" descr="K:\共有\02_デザイン\01_作業中\C08-817(シス統川嵜／田村）\ITロゴ_グラデカラー.emf">
            <a:extLst>
              <a:ext uri="{FF2B5EF4-FFF2-40B4-BE49-F238E27FC236}">
                <a16:creationId xmlns:a16="http://schemas.microsoft.com/office/drawing/2014/main" id="{F079BB68-0268-48B8-A827-D385A7F6B0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075" y="46038"/>
            <a:ext cx="3773488"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title"/>
          </p:nvPr>
        </p:nvSpPr>
        <p:spPr>
          <a:noFill/>
          <a:ln>
            <a:noFill/>
          </a:ln>
          <a:effectLst/>
        </p:spPr>
        <p:txBody>
          <a:bodyPr/>
          <a:lstStyle>
            <a:lvl1pPr>
              <a:defRPr lang="ja-JP" altLang="en-US" dirty="0"/>
            </a:lvl1pPr>
          </a:lstStyle>
          <a:p>
            <a:pPr lvl="0"/>
            <a:r>
              <a:rPr lang="ja-JP" altLang="en-US"/>
              <a:t>マスター タイトルの書式設定</a:t>
            </a:r>
          </a:p>
        </p:txBody>
      </p:sp>
      <p:sp>
        <p:nvSpPr>
          <p:cNvPr id="4" name="フッター プレースホルダー 3">
            <a:extLst>
              <a:ext uri="{FF2B5EF4-FFF2-40B4-BE49-F238E27FC236}">
                <a16:creationId xmlns:a16="http://schemas.microsoft.com/office/drawing/2014/main" id="{F6477D4D-6778-45C2-BA9C-574C1B392452}"/>
              </a:ext>
            </a:extLst>
          </p:cNvPr>
          <p:cNvSpPr>
            <a:spLocks noGrp="1"/>
          </p:cNvSpPr>
          <p:nvPr>
            <p:ph type="ftr" sz="quarter" idx="10"/>
          </p:nvPr>
        </p:nvSpPr>
        <p:spPr/>
        <p:txBody>
          <a:bodyPr/>
          <a:lstStyle>
            <a:lvl1pPr algn="r" defTabSz="987955" fontAlgn="auto">
              <a:spcBef>
                <a:spcPts val="0"/>
              </a:spcBef>
              <a:spcAft>
                <a:spcPts val="0"/>
              </a:spcAft>
              <a:defRPr/>
            </a:lvl1pPr>
          </a:lstStyle>
          <a:p>
            <a:pPr>
              <a:defRPr/>
            </a:pPr>
            <a:endParaRPr/>
          </a:p>
        </p:txBody>
      </p:sp>
      <p:sp>
        <p:nvSpPr>
          <p:cNvPr id="5" name="スライド番号プレースホルダー 4">
            <a:extLst>
              <a:ext uri="{FF2B5EF4-FFF2-40B4-BE49-F238E27FC236}">
                <a16:creationId xmlns:a16="http://schemas.microsoft.com/office/drawing/2014/main" id="{69CB9C5E-9016-4BF3-8131-5CCAA7FF036E}"/>
              </a:ext>
            </a:extLst>
          </p:cNvPr>
          <p:cNvSpPr>
            <a:spLocks noGrp="1"/>
          </p:cNvSpPr>
          <p:nvPr>
            <p:ph type="sldNum" sz="quarter" idx="11"/>
          </p:nvPr>
        </p:nvSpPr>
        <p:spPr/>
        <p:txBody>
          <a:bodyPr/>
          <a:lstStyle>
            <a:lvl1pPr defTabSz="987425">
              <a:defRPr/>
            </a:lvl1pPr>
          </a:lstStyle>
          <a:p>
            <a:pPr>
              <a:defRPr/>
            </a:pPr>
            <a:fld id="{72DAC3B3-A9DB-45E1-9E01-EFCF83606DB9}" type="slidenum">
              <a:rPr lang="en-US" altLang="ja-JP"/>
              <a:pPr>
                <a:defRPr/>
              </a:pPr>
              <a:t>‹#›</a:t>
            </a:fld>
            <a:endParaRPr lang="en-US" altLang="en-US"/>
          </a:p>
        </p:txBody>
      </p:sp>
    </p:spTree>
    <p:extLst>
      <p:ext uri="{BB962C8B-B14F-4D97-AF65-F5344CB8AC3E}">
        <p14:creationId xmlns:p14="http://schemas.microsoft.com/office/powerpoint/2010/main" val="93475124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4"/>
            <a:ext cx="7429500" cy="3192883"/>
          </a:xfrm>
          <a:prstGeom prst="rect">
            <a:avLst/>
          </a:prstGeom>
        </p:spPr>
        <p:txBody>
          <a:bodyPr anchor="ctr" anchorCtr="0"/>
          <a:lstStyle>
            <a:lvl1pPr algn="ctr">
              <a:defRPr sz="4062">
                <a:solidFill>
                  <a:schemeClr val="tx1"/>
                </a:solidFill>
                <a:latin typeface="ＭＳ Ｐゴシック" panose="020B0600070205080204" pitchFamily="50" charset="-128"/>
                <a:ea typeface="ＭＳ Ｐゴシック" panose="020B0600070205080204" pitchFamily="50"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585">
                <a:latin typeface="ＭＳ Ｐゴシック" panose="020B0600070205080204" pitchFamily="50" charset="-128"/>
                <a:ea typeface="ＭＳ Ｐゴシック" panose="020B0600070205080204" pitchFamily="50" charset="-128"/>
              </a:defRPr>
            </a:lvl1pPr>
            <a:lvl2pPr marL="342909" indent="0" algn="ctr">
              <a:buNone/>
              <a:defRPr sz="1500"/>
            </a:lvl2pPr>
            <a:lvl3pPr marL="685817" indent="0" algn="ctr">
              <a:buNone/>
              <a:defRPr sz="1350"/>
            </a:lvl3pPr>
            <a:lvl4pPr marL="1028726" indent="0" algn="ctr">
              <a:buNone/>
              <a:defRPr sz="1200"/>
            </a:lvl4pPr>
            <a:lvl5pPr marL="1371634" indent="0" algn="ctr">
              <a:buNone/>
              <a:defRPr sz="1200"/>
            </a:lvl5pPr>
            <a:lvl6pPr marL="1714543" indent="0" algn="ctr">
              <a:buNone/>
              <a:defRPr sz="1200"/>
            </a:lvl6pPr>
            <a:lvl7pPr marL="2057451" indent="0" algn="ctr">
              <a:buNone/>
              <a:defRPr sz="1200"/>
            </a:lvl7pPr>
            <a:lvl8pPr marL="2400360" indent="0" algn="ctr">
              <a:buNone/>
              <a:defRPr sz="1200"/>
            </a:lvl8pPr>
            <a:lvl9pPr marL="2743269" indent="0" algn="ctr">
              <a:buNone/>
              <a:defRPr sz="12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p:nvSpPr>
        <p:spPr bwMode="auto">
          <a:xfrm>
            <a:off x="734273" y="3429002"/>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1939"/>
              </a:lnSpc>
            </a:pPr>
            <a:endParaRPr lang="ja-JP" altLang="en-US" sz="1662">
              <a:solidFill>
                <a:srgbClr val="292929"/>
              </a:solidFill>
            </a:endParaRPr>
          </a:p>
        </p:txBody>
      </p:sp>
    </p:spTree>
    <p:extLst>
      <p:ext uri="{BB962C8B-B14F-4D97-AF65-F5344CB8AC3E}">
        <p14:creationId xmlns:p14="http://schemas.microsoft.com/office/powerpoint/2010/main" val="3289868631"/>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799" y="213718"/>
            <a:ext cx="9004301" cy="334962"/>
          </a:xfrm>
          <a:prstGeom prst="rect">
            <a:avLst/>
          </a:prstGeom>
        </p:spPr>
        <p:txBody>
          <a:bodyPr/>
          <a:lstStyle>
            <a:lvl1pPr>
              <a:defRPr b="0">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Tree>
    <p:extLst>
      <p:ext uri="{BB962C8B-B14F-4D97-AF65-F5344CB8AC3E}">
        <p14:creationId xmlns:p14="http://schemas.microsoft.com/office/powerpoint/2010/main" val="38627751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799" y="213718"/>
            <a:ext cx="9004301" cy="334962"/>
          </a:xfrm>
          <a:prstGeom prst="rect">
            <a:avLst/>
          </a:prstGeom>
        </p:spPr>
        <p:txBody>
          <a:bodyPr/>
          <a:lstStyle>
            <a:lvl1pPr>
              <a:defRPr>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Tree>
    <p:extLst>
      <p:ext uri="{BB962C8B-B14F-4D97-AF65-F5344CB8AC3E}">
        <p14:creationId xmlns:p14="http://schemas.microsoft.com/office/powerpoint/2010/main" val="171073082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白紙・中表紙">
    <p:spTree>
      <p:nvGrpSpPr>
        <p:cNvPr id="1" name=""/>
        <p:cNvGrpSpPr/>
        <p:nvPr/>
      </p:nvGrpSpPr>
      <p:grpSpPr>
        <a:xfrm>
          <a:off x="0" y="0"/>
          <a:ext cx="0" cy="0"/>
          <a:chOff x="0" y="0"/>
          <a:chExt cx="0" cy="0"/>
        </a:xfrm>
      </p:grpSpPr>
      <p:sp>
        <p:nvSpPr>
          <p:cNvPr id="3" name="正方形/長方形 2"/>
          <p:cNvSpPr/>
          <p:nvPr/>
        </p:nvSpPr>
        <p:spPr bwMode="auto">
          <a:xfrm>
            <a:off x="0" y="2"/>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sz="1662">
              <a:solidFill>
                <a:schemeClr val="tx1"/>
              </a:solidFill>
              <a:latin typeface="+mn-ea"/>
              <a:cs typeface="メイリオ" panose="020B0604030504040204" pitchFamily="50" charset="-128"/>
            </a:endParaRPr>
          </a:p>
        </p:txBody>
      </p:sp>
      <p:sp>
        <p:nvSpPr>
          <p:cNvPr id="2" name="タイトル 1"/>
          <p:cNvSpPr>
            <a:spLocks noGrp="1"/>
          </p:cNvSpPr>
          <p:nvPr>
            <p:ph type="title"/>
          </p:nvPr>
        </p:nvSpPr>
        <p:spPr>
          <a:xfrm>
            <a:off x="558799" y="3085949"/>
            <a:ext cx="9004301" cy="553998"/>
          </a:xfrm>
          <a:prstGeom prst="rect">
            <a:avLst/>
          </a:prstGeom>
        </p:spPr>
        <p:txBody>
          <a:bodyPr/>
          <a:lstStyle>
            <a:lvl1pPr algn="ctr">
              <a:defRPr sz="3323">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Tree>
    <p:extLst>
      <p:ext uri="{BB962C8B-B14F-4D97-AF65-F5344CB8AC3E}">
        <p14:creationId xmlns:p14="http://schemas.microsoft.com/office/powerpoint/2010/main" val="30319954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本文(総ページ表示なし)">
    <p:spTree>
      <p:nvGrpSpPr>
        <p:cNvPr id="1" name=""/>
        <p:cNvGrpSpPr/>
        <p:nvPr/>
      </p:nvGrpSpPr>
      <p:grpSpPr>
        <a:xfrm>
          <a:off x="0" y="0"/>
          <a:ext cx="0" cy="0"/>
          <a:chOff x="0" y="0"/>
          <a:chExt cx="0" cy="0"/>
        </a:xfrm>
      </p:grpSpPr>
      <p:sp>
        <p:nvSpPr>
          <p:cNvPr id="3" name="正方形/長方形 2"/>
          <p:cNvSpPr/>
          <p:nvPr/>
        </p:nvSpPr>
        <p:spPr bwMode="auto">
          <a:xfrm>
            <a:off x="9277463" y="6562727"/>
            <a:ext cx="628538" cy="29527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eaLnBrk="0" hangingPunct="0">
              <a:defRPr/>
            </a:pPr>
            <a:endParaRPr lang="ja-JP" altLang="en-US" sz="1477">
              <a:solidFill>
                <a:schemeClr val="tx2"/>
              </a:solidFill>
              <a:latin typeface="+mn-ea"/>
              <a:cs typeface="メイリオ" panose="020B0604030504040204" pitchFamily="50" charset="-128"/>
            </a:endParaRPr>
          </a:p>
        </p:txBody>
      </p:sp>
      <p:sp>
        <p:nvSpPr>
          <p:cNvPr id="2" name="タイトル 1"/>
          <p:cNvSpPr>
            <a:spLocks noGrp="1"/>
          </p:cNvSpPr>
          <p:nvPr>
            <p:ph type="title"/>
          </p:nvPr>
        </p:nvSpPr>
        <p:spPr>
          <a:xfrm>
            <a:off x="558799" y="213718"/>
            <a:ext cx="9004301" cy="334962"/>
          </a:xfrm>
          <a:prstGeom prst="rect">
            <a:avLst/>
          </a:prstGeom>
        </p:spPr>
        <p:txBody>
          <a:bodyPr/>
          <a:lstStyle>
            <a:lvl1pPr>
              <a:defRPr b="0">
                <a:solidFill>
                  <a:schemeClr val="tx1"/>
                </a:solidFill>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p>
        </p:txBody>
      </p:sp>
      <p:sp>
        <p:nvSpPr>
          <p:cNvPr id="4" name="Rectangle 22">
            <a:extLst>
              <a:ext uri="{FF2B5EF4-FFF2-40B4-BE49-F238E27FC236}">
                <a16:creationId xmlns:a16="http://schemas.microsoft.com/office/drawing/2014/main" id="{F066FA23-BE1C-4C2D-8D05-E65E0E392846}"/>
              </a:ext>
            </a:extLst>
          </p:cNvPr>
          <p:cNvSpPr>
            <a:spLocks noChangeArrowheads="1"/>
          </p:cNvSpPr>
          <p:nvPr/>
        </p:nvSpPr>
        <p:spPr bwMode="auto">
          <a:xfrm>
            <a:off x="9129465" y="6612248"/>
            <a:ext cx="735017" cy="291170"/>
          </a:xfrm>
          <a:prstGeom prst="rect">
            <a:avLst/>
          </a:prstGeom>
          <a:noFill/>
          <a:ln w="9525">
            <a:noFill/>
            <a:miter lim="800000"/>
            <a:headEnd/>
            <a:tailEnd/>
          </a:ln>
          <a:effectLst/>
        </p:spPr>
        <p:txBody>
          <a:bodyPr wrap="square" anchor="ctr">
            <a:spAutoFit/>
          </a:bodyPr>
          <a:lstStyle/>
          <a:p>
            <a:pPr algn="ctr">
              <a:defRPr/>
            </a:pPr>
            <a:fld id="{8A78A693-3208-4FB2-91F2-7485DAC6A137}" type="slidenum">
              <a:rPr lang="en-US" altLang="ja-JP" sz="1292"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292">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1108"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Rectangle 20">
            <a:extLst>
              <a:ext uri="{FF2B5EF4-FFF2-40B4-BE49-F238E27FC236}">
                <a16:creationId xmlns:a16="http://schemas.microsoft.com/office/drawing/2014/main" id="{1AE5FD77-33F8-47EE-90D6-722F93DCC3B5}"/>
              </a:ext>
            </a:extLst>
          </p:cNvPr>
          <p:cNvSpPr>
            <a:spLocks noChangeArrowheads="1"/>
          </p:cNvSpPr>
          <p:nvPr/>
        </p:nvSpPr>
        <p:spPr bwMode="auto">
          <a:xfrm>
            <a:off x="-2175791" y="4975702"/>
            <a:ext cx="2044700" cy="1661988"/>
          </a:xfrm>
          <a:prstGeom prst="rect">
            <a:avLst/>
          </a:prstGeom>
          <a:solidFill>
            <a:schemeClr val="bg1"/>
          </a:solidFill>
          <a:ln w="3175" algn="ctr">
            <a:solidFill>
              <a:schemeClr val="bg2"/>
            </a:solidFill>
            <a:miter lim="800000"/>
            <a:headEnd/>
            <a:tailEnd/>
          </a:ln>
          <a:effectLst>
            <a:outerShdw dist="35921" dir="2700000" algn="ctr" rotWithShape="0">
              <a:schemeClr val="bg2"/>
            </a:outerShdw>
          </a:effectLst>
        </p:spPr>
        <p:txBody>
          <a:bodyPr wrap="square" lIns="166154" tIns="166154" rIns="166154" bIns="166154" anchor="ctr">
            <a:no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sz="738"/>
          </a:p>
        </p:txBody>
      </p:sp>
      <p:sp>
        <p:nvSpPr>
          <p:cNvPr id="6" name="Rectangle 21">
            <a:extLst>
              <a:ext uri="{FF2B5EF4-FFF2-40B4-BE49-F238E27FC236}">
                <a16:creationId xmlns:a16="http://schemas.microsoft.com/office/drawing/2014/main" id="{C1575839-B912-46A7-979D-8B080A070C9E}"/>
              </a:ext>
            </a:extLst>
          </p:cNvPr>
          <p:cNvSpPr>
            <a:spLocks noChangeArrowheads="1"/>
          </p:cNvSpPr>
          <p:nvPr/>
        </p:nvSpPr>
        <p:spPr bwMode="auto">
          <a:xfrm>
            <a:off x="-493042" y="5738311"/>
            <a:ext cx="236538" cy="223837"/>
          </a:xfrm>
          <a:prstGeom prst="rect">
            <a:avLst/>
          </a:prstGeom>
          <a:solidFill>
            <a:srgbClr val="376092"/>
          </a:solidFill>
          <a:ln>
            <a:noFill/>
          </a:ln>
          <a:effec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sz="738"/>
          </a:p>
        </p:txBody>
      </p:sp>
      <p:sp>
        <p:nvSpPr>
          <p:cNvPr id="7" name="Rectangle 22">
            <a:extLst>
              <a:ext uri="{FF2B5EF4-FFF2-40B4-BE49-F238E27FC236}">
                <a16:creationId xmlns:a16="http://schemas.microsoft.com/office/drawing/2014/main" id="{6133ECE9-FDFF-4CB8-8168-1B3208C75A25}"/>
              </a:ext>
            </a:extLst>
          </p:cNvPr>
          <p:cNvSpPr>
            <a:spLocks noChangeArrowheads="1"/>
          </p:cNvSpPr>
          <p:nvPr/>
        </p:nvSpPr>
        <p:spPr bwMode="auto">
          <a:xfrm>
            <a:off x="-2175792" y="5748626"/>
            <a:ext cx="1584325" cy="269754"/>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US" altLang="ja-JP" sz="1015">
                <a:ea typeface="ＭＳ Ｐゴシック" pitchFamily="50" charset="-128"/>
              </a:rPr>
              <a:t>Blue(2)</a:t>
            </a:r>
            <a:endParaRPr kumimoji="0" lang="en-GB" altLang="ja-JP" sz="1015">
              <a:ea typeface="ＭＳ Ｐゴシック" pitchFamily="50" charset="-128"/>
            </a:endParaRPr>
          </a:p>
          <a:p>
            <a:pPr algn="r" eaLnBrk="1" hangingPunct="1">
              <a:lnSpc>
                <a:spcPct val="65000"/>
              </a:lnSpc>
              <a:spcBef>
                <a:spcPct val="20000"/>
              </a:spcBef>
              <a:spcAft>
                <a:spcPct val="20000"/>
              </a:spcAft>
              <a:defRPr/>
            </a:pPr>
            <a:r>
              <a:rPr kumimoji="0" lang="en-GB" altLang="ja-JP" sz="1015"/>
              <a:t>RGB= 55,</a:t>
            </a:r>
            <a:r>
              <a:rPr kumimoji="0" lang="en-US" altLang="ja-JP" sz="1015"/>
              <a:t>96</a:t>
            </a:r>
            <a:r>
              <a:rPr kumimoji="0" lang="en-GB" altLang="ja-JP" sz="1015"/>
              <a:t>,146</a:t>
            </a:r>
          </a:p>
        </p:txBody>
      </p:sp>
      <p:grpSp>
        <p:nvGrpSpPr>
          <p:cNvPr id="8" name="Group 23">
            <a:extLst>
              <a:ext uri="{FF2B5EF4-FFF2-40B4-BE49-F238E27FC236}">
                <a16:creationId xmlns:a16="http://schemas.microsoft.com/office/drawing/2014/main" id="{F4D799C3-1B1B-4DD9-A97C-3DD8C980A011}"/>
              </a:ext>
            </a:extLst>
          </p:cNvPr>
          <p:cNvGrpSpPr>
            <a:grpSpLocks/>
          </p:cNvGrpSpPr>
          <p:nvPr/>
        </p:nvGrpSpPr>
        <p:grpSpPr bwMode="auto">
          <a:xfrm>
            <a:off x="-2175792" y="5185138"/>
            <a:ext cx="1919288" cy="292100"/>
            <a:chOff x="-1379" y="3713"/>
            <a:chExt cx="1209" cy="184"/>
          </a:xfrm>
        </p:grpSpPr>
        <p:sp>
          <p:nvSpPr>
            <p:cNvPr id="9" name="Rectangle 24">
              <a:extLst>
                <a:ext uri="{FF2B5EF4-FFF2-40B4-BE49-F238E27FC236}">
                  <a16:creationId xmlns:a16="http://schemas.microsoft.com/office/drawing/2014/main" id="{F5468B33-FE8C-40D2-8F5E-54F8B420B1B0}"/>
                </a:ext>
              </a:extLst>
            </p:cNvPr>
            <p:cNvSpPr>
              <a:spLocks noChangeArrowheads="1"/>
            </p:cNvSpPr>
            <p:nvPr userDrawn="1"/>
          </p:nvSpPr>
          <p:spPr bwMode="auto">
            <a:xfrm>
              <a:off x="-319" y="3713"/>
              <a:ext cx="149" cy="141"/>
            </a:xfrm>
            <a:prstGeom prst="rect">
              <a:avLst/>
            </a:prstGeom>
            <a:solidFill>
              <a:srgbClr val="0075BF"/>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sz="738"/>
            </a:p>
          </p:txBody>
        </p:sp>
        <p:sp>
          <p:nvSpPr>
            <p:cNvPr id="10" name="Rectangle 25">
              <a:extLst>
                <a:ext uri="{FF2B5EF4-FFF2-40B4-BE49-F238E27FC236}">
                  <a16:creationId xmlns:a16="http://schemas.microsoft.com/office/drawing/2014/main" id="{531EA692-B1F2-4533-8573-DF1C1B991DD8}"/>
                </a:ext>
              </a:extLst>
            </p:cNvPr>
            <p:cNvSpPr>
              <a:spLocks noChangeArrowheads="1"/>
            </p:cNvSpPr>
            <p:nvPr userDrawn="1"/>
          </p:nvSpPr>
          <p:spPr bwMode="auto">
            <a:xfrm>
              <a:off x="-1379" y="3727"/>
              <a:ext cx="998" cy="17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015">
                  <a:ea typeface="ＭＳ Ｐゴシック" pitchFamily="50" charset="-128"/>
                </a:rPr>
                <a:t>Blue</a:t>
              </a:r>
              <a:r>
                <a:rPr kumimoji="0" lang="en-US" altLang="ja-JP" sz="1015">
                  <a:ea typeface="ＭＳ Ｐゴシック" pitchFamily="50" charset="-128"/>
                </a:rPr>
                <a:t>(1)</a:t>
              </a:r>
              <a:endParaRPr kumimoji="0" lang="en-GB" altLang="ja-JP" sz="1015">
                <a:ea typeface="ＭＳ Ｐゴシック" pitchFamily="50" charset="-128"/>
              </a:endParaRPr>
            </a:p>
            <a:p>
              <a:pPr algn="r" eaLnBrk="1" hangingPunct="1">
                <a:lnSpc>
                  <a:spcPct val="65000"/>
                </a:lnSpc>
                <a:spcBef>
                  <a:spcPct val="20000"/>
                </a:spcBef>
                <a:spcAft>
                  <a:spcPct val="20000"/>
                </a:spcAft>
                <a:defRPr/>
              </a:pPr>
              <a:r>
                <a:rPr kumimoji="0" lang="en-GB" altLang="ja-JP" sz="1015"/>
                <a:t>RGB= 0,117,191</a:t>
              </a:r>
            </a:p>
          </p:txBody>
        </p:sp>
      </p:grpSp>
      <p:grpSp>
        <p:nvGrpSpPr>
          <p:cNvPr id="11" name="Group 26">
            <a:extLst>
              <a:ext uri="{FF2B5EF4-FFF2-40B4-BE49-F238E27FC236}">
                <a16:creationId xmlns:a16="http://schemas.microsoft.com/office/drawing/2014/main" id="{8BD273F7-C5B5-4B7F-B42D-5097A0B999E8}"/>
              </a:ext>
            </a:extLst>
          </p:cNvPr>
          <p:cNvGrpSpPr>
            <a:grpSpLocks/>
          </p:cNvGrpSpPr>
          <p:nvPr/>
        </p:nvGrpSpPr>
        <p:grpSpPr bwMode="auto">
          <a:xfrm>
            <a:off x="-2175792" y="6212126"/>
            <a:ext cx="1919288" cy="292100"/>
            <a:chOff x="-1379" y="4611"/>
            <a:chExt cx="1209" cy="184"/>
          </a:xfrm>
        </p:grpSpPr>
        <p:sp>
          <p:nvSpPr>
            <p:cNvPr id="12" name="Rectangle 27">
              <a:extLst>
                <a:ext uri="{FF2B5EF4-FFF2-40B4-BE49-F238E27FC236}">
                  <a16:creationId xmlns:a16="http://schemas.microsoft.com/office/drawing/2014/main" id="{B81B691A-BFAF-4FD0-B9E7-09B7FAD3FB16}"/>
                </a:ext>
              </a:extLst>
            </p:cNvPr>
            <p:cNvSpPr>
              <a:spLocks noChangeArrowheads="1"/>
            </p:cNvSpPr>
            <p:nvPr userDrawn="1"/>
          </p:nvSpPr>
          <p:spPr bwMode="auto">
            <a:xfrm>
              <a:off x="-319" y="4611"/>
              <a:ext cx="149" cy="141"/>
            </a:xfrm>
            <a:prstGeom prst="rect">
              <a:avLst/>
            </a:prstGeom>
            <a:solidFill>
              <a:srgbClr val="DDDDDD"/>
            </a:solidFill>
            <a:ln>
              <a:noFill/>
            </a:ln>
            <a:effectLst/>
            <a:extLs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eaLnBrk="1" hangingPunct="1">
                <a:defRPr/>
              </a:pPr>
              <a:endParaRPr lang="ja-JP" altLang="en-US" sz="738"/>
            </a:p>
          </p:txBody>
        </p:sp>
        <p:sp>
          <p:nvSpPr>
            <p:cNvPr id="13" name="Rectangle 28">
              <a:extLst>
                <a:ext uri="{FF2B5EF4-FFF2-40B4-BE49-F238E27FC236}">
                  <a16:creationId xmlns:a16="http://schemas.microsoft.com/office/drawing/2014/main" id="{0B8886FF-4CC8-44E5-BD22-99B41A762DFA}"/>
                </a:ext>
              </a:extLst>
            </p:cNvPr>
            <p:cNvSpPr>
              <a:spLocks noChangeArrowheads="1"/>
            </p:cNvSpPr>
            <p:nvPr userDrawn="1"/>
          </p:nvSpPr>
          <p:spPr bwMode="auto">
            <a:xfrm>
              <a:off x="-1379" y="4625"/>
              <a:ext cx="998" cy="17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kumimoji="1" sz="800">
                  <a:solidFill>
                    <a:schemeClr val="tx1"/>
                  </a:solidFill>
                  <a:latin typeface="Arial" pitchFamily="34" charset="0"/>
                  <a:ea typeface="HGPｺﾞｼｯｸM" pitchFamily="50" charset="-128"/>
                </a:defRPr>
              </a:lvl1pPr>
              <a:lvl2pPr marL="742950" indent="-285750" eaLnBrk="0" hangingPunct="0">
                <a:defRPr kumimoji="1" sz="800">
                  <a:solidFill>
                    <a:schemeClr val="tx1"/>
                  </a:solidFill>
                  <a:latin typeface="Arial" pitchFamily="34" charset="0"/>
                  <a:ea typeface="HGPｺﾞｼｯｸM" pitchFamily="50" charset="-128"/>
                </a:defRPr>
              </a:lvl2pPr>
              <a:lvl3pPr marL="1143000" indent="-228600" eaLnBrk="0" hangingPunct="0">
                <a:defRPr kumimoji="1" sz="800">
                  <a:solidFill>
                    <a:schemeClr val="tx1"/>
                  </a:solidFill>
                  <a:latin typeface="Arial" pitchFamily="34" charset="0"/>
                  <a:ea typeface="HGPｺﾞｼｯｸM" pitchFamily="50" charset="-128"/>
                </a:defRPr>
              </a:lvl3pPr>
              <a:lvl4pPr marL="1600200" indent="-228600" eaLnBrk="0" hangingPunct="0">
                <a:defRPr kumimoji="1" sz="800">
                  <a:solidFill>
                    <a:schemeClr val="tx1"/>
                  </a:solidFill>
                  <a:latin typeface="Arial" pitchFamily="34" charset="0"/>
                  <a:ea typeface="HGPｺﾞｼｯｸM" pitchFamily="50" charset="-128"/>
                </a:defRPr>
              </a:lvl4pPr>
              <a:lvl5pPr marL="2057400" indent="-228600" eaLnBrk="0" hangingPunct="0">
                <a:defRPr kumimoji="1" sz="800">
                  <a:solidFill>
                    <a:schemeClr val="tx1"/>
                  </a:solidFill>
                  <a:latin typeface="Arial" pitchFamily="34" charset="0"/>
                  <a:ea typeface="HGPｺﾞｼｯｸM" pitchFamily="50" charset="-128"/>
                </a:defRPr>
              </a:lvl5pPr>
              <a:lvl6pPr marL="25146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6pPr>
              <a:lvl7pPr marL="29718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7pPr>
              <a:lvl8pPr marL="34290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8pPr>
              <a:lvl9pPr marL="3886200" indent="-228600" eaLnBrk="0" fontAlgn="base" hangingPunct="0">
                <a:spcBef>
                  <a:spcPct val="0"/>
                </a:spcBef>
                <a:spcAft>
                  <a:spcPct val="0"/>
                </a:spcAft>
                <a:defRPr kumimoji="1" sz="800">
                  <a:solidFill>
                    <a:schemeClr val="tx1"/>
                  </a:solidFill>
                  <a:latin typeface="Arial" pitchFamily="34" charset="0"/>
                  <a:ea typeface="HGPｺﾞｼｯｸM" pitchFamily="50" charset="-128"/>
                </a:defRPr>
              </a:lvl9pPr>
            </a:lstStyle>
            <a:p>
              <a:pPr algn="r" eaLnBrk="1" hangingPunct="1">
                <a:lnSpc>
                  <a:spcPct val="65000"/>
                </a:lnSpc>
                <a:spcBef>
                  <a:spcPct val="20000"/>
                </a:spcBef>
                <a:spcAft>
                  <a:spcPct val="20000"/>
                </a:spcAft>
                <a:defRPr/>
              </a:pPr>
              <a:r>
                <a:rPr kumimoji="0" lang="en-GB" altLang="ja-JP" sz="1015">
                  <a:ea typeface="ＭＳ Ｐゴシック" pitchFamily="50" charset="-128"/>
                </a:rPr>
                <a:t>Grey</a:t>
              </a:r>
            </a:p>
            <a:p>
              <a:pPr algn="r" eaLnBrk="1" hangingPunct="1">
                <a:lnSpc>
                  <a:spcPct val="65000"/>
                </a:lnSpc>
                <a:spcBef>
                  <a:spcPct val="20000"/>
                </a:spcBef>
                <a:spcAft>
                  <a:spcPct val="20000"/>
                </a:spcAft>
                <a:defRPr/>
              </a:pPr>
              <a:r>
                <a:rPr kumimoji="0" lang="en-GB" altLang="ja-JP" sz="1015"/>
                <a:t>RGB= 221,221,221</a:t>
              </a:r>
            </a:p>
          </p:txBody>
        </p:sp>
      </p:grpSp>
    </p:spTree>
    <p:extLst>
      <p:ext uri="{BB962C8B-B14F-4D97-AF65-F5344CB8AC3E}">
        <p14:creationId xmlns:p14="http://schemas.microsoft.com/office/powerpoint/2010/main" val="15881070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DBDCE9B-7BED-48EF-802A-D7C5C85E7F8B}"/>
              </a:ext>
            </a:extLst>
          </p:cNvPr>
          <p:cNvSpPr>
            <a:spLocks noGrp="1"/>
          </p:cNvSpPr>
          <p:nvPr>
            <p:ph type="dt" sz="half" idx="10"/>
          </p:nvPr>
        </p:nvSpPr>
        <p:spPr/>
        <p:txBody>
          <a:bodyPr/>
          <a:lstStyle/>
          <a:p>
            <a:fld id="{28DDA953-263E-44A1-A1E6-BFFF6251280B}" type="datetimeFigureOut">
              <a:rPr kumimoji="1" lang="ja-JP" altLang="en-US" smtClean="0"/>
              <a:t>2025/10/21</a:t>
            </a:fld>
            <a:endParaRPr kumimoji="1" lang="ja-JP" altLang="en-US"/>
          </a:p>
        </p:txBody>
      </p:sp>
      <p:sp>
        <p:nvSpPr>
          <p:cNvPr id="3" name="フッター プレースホルダー 2">
            <a:extLst>
              <a:ext uri="{FF2B5EF4-FFF2-40B4-BE49-F238E27FC236}">
                <a16:creationId xmlns:a16="http://schemas.microsoft.com/office/drawing/2014/main" id="{FA2A086D-4026-4EC3-BE28-25076AA94BD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0F1678E-A1F8-403E-BEF1-EDA5A7CB1356}"/>
              </a:ext>
            </a:extLst>
          </p:cNvPr>
          <p:cNvSpPr>
            <a:spLocks noGrp="1"/>
          </p:cNvSpPr>
          <p:nvPr>
            <p:ph type="sldNum" sz="quarter" idx="12"/>
          </p:nvPr>
        </p:nvSpPr>
        <p:spPr/>
        <p:txBody>
          <a:bodyPr/>
          <a:lstStyle/>
          <a:p>
            <a:fld id="{F7F047BF-A47B-4DF5-9359-6DA6607FF68E}" type="slidenum">
              <a:rPr kumimoji="1" lang="ja-JP" altLang="en-US" smtClean="0"/>
              <a:t>‹#›</a:t>
            </a:fld>
            <a:endParaRPr kumimoji="1" lang="ja-JP" altLang="en-US"/>
          </a:p>
        </p:txBody>
      </p:sp>
    </p:spTree>
    <p:extLst>
      <p:ext uri="{BB962C8B-B14F-4D97-AF65-F5344CB8AC3E}">
        <p14:creationId xmlns:p14="http://schemas.microsoft.com/office/powerpoint/2010/main" val="16325981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E7B903-5636-4520-AED6-20D04AB2065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B3E18E6-A176-4353-BB2B-90AAA3DF9A3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600B358-D41B-4A92-85AB-688319AB4812}"/>
              </a:ext>
            </a:extLst>
          </p:cNvPr>
          <p:cNvSpPr>
            <a:spLocks noGrp="1"/>
          </p:cNvSpPr>
          <p:nvPr>
            <p:ph type="dt" sz="half" idx="10"/>
          </p:nvPr>
        </p:nvSpPr>
        <p:spPr/>
        <p:txBody>
          <a:bodyPr/>
          <a:lstStyle/>
          <a:p>
            <a:fld id="{F47FAF51-73D3-410B-864F-20CABC4B6D80}" type="datetimeFigureOut">
              <a:rPr kumimoji="1" lang="ja-JP" altLang="en-US" smtClean="0"/>
              <a:t>2025/10/21</a:t>
            </a:fld>
            <a:endParaRPr kumimoji="1" lang="ja-JP" altLang="en-US"/>
          </a:p>
        </p:txBody>
      </p:sp>
      <p:sp>
        <p:nvSpPr>
          <p:cNvPr id="5" name="フッター プレースホルダー 4">
            <a:extLst>
              <a:ext uri="{FF2B5EF4-FFF2-40B4-BE49-F238E27FC236}">
                <a16:creationId xmlns:a16="http://schemas.microsoft.com/office/drawing/2014/main" id="{D5DCAAFE-05DD-40A6-9833-4300024758F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2C6D0F-8ADC-4731-AD35-20A6E93F7561}"/>
              </a:ext>
            </a:extLst>
          </p:cNvPr>
          <p:cNvSpPr>
            <a:spLocks noGrp="1"/>
          </p:cNvSpPr>
          <p:nvPr>
            <p:ph type="sldNum" sz="quarter" idx="12"/>
          </p:nvPr>
        </p:nvSpPr>
        <p:spPr/>
        <p:txBody>
          <a:bodyPr/>
          <a:lstStyle/>
          <a:p>
            <a:fld id="{02BADFEF-1A9E-4AFA-B620-EB2A419FFE1A}" type="slidenum">
              <a:rPr kumimoji="1" lang="ja-JP" altLang="en-US" smtClean="0"/>
              <a:t>‹#›</a:t>
            </a:fld>
            <a:endParaRPr kumimoji="1" lang="ja-JP" altLang="en-US"/>
          </a:p>
        </p:txBody>
      </p:sp>
    </p:spTree>
    <p:extLst>
      <p:ext uri="{BB962C8B-B14F-4D97-AF65-F5344CB8AC3E}">
        <p14:creationId xmlns:p14="http://schemas.microsoft.com/office/powerpoint/2010/main" val="34993341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869403"/>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100" y="540057"/>
            <a:ext cx="373776" cy="298399"/>
          </a:xfrm>
          <a:prstGeom prst="rect">
            <a:avLst/>
          </a:prstGeom>
        </p:spPr>
      </p:pic>
      <p:pic>
        <p:nvPicPr>
          <p:cNvPr id="8" name="Picture 14" descr="日本総研">
            <a:extLst>
              <a:ext uri="{FF2B5EF4-FFF2-40B4-BE49-F238E27FC236}">
                <a16:creationId xmlns:a16="http://schemas.microsoft.com/office/drawing/2014/main" id="{14DC846A-D4A4-4289-91E9-CCE7035954F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351520" y="-888"/>
            <a:ext cx="1391109" cy="32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プレースホルダー 12">
            <a:extLst>
              <a:ext uri="{FF2B5EF4-FFF2-40B4-BE49-F238E27FC236}">
                <a16:creationId xmlns:a16="http://schemas.microsoft.com/office/drawing/2014/main" id="{74AA31E1-847F-4ECA-B694-8D7007B5391A}"/>
              </a:ext>
            </a:extLst>
          </p:cNvPr>
          <p:cNvSpPr>
            <a:spLocks noGrp="1"/>
          </p:cNvSpPr>
          <p:nvPr>
            <p:ph type="body" sz="quarter" idx="10"/>
          </p:nvPr>
        </p:nvSpPr>
        <p:spPr>
          <a:xfrm>
            <a:off x="8075689" y="360018"/>
            <a:ext cx="1665213" cy="501802"/>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sp>
        <p:nvSpPr>
          <p:cNvPr id="14" name="テキスト プレースホルダー 22">
            <a:extLst>
              <a:ext uri="{FF2B5EF4-FFF2-40B4-BE49-F238E27FC236}">
                <a16:creationId xmlns:a16="http://schemas.microsoft.com/office/drawing/2014/main" id="{2B936BF5-1FAB-48D2-B313-9E0D7172F145}"/>
              </a:ext>
            </a:extLst>
          </p:cNvPr>
          <p:cNvSpPr>
            <a:spLocks noGrp="1"/>
          </p:cNvSpPr>
          <p:nvPr>
            <p:ph type="body" sz="quarter" idx="12" hasCustomPrompt="1"/>
          </p:nvPr>
        </p:nvSpPr>
        <p:spPr>
          <a:xfrm>
            <a:off x="165100" y="949198"/>
            <a:ext cx="95758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endParaRPr kumimoji="1" lang="en-US" altLang="ja-JP"/>
          </a:p>
          <a:p>
            <a:pPr lvl="0"/>
            <a:endParaRPr kumimoji="1" lang="en-US" altLang="ja-JP"/>
          </a:p>
        </p:txBody>
      </p:sp>
      <p:sp>
        <p:nvSpPr>
          <p:cNvPr id="16" name="テキスト プレースホルダー 32">
            <a:extLst>
              <a:ext uri="{FF2B5EF4-FFF2-40B4-BE49-F238E27FC236}">
                <a16:creationId xmlns:a16="http://schemas.microsoft.com/office/drawing/2014/main" id="{58FF33D5-01F4-465C-BA1C-C08B3A01AD37}"/>
              </a:ext>
            </a:extLst>
          </p:cNvPr>
          <p:cNvSpPr>
            <a:spLocks noGrp="1"/>
          </p:cNvSpPr>
          <p:nvPr>
            <p:ph type="body" sz="quarter" idx="17"/>
          </p:nvPr>
        </p:nvSpPr>
        <p:spPr>
          <a:xfrm>
            <a:off x="165001" y="1663778"/>
            <a:ext cx="9576000" cy="4968797"/>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2" name="タイトル 1">
            <a:extLst>
              <a:ext uri="{FF2B5EF4-FFF2-40B4-BE49-F238E27FC236}">
                <a16:creationId xmlns:a16="http://schemas.microsoft.com/office/drawing/2014/main" id="{644BBCAC-BA76-4B87-9880-BB54E351C46A}"/>
              </a:ext>
            </a:extLst>
          </p:cNvPr>
          <p:cNvSpPr>
            <a:spLocks noGrp="1"/>
          </p:cNvSpPr>
          <p:nvPr>
            <p:ph type="title"/>
          </p:nvPr>
        </p:nvSpPr>
        <p:spPr>
          <a:xfrm>
            <a:off x="575090" y="258793"/>
            <a:ext cx="7464387" cy="575868"/>
          </a:xfrm>
          <a:prstGeom prst="rect">
            <a:avLst/>
          </a:prstGeom>
        </p:spPr>
        <p:txBody>
          <a:bodyPr anchor="b"/>
          <a:lstStyle>
            <a:lvl1pPr>
              <a:defRPr sz="180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4216389931"/>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表紙２">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4999" y="1330860"/>
            <a:ext cx="9575904"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3" name="テキスト プレースホルダー 12">
            <a:extLst>
              <a:ext uri="{FF2B5EF4-FFF2-40B4-BE49-F238E27FC236}">
                <a16:creationId xmlns:a16="http://schemas.microsoft.com/office/drawing/2014/main" id="{725886C3-2C5E-4259-9209-A673AD2F938C}"/>
              </a:ext>
            </a:extLst>
          </p:cNvPr>
          <p:cNvSpPr>
            <a:spLocks noGrp="1"/>
          </p:cNvSpPr>
          <p:nvPr>
            <p:ph type="body" sz="quarter" idx="10"/>
          </p:nvPr>
        </p:nvSpPr>
        <p:spPr>
          <a:xfrm>
            <a:off x="8003577" y="343240"/>
            <a:ext cx="1737327" cy="188019"/>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pic>
        <p:nvPicPr>
          <p:cNvPr id="14" name="Picture 14" descr="日本総研">
            <a:extLst>
              <a:ext uri="{FF2B5EF4-FFF2-40B4-BE49-F238E27FC236}">
                <a16:creationId xmlns:a16="http://schemas.microsoft.com/office/drawing/2014/main" id="{A1E681BE-DDDE-417A-8024-1FB575863D67}"/>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351520" y="-888"/>
            <a:ext cx="1391109" cy="32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2742238"/>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タイトルとテキスト（スローガン付き）">
    <p:spTree>
      <p:nvGrpSpPr>
        <p:cNvPr id="1" name=""/>
        <p:cNvGrpSpPr/>
        <p:nvPr/>
      </p:nvGrpSpPr>
      <p:grpSpPr>
        <a:xfrm>
          <a:off x="0" y="0"/>
          <a:ext cx="0" cy="0"/>
          <a:chOff x="0" y="0"/>
          <a:chExt cx="0" cy="0"/>
        </a:xfrm>
      </p:grpSpPr>
      <p:pic>
        <p:nvPicPr>
          <p:cNvPr id="10" name="図 9" descr="グラフィカル ユーザー インターフェイス, テキスト&#10;&#10;自動的に生成された説明">
            <a:extLst>
              <a:ext uri="{FF2B5EF4-FFF2-40B4-BE49-F238E27FC236}">
                <a16:creationId xmlns:a16="http://schemas.microsoft.com/office/drawing/2014/main" id="{3DE65290-C86F-42A0-A8E8-B1BC4CC3B1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3"/>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2" name="テキスト プレースホルダー 32">
            <a:extLst>
              <a:ext uri="{FF2B5EF4-FFF2-40B4-BE49-F238E27FC236}">
                <a16:creationId xmlns:a16="http://schemas.microsoft.com/office/drawing/2014/main" id="{767B8674-FB4E-49D8-B7D3-1BA8A8BB62AC}"/>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123227273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参考（スローガン付き）">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pic>
        <p:nvPicPr>
          <p:cNvPr id="13" name="図 12" descr="グラフィカル ユーザー インターフェイス, テキスト&#10;&#10;自動的に生成された説明">
            <a:extLst>
              <a:ext uri="{FF2B5EF4-FFF2-40B4-BE49-F238E27FC236}">
                <a16:creationId xmlns:a16="http://schemas.microsoft.com/office/drawing/2014/main" id="{FC4876AB-4E11-4200-9FD8-152DB3E7A33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Tree>
    <p:extLst>
      <p:ext uri="{BB962C8B-B14F-4D97-AF65-F5344CB8AC3E}">
        <p14:creationId xmlns:p14="http://schemas.microsoft.com/office/powerpoint/2010/main" val="1497910536"/>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タイトルとテキスト">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3702DEC3-BC55-4139-ACD8-8F210047B66F}"/>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CB065E3A-67FC-4775-A9B8-E90F1C103D1F}"/>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3048845316"/>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1452786219"/>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869403"/>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100" y="540055"/>
            <a:ext cx="373776" cy="298399"/>
          </a:xfrm>
          <a:prstGeom prst="rect">
            <a:avLst/>
          </a:prstGeom>
        </p:spPr>
      </p:pic>
      <p:pic>
        <p:nvPicPr>
          <p:cNvPr id="8" name="Picture 14" descr="日本総研">
            <a:extLst>
              <a:ext uri="{FF2B5EF4-FFF2-40B4-BE49-F238E27FC236}">
                <a16:creationId xmlns:a16="http://schemas.microsoft.com/office/drawing/2014/main" id="{14DC846A-D4A4-4289-91E9-CCE7035954F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268789" y="-889"/>
            <a:ext cx="1473840" cy="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プレースホルダー 12">
            <a:extLst>
              <a:ext uri="{FF2B5EF4-FFF2-40B4-BE49-F238E27FC236}">
                <a16:creationId xmlns:a16="http://schemas.microsoft.com/office/drawing/2014/main" id="{74AA31E1-847F-4ECA-B694-8D7007B5391A}"/>
              </a:ext>
            </a:extLst>
          </p:cNvPr>
          <p:cNvSpPr>
            <a:spLocks noGrp="1"/>
          </p:cNvSpPr>
          <p:nvPr>
            <p:ph type="body" sz="quarter" idx="10"/>
          </p:nvPr>
        </p:nvSpPr>
        <p:spPr>
          <a:xfrm>
            <a:off x="8075689" y="360018"/>
            <a:ext cx="1665213" cy="501802"/>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sp>
        <p:nvSpPr>
          <p:cNvPr id="14" name="テキスト プレースホルダー 22">
            <a:extLst>
              <a:ext uri="{FF2B5EF4-FFF2-40B4-BE49-F238E27FC236}">
                <a16:creationId xmlns:a16="http://schemas.microsoft.com/office/drawing/2014/main" id="{2B936BF5-1FAB-48D2-B313-9E0D7172F145}"/>
              </a:ext>
            </a:extLst>
          </p:cNvPr>
          <p:cNvSpPr>
            <a:spLocks noGrp="1"/>
          </p:cNvSpPr>
          <p:nvPr>
            <p:ph type="body" sz="quarter" idx="12" hasCustomPrompt="1"/>
          </p:nvPr>
        </p:nvSpPr>
        <p:spPr>
          <a:xfrm>
            <a:off x="165100" y="949198"/>
            <a:ext cx="95758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800"/>
            </a:lvl1pPr>
          </a:lstStyle>
          <a:p>
            <a:pPr lvl="0"/>
            <a:r>
              <a:rPr kumimoji="1" lang="ja-JP" altLang="en-US"/>
              <a:t>メッセージライン</a:t>
            </a:r>
            <a:endParaRPr kumimoji="1" lang="en-US" altLang="ja-JP"/>
          </a:p>
          <a:p>
            <a:pPr lvl="0"/>
            <a:endParaRPr kumimoji="1" lang="en-US" altLang="ja-JP"/>
          </a:p>
        </p:txBody>
      </p:sp>
      <p:sp>
        <p:nvSpPr>
          <p:cNvPr id="16" name="テキスト プレースホルダー 32">
            <a:extLst>
              <a:ext uri="{FF2B5EF4-FFF2-40B4-BE49-F238E27FC236}">
                <a16:creationId xmlns:a16="http://schemas.microsoft.com/office/drawing/2014/main" id="{58FF33D5-01F4-465C-BA1C-C08B3A01AD37}"/>
              </a:ext>
            </a:extLst>
          </p:cNvPr>
          <p:cNvSpPr>
            <a:spLocks noGrp="1"/>
          </p:cNvSpPr>
          <p:nvPr>
            <p:ph type="body" sz="quarter" idx="17"/>
          </p:nvPr>
        </p:nvSpPr>
        <p:spPr>
          <a:xfrm>
            <a:off x="165000" y="1663778"/>
            <a:ext cx="9576000" cy="4968797"/>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400"/>
            </a:lvl2pPr>
            <a:lvl3pPr marL="541338" indent="-182563">
              <a:lnSpc>
                <a:spcPct val="100000"/>
              </a:lnSpc>
              <a:spcBef>
                <a:spcPts val="600"/>
              </a:spcBef>
              <a:buClrTx/>
              <a:buFont typeface="Arial" panose="020B0604020202020204" pitchFamily="34" charset="0"/>
              <a:buChar char="•"/>
              <a:tabLst>
                <a:tab pos="541338" algn="l"/>
              </a:tabLst>
              <a:defRPr sz="1400"/>
            </a:lvl3pPr>
            <a:lvl4pPr marL="625475" indent="-119063">
              <a:lnSpc>
                <a:spcPct val="100000"/>
              </a:lnSpc>
              <a:spcBef>
                <a:spcPts val="600"/>
              </a:spcBef>
              <a:buFont typeface="Arial" panose="020B0604020202020204" pitchFamily="34" charset="0"/>
              <a:buChar char="•"/>
              <a:defRPr sz="1400"/>
            </a:lvl4pPr>
            <a:lvl5pPr marL="560388" indent="0">
              <a:buNone/>
              <a:defRPr sz="14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2" name="タイトル 1">
            <a:extLst>
              <a:ext uri="{FF2B5EF4-FFF2-40B4-BE49-F238E27FC236}">
                <a16:creationId xmlns:a16="http://schemas.microsoft.com/office/drawing/2014/main" id="{644BBCAC-BA76-4B87-9880-BB54E351C46A}"/>
              </a:ext>
            </a:extLst>
          </p:cNvPr>
          <p:cNvSpPr>
            <a:spLocks noGrp="1"/>
          </p:cNvSpPr>
          <p:nvPr>
            <p:ph type="title"/>
          </p:nvPr>
        </p:nvSpPr>
        <p:spPr>
          <a:xfrm>
            <a:off x="575089" y="301463"/>
            <a:ext cx="7464387" cy="575868"/>
          </a:xfrm>
          <a:prstGeom prst="rect">
            <a:avLst/>
          </a:prstGeom>
        </p:spPr>
        <p:txBody>
          <a:bodyPr anchor="b"/>
          <a:lstStyle>
            <a:lvl1pPr>
              <a:defRPr sz="2400" b="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714285448"/>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タイトルとテキスト（スローガン付き）">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000" y="207171"/>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22148"/>
            <a:ext cx="7392374" cy="338157"/>
          </a:xfrm>
          <a:prstGeom prst="rect">
            <a:avLst/>
          </a:prstGeom>
        </p:spPr>
        <p:txBody>
          <a:bodyPr/>
          <a:lstStyle>
            <a:lvl1pPr>
              <a:defRPr sz="2400" b="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0" y="613723"/>
            <a:ext cx="9576000" cy="601518"/>
          </a:xfrm>
          <a:prstGeom prst="rect">
            <a:avLst/>
          </a:prstGeom>
        </p:spPr>
        <p:txBody>
          <a:bodyPr/>
          <a:lstStyle>
            <a:lvl1pPr marL="90488" indent="-90488">
              <a:lnSpc>
                <a:spcPct val="100000"/>
              </a:lnSpc>
              <a:spcBef>
                <a:spcPts val="300"/>
              </a:spcBef>
              <a:buClr>
                <a:schemeClr val="tx1"/>
              </a:buClr>
              <a:buFont typeface="Arial" panose="020B0604020202020204" pitchFamily="34" charset="0"/>
              <a:buChar char="•"/>
              <a:defRPr sz="1800"/>
            </a:lvl1pPr>
          </a:lstStyle>
          <a:p>
            <a:pPr lvl="0"/>
            <a:r>
              <a:rPr kumimoji="1" lang="ja-JP" altLang="en-US"/>
              <a:t>メッセージライン</a:t>
            </a:r>
          </a:p>
        </p:txBody>
      </p:sp>
      <p:pic>
        <p:nvPicPr>
          <p:cNvPr id="9" name="図 8">
            <a:extLst>
              <a:ext uri="{FF2B5EF4-FFF2-40B4-BE49-F238E27FC236}">
                <a16:creationId xmlns:a16="http://schemas.microsoft.com/office/drawing/2014/main" id="{5BA3E437-4E2E-42D3-8285-FF96C153EC09}"/>
              </a:ext>
            </a:extLst>
          </p:cNvPr>
          <p:cNvPicPr>
            <a:picLocks noChangeAspect="1"/>
          </p:cNvPicPr>
          <p:nvPr userDrawn="1"/>
        </p:nvPicPr>
        <p:blipFill>
          <a:blip r:embed="rId3"/>
          <a:stretch>
            <a:fillRect/>
          </a:stretch>
        </p:blipFill>
        <p:spPr>
          <a:xfrm>
            <a:off x="8010914" y="107155"/>
            <a:ext cx="1730086" cy="367676"/>
          </a:xfrm>
          <a:prstGeom prst="rect">
            <a:avLst/>
          </a:prstGeom>
          <a:noFill/>
        </p:spPr>
      </p:pic>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400"/>
            </a:lvl2pPr>
            <a:lvl3pPr marL="541338" indent="-182563">
              <a:lnSpc>
                <a:spcPct val="100000"/>
              </a:lnSpc>
              <a:spcBef>
                <a:spcPts val="600"/>
              </a:spcBef>
              <a:buClrTx/>
              <a:buFont typeface="Arial" panose="020B0604020202020204" pitchFamily="34" charset="0"/>
              <a:buChar char="•"/>
              <a:tabLst>
                <a:tab pos="541338" algn="l"/>
              </a:tabLst>
              <a:defRPr sz="1400"/>
            </a:lvl3pPr>
            <a:lvl4pPr marL="625475" indent="-119063">
              <a:lnSpc>
                <a:spcPct val="100000"/>
              </a:lnSpc>
              <a:spcBef>
                <a:spcPts val="600"/>
              </a:spcBef>
              <a:buFont typeface="Arial" panose="020B0604020202020204" pitchFamily="34" charset="0"/>
              <a:buChar char="•"/>
              <a:defRPr sz="1400"/>
            </a:lvl4pPr>
            <a:lvl5pPr marL="560388" indent="0">
              <a:buNone/>
              <a:defRPr sz="14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2454554687"/>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1"/>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22148"/>
            <a:ext cx="7392374" cy="338157"/>
          </a:xfrm>
          <a:prstGeom prst="rect">
            <a:avLst/>
          </a:prstGeom>
        </p:spPr>
        <p:txBody>
          <a:bodyPr/>
          <a:lstStyle>
            <a:lvl1pPr>
              <a:defRPr lang="ja-JP" altLang="en-US" sz="2400" b="0" dirty="0">
                <a:solidFill>
                  <a:schemeClr val="tx1"/>
                </a:solidFill>
              </a:defRPr>
            </a:lvl1pPr>
          </a:lstStyle>
          <a:p>
            <a:pPr lvl="0"/>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0" y="613723"/>
            <a:ext cx="9576000" cy="601518"/>
          </a:xfrm>
          <a:prstGeom prst="rect">
            <a:avLst/>
          </a:prstGeom>
        </p:spPr>
        <p:txBody>
          <a:bodyPr/>
          <a:lstStyle>
            <a:lvl1pPr>
              <a:defRPr lang="ja-JP" altLang="en-US" sz="1800"/>
            </a:lvl1pPr>
          </a:lstStyle>
          <a:p>
            <a:pPr marL="90488" lvl="0" indent="-90488">
              <a:lnSpc>
                <a:spcPct val="100000"/>
              </a:lnSpc>
              <a:spcBef>
                <a:spcPts val="300"/>
              </a:spcBef>
              <a:buClr>
                <a:schemeClr val="tx1"/>
              </a:buClr>
              <a:buFont typeface="Arial" panose="020B0604020202020204" pitchFamily="34" charset="0"/>
              <a:buChar char="•"/>
            </a:pPr>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a:defRPr lang="ja-JP" altLang="en-US" sz="1400"/>
            </a:lvl1pPr>
            <a:lvl2pPr>
              <a:defRPr lang="ja-JP" altLang="en-US" sz="1400"/>
            </a:lvl2pPr>
            <a:lvl3pPr>
              <a:defRPr lang="en-US" altLang="ja-JP" sz="1400"/>
            </a:lvl3pPr>
            <a:lvl4pPr>
              <a:defRPr lang="en-US" altLang="ja-JP"/>
            </a:lvl4pPr>
            <a:lvl5pPr>
              <a:defRPr lang="ja-JP" altLang="en-US"/>
            </a:lvl5pPr>
          </a:lstStyle>
          <a:p>
            <a:pPr lvl="0">
              <a:lnSpc>
                <a:spcPct val="100000"/>
              </a:lnSpc>
              <a:spcBef>
                <a:spcPts val="600"/>
              </a:spcBef>
              <a:buClrTx/>
            </a:pPr>
            <a:r>
              <a:rPr kumimoji="1" lang="ja-JP" altLang="en-US"/>
              <a:t>マスター テキストの書式設定</a:t>
            </a:r>
          </a:p>
          <a:p>
            <a:pPr lvl="1">
              <a:lnSpc>
                <a:spcPct val="100000"/>
              </a:lnSpc>
              <a:spcBef>
                <a:spcPts val="600"/>
              </a:spcBef>
              <a:buClr>
                <a:schemeClr val="tx1"/>
              </a:buClr>
              <a:buChar char="ü"/>
            </a:pPr>
            <a:r>
              <a:rPr kumimoji="1" lang="ja-JP" altLang="en-US"/>
              <a:t>第 </a:t>
            </a:r>
            <a:r>
              <a:rPr kumimoji="1" lang="en-US" altLang="ja-JP"/>
              <a:t>2 </a:t>
            </a:r>
            <a:r>
              <a:rPr kumimoji="1" lang="ja-JP" altLang="en-US"/>
              <a:t>レベル</a:t>
            </a:r>
          </a:p>
          <a:p>
            <a:pPr marL="541338" lvl="2" indent="-182563">
              <a:lnSpc>
                <a:spcPct val="100000"/>
              </a:lnSpc>
              <a:spcBef>
                <a:spcPts val="600"/>
              </a:spcBef>
              <a:buClrTx/>
              <a:buFont typeface="Arial" panose="020B0604020202020204" pitchFamily="34" charset="0"/>
              <a:buChar char="•"/>
              <a:tabLst>
                <a:tab pos="541338" algn="l"/>
              </a:tabLst>
            </a:pPr>
            <a:r>
              <a:rPr kumimoji="1" lang="ja-JP" altLang="en-US"/>
              <a:t>第 </a:t>
            </a:r>
            <a:r>
              <a:rPr kumimoji="1" lang="en-US" altLang="ja-JP"/>
              <a:t>3 </a:t>
            </a:r>
            <a:r>
              <a:rPr kumimoji="1" lang="ja-JP" altLang="en-US"/>
              <a:t>レベル</a:t>
            </a:r>
            <a:endParaRPr kumimoji="1" lang="en-US" altLang="ja-JP"/>
          </a:p>
          <a:p>
            <a:pPr marL="625475" lvl="3">
              <a:lnSpc>
                <a:spcPct val="100000"/>
              </a:lnSpc>
              <a:spcBef>
                <a:spcPts val="600"/>
              </a:spcBef>
              <a:buFont typeface="Arial" panose="020B0604020202020204" pitchFamily="34" charset="0"/>
              <a:buChar char="•"/>
            </a:pPr>
            <a:r>
              <a:rPr kumimoji="1" lang="ja-JP" altLang="en-US"/>
              <a:t>第</a:t>
            </a:r>
            <a:r>
              <a:rPr kumimoji="1" lang="en-US" altLang="ja-JP"/>
              <a:t>4</a:t>
            </a:r>
            <a:r>
              <a:rPr kumimoji="1" lang="ja-JP" altLang="en-US"/>
              <a:t>レベル</a:t>
            </a:r>
            <a:endParaRPr kumimoji="1" lang="en-US" altLang="ja-JP"/>
          </a:p>
          <a:p>
            <a:pPr lvl="4" indent="0">
              <a:buNone/>
            </a:pPr>
            <a:endParaRPr kumimoji="1" lang="ja-JP" altLang="en-US"/>
          </a:p>
        </p:txBody>
      </p:sp>
    </p:spTree>
    <p:extLst>
      <p:ext uri="{BB962C8B-B14F-4D97-AF65-F5344CB8AC3E}">
        <p14:creationId xmlns:p14="http://schemas.microsoft.com/office/powerpoint/2010/main" val="2304802743"/>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1510564"/>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itle" preserve="1">
  <p:cSld name="表紙">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122994-5668-4897-BBF7-B9BE4C42AFE3}"/>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2ECA535-6149-493C-9115-993C9D9D95DA}"/>
              </a:ext>
            </a:extLst>
          </p:cNvPr>
          <p:cNvSpPr>
            <a:spLocks noGrp="1"/>
          </p:cNvSpPr>
          <p:nvPr>
            <p:ph type="subTitle" idx="1"/>
          </p:nvPr>
        </p:nvSpPr>
        <p:spPr>
          <a:xfrm>
            <a:off x="1238250" y="3636398"/>
            <a:ext cx="7429500" cy="1655762"/>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5" name="Rectangle 10">
            <a:extLst>
              <a:ext uri="{FF2B5EF4-FFF2-40B4-BE49-F238E27FC236}">
                <a16:creationId xmlns:a16="http://schemas.microsoft.com/office/drawing/2014/main" id="{F7FF61F4-0C15-4412-91AD-CB5AE5E82986}"/>
              </a:ext>
            </a:extLst>
          </p:cNvPr>
          <p:cNvSpPr>
            <a:spLocks noChangeArrowheads="1"/>
          </p:cNvSpPr>
          <p:nvPr userDrawn="1"/>
        </p:nvSpPr>
        <p:spPr bwMode="auto">
          <a:xfrm>
            <a:off x="734272" y="3429000"/>
            <a:ext cx="8467200"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6" name="Picture 14" descr="日本総研">
            <a:extLst>
              <a:ext uri="{FF2B5EF4-FFF2-40B4-BE49-F238E27FC236}">
                <a16:creationId xmlns:a16="http://schemas.microsoft.com/office/drawing/2014/main" id="{546051DB-FECC-492C-88BF-075641654FD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69587" y="6237312"/>
            <a:ext cx="1996326" cy="466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0">
            <a:extLst>
              <a:ext uri="{FF2B5EF4-FFF2-40B4-BE49-F238E27FC236}">
                <a16:creationId xmlns:a16="http://schemas.microsoft.com/office/drawing/2014/main" id="{A41A22FF-3CB7-461E-A650-FB87A30F8977}"/>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215091925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本文">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nchor="ct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26463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FCC99"/>
        </a:solidFill>
        <a:effectLst/>
      </p:bgPr>
    </p:bg>
    <p:spTree>
      <p:nvGrpSpPr>
        <p:cNvPr id="1" name=""/>
        <p:cNvGrpSpPr/>
        <p:nvPr/>
      </p:nvGrpSpPr>
      <p:grpSpPr>
        <a:xfrm>
          <a:off x="0" y="0"/>
          <a:ext cx="0" cy="0"/>
          <a:chOff x="0" y="0"/>
          <a:chExt cx="0" cy="0"/>
        </a:xfrm>
      </p:grpSpPr>
      <p:sp>
        <p:nvSpPr>
          <p:cNvPr id="2" name="タイトル 1"/>
          <p:cNvSpPr>
            <a:spLocks noGrp="1"/>
          </p:cNvSpPr>
          <p:nvPr>
            <p:ph type="title"/>
          </p:nvPr>
        </p:nvSpPr>
        <p:spPr>
          <a:xfrm>
            <a:off x="558800" y="265113"/>
            <a:ext cx="9004300" cy="334962"/>
          </a:xfrm>
          <a:prstGeom prst="rect">
            <a:avLst/>
          </a:prstGeom>
        </p:spPr>
        <p:txBody>
          <a:bodyPr anchor="ctr"/>
          <a:lstStyle>
            <a:lvl1pPr>
              <a:defRPr b="0">
                <a:solidFill>
                  <a:schemeClr val="tx1"/>
                </a:solidFill>
              </a:defRPr>
            </a:lvl1pPr>
          </a:lstStyle>
          <a:p>
            <a:r>
              <a:rPr lang="ja-JP" altLang="en-US"/>
              <a:t>マスター タイトルの書式設定</a:t>
            </a:r>
          </a:p>
        </p:txBody>
      </p:sp>
    </p:spTree>
    <p:extLst>
      <p:ext uri="{BB962C8B-B14F-4D97-AF65-F5344CB8AC3E}">
        <p14:creationId xmlns:p14="http://schemas.microsoft.com/office/powerpoint/2010/main" val="203637387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中表紙">
    <p:spTree>
      <p:nvGrpSpPr>
        <p:cNvPr id="1" name=""/>
        <p:cNvGrpSpPr/>
        <p:nvPr/>
      </p:nvGrpSpPr>
      <p:grpSpPr>
        <a:xfrm>
          <a:off x="0" y="0"/>
          <a:ext cx="0" cy="0"/>
          <a:chOff x="0" y="0"/>
          <a:chExt cx="0" cy="0"/>
        </a:xfrm>
      </p:grpSpPr>
      <p:sp>
        <p:nvSpPr>
          <p:cNvPr id="3" name="正方形/長方形 2"/>
          <p:cNvSpPr/>
          <p:nvPr userDrawn="1"/>
        </p:nvSpPr>
        <p:spPr bwMode="auto">
          <a:xfrm>
            <a:off x="0" y="0"/>
            <a:ext cx="9906000" cy="6473825"/>
          </a:xfrm>
          <a:prstGeom prst="rect">
            <a:avLst/>
          </a:prstGeom>
          <a:solidFill>
            <a:schemeClr val="bg1"/>
          </a:solidFill>
          <a:ln w="19050" cap="flat" cmpd="sng" algn="ctr">
            <a:noFill/>
            <a:prstDash val="solid"/>
          </a:ln>
          <a:effectLst/>
        </p:spPr>
        <p:style>
          <a:lnRef idx="1">
            <a:schemeClr val="accent4"/>
          </a:lnRef>
          <a:fillRef idx="2">
            <a:schemeClr val="accent4"/>
          </a:fillRef>
          <a:effectRef idx="1">
            <a:schemeClr val="accent4"/>
          </a:effectRef>
          <a:fontRef idx="minor">
            <a:schemeClr val="dk1"/>
          </a:fontRef>
        </p:style>
        <p:txBody>
          <a:bodyPr lIns="0" tIns="0" rIns="0" bIns="0" anchor="ctr"/>
          <a:lstStyle/>
          <a:p>
            <a:pPr algn="ctr">
              <a:defRPr/>
            </a:pPr>
            <a:endParaRPr lang="ja-JP" altLang="en-US">
              <a:solidFill>
                <a:schemeClr val="tx1"/>
              </a:solidFill>
              <a:latin typeface="+mn-ea"/>
              <a:cs typeface="メイリオ" panose="020B0604030504040204" pitchFamily="50" charset="-128"/>
            </a:endParaRPr>
          </a:p>
        </p:txBody>
      </p:sp>
      <p:sp>
        <p:nvSpPr>
          <p:cNvPr id="4" name="タイトル 1">
            <a:extLst>
              <a:ext uri="{FF2B5EF4-FFF2-40B4-BE49-F238E27FC236}">
                <a16:creationId xmlns:a16="http://schemas.microsoft.com/office/drawing/2014/main" id="{2B995CCE-9770-4E2D-98EC-9924E19141FC}"/>
              </a:ext>
            </a:extLst>
          </p:cNvPr>
          <p:cNvSpPr>
            <a:spLocks noGrp="1"/>
          </p:cNvSpPr>
          <p:nvPr>
            <p:ph type="ctrTitle"/>
          </p:nvPr>
        </p:nvSpPr>
        <p:spPr>
          <a:xfrm>
            <a:off x="1238250" y="1122362"/>
            <a:ext cx="7429500" cy="3192883"/>
          </a:xfrm>
          <a:prstGeom prst="rect">
            <a:avLst/>
          </a:prstGeom>
        </p:spPr>
        <p:txBody>
          <a:bodyPr anchor="ctr" anchorCtr="0"/>
          <a:lstStyle>
            <a:lvl1pPr algn="ctr">
              <a:defRPr sz="4400">
                <a:solidFill>
                  <a:schemeClr val="tx1"/>
                </a:solidFill>
              </a:defRPr>
            </a:lvl1pPr>
          </a:lstStyle>
          <a:p>
            <a:r>
              <a:rPr kumimoji="1" lang="ja-JP" altLang="en-US"/>
              <a:t>マスター タイトルの書式設定</a:t>
            </a:r>
          </a:p>
        </p:txBody>
      </p:sp>
      <p:sp>
        <p:nvSpPr>
          <p:cNvPr id="5" name="字幕 2">
            <a:extLst>
              <a:ext uri="{FF2B5EF4-FFF2-40B4-BE49-F238E27FC236}">
                <a16:creationId xmlns:a16="http://schemas.microsoft.com/office/drawing/2014/main" id="{A58676D7-845A-4D74-8957-623608068456}"/>
              </a:ext>
            </a:extLst>
          </p:cNvPr>
          <p:cNvSpPr>
            <a:spLocks noGrp="1"/>
          </p:cNvSpPr>
          <p:nvPr>
            <p:ph type="subTitle" idx="1"/>
          </p:nvPr>
        </p:nvSpPr>
        <p:spPr>
          <a:xfrm>
            <a:off x="1238250" y="4509542"/>
            <a:ext cx="7429500" cy="1655762"/>
          </a:xfrm>
          <a:prstGeom prst="rect">
            <a:avLst/>
          </a:prstGeom>
        </p:spPr>
        <p:txBody>
          <a:bodyPr/>
          <a:lstStyle>
            <a:lvl1pPr marL="0" indent="0" algn="ctr">
              <a:spcBef>
                <a:spcPts val="0"/>
              </a:spcBef>
              <a:buNone/>
              <a:defRPr sz="2800">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6" name="Rectangle 10">
            <a:extLst>
              <a:ext uri="{FF2B5EF4-FFF2-40B4-BE49-F238E27FC236}">
                <a16:creationId xmlns:a16="http://schemas.microsoft.com/office/drawing/2014/main" id="{AB95F65A-22E4-4EE5-946C-2D99EC1BD6BF}"/>
              </a:ext>
            </a:extLst>
          </p:cNvPr>
          <p:cNvSpPr>
            <a:spLocks noChangeArrowheads="1"/>
          </p:cNvSpPr>
          <p:nvPr userDrawn="1"/>
        </p:nvSpPr>
        <p:spPr bwMode="auto">
          <a:xfrm>
            <a:off x="734272" y="3429000"/>
            <a:ext cx="8467200" cy="49857"/>
          </a:xfrm>
          <a:prstGeom prst="rect">
            <a:avLst/>
          </a:prstGeom>
          <a:solidFill>
            <a:schemeClr val="bg2"/>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190255423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9004300" cy="334962"/>
          </a:xfrm>
          <a:prstGeom prst="rect">
            <a:avLst/>
          </a:prstGeom>
        </p:spPr>
        <p:txBody>
          <a:bodyPr anchor="ct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0070731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869403"/>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100" y="540057"/>
            <a:ext cx="373776" cy="298399"/>
          </a:xfrm>
          <a:prstGeom prst="rect">
            <a:avLst/>
          </a:prstGeom>
        </p:spPr>
      </p:pic>
      <p:pic>
        <p:nvPicPr>
          <p:cNvPr id="8" name="Picture 14" descr="日本総研">
            <a:extLst>
              <a:ext uri="{FF2B5EF4-FFF2-40B4-BE49-F238E27FC236}">
                <a16:creationId xmlns:a16="http://schemas.microsoft.com/office/drawing/2014/main" id="{14DC846A-D4A4-4289-91E9-CCE7035954F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351520" y="-888"/>
            <a:ext cx="1391109" cy="32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プレースホルダー 12">
            <a:extLst>
              <a:ext uri="{FF2B5EF4-FFF2-40B4-BE49-F238E27FC236}">
                <a16:creationId xmlns:a16="http://schemas.microsoft.com/office/drawing/2014/main" id="{74AA31E1-847F-4ECA-B694-8D7007B5391A}"/>
              </a:ext>
            </a:extLst>
          </p:cNvPr>
          <p:cNvSpPr>
            <a:spLocks noGrp="1"/>
          </p:cNvSpPr>
          <p:nvPr>
            <p:ph type="body" sz="quarter" idx="10"/>
          </p:nvPr>
        </p:nvSpPr>
        <p:spPr>
          <a:xfrm>
            <a:off x="8075689" y="360018"/>
            <a:ext cx="1665213" cy="501802"/>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sp>
        <p:nvSpPr>
          <p:cNvPr id="14" name="テキスト プレースホルダー 22">
            <a:extLst>
              <a:ext uri="{FF2B5EF4-FFF2-40B4-BE49-F238E27FC236}">
                <a16:creationId xmlns:a16="http://schemas.microsoft.com/office/drawing/2014/main" id="{2B936BF5-1FAB-48D2-B313-9E0D7172F145}"/>
              </a:ext>
            </a:extLst>
          </p:cNvPr>
          <p:cNvSpPr>
            <a:spLocks noGrp="1"/>
          </p:cNvSpPr>
          <p:nvPr>
            <p:ph type="body" sz="quarter" idx="12" hasCustomPrompt="1"/>
          </p:nvPr>
        </p:nvSpPr>
        <p:spPr>
          <a:xfrm>
            <a:off x="165100" y="949198"/>
            <a:ext cx="95758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endParaRPr kumimoji="1" lang="en-US" altLang="ja-JP"/>
          </a:p>
          <a:p>
            <a:pPr lvl="0"/>
            <a:endParaRPr kumimoji="1" lang="en-US" altLang="ja-JP"/>
          </a:p>
        </p:txBody>
      </p:sp>
      <p:sp>
        <p:nvSpPr>
          <p:cNvPr id="16" name="テキスト プレースホルダー 32">
            <a:extLst>
              <a:ext uri="{FF2B5EF4-FFF2-40B4-BE49-F238E27FC236}">
                <a16:creationId xmlns:a16="http://schemas.microsoft.com/office/drawing/2014/main" id="{58FF33D5-01F4-465C-BA1C-C08B3A01AD37}"/>
              </a:ext>
            </a:extLst>
          </p:cNvPr>
          <p:cNvSpPr>
            <a:spLocks noGrp="1"/>
          </p:cNvSpPr>
          <p:nvPr>
            <p:ph type="body" sz="quarter" idx="17"/>
          </p:nvPr>
        </p:nvSpPr>
        <p:spPr>
          <a:xfrm>
            <a:off x="165001" y="1663778"/>
            <a:ext cx="9576000" cy="4968797"/>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2" name="タイトル 1">
            <a:extLst>
              <a:ext uri="{FF2B5EF4-FFF2-40B4-BE49-F238E27FC236}">
                <a16:creationId xmlns:a16="http://schemas.microsoft.com/office/drawing/2014/main" id="{644BBCAC-BA76-4B87-9880-BB54E351C46A}"/>
              </a:ext>
            </a:extLst>
          </p:cNvPr>
          <p:cNvSpPr>
            <a:spLocks noGrp="1"/>
          </p:cNvSpPr>
          <p:nvPr>
            <p:ph type="title"/>
          </p:nvPr>
        </p:nvSpPr>
        <p:spPr>
          <a:xfrm>
            <a:off x="575090" y="258793"/>
            <a:ext cx="7464387" cy="575868"/>
          </a:xfrm>
          <a:prstGeom prst="rect">
            <a:avLst/>
          </a:prstGeom>
        </p:spPr>
        <p:txBody>
          <a:bodyPr anchor="b"/>
          <a:lstStyle>
            <a:lvl1pPr>
              <a:defRPr sz="180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4216389931"/>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表紙２">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4999" y="1330860"/>
            <a:ext cx="9575904"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3" name="テキスト プレースホルダー 12">
            <a:extLst>
              <a:ext uri="{FF2B5EF4-FFF2-40B4-BE49-F238E27FC236}">
                <a16:creationId xmlns:a16="http://schemas.microsoft.com/office/drawing/2014/main" id="{725886C3-2C5E-4259-9209-A673AD2F938C}"/>
              </a:ext>
            </a:extLst>
          </p:cNvPr>
          <p:cNvSpPr>
            <a:spLocks noGrp="1"/>
          </p:cNvSpPr>
          <p:nvPr>
            <p:ph type="body" sz="quarter" idx="10"/>
          </p:nvPr>
        </p:nvSpPr>
        <p:spPr>
          <a:xfrm>
            <a:off x="8003577" y="343240"/>
            <a:ext cx="1737327" cy="188019"/>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pic>
        <p:nvPicPr>
          <p:cNvPr id="14" name="Picture 14" descr="日本総研">
            <a:extLst>
              <a:ext uri="{FF2B5EF4-FFF2-40B4-BE49-F238E27FC236}">
                <a16:creationId xmlns:a16="http://schemas.microsoft.com/office/drawing/2014/main" id="{A1E681BE-DDDE-417A-8024-1FB575863D67}"/>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8351520" y="-888"/>
            <a:ext cx="1391109" cy="32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2742238"/>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タイトルとテキスト（スローガン付き）">
    <p:spTree>
      <p:nvGrpSpPr>
        <p:cNvPr id="1" name=""/>
        <p:cNvGrpSpPr/>
        <p:nvPr/>
      </p:nvGrpSpPr>
      <p:grpSpPr>
        <a:xfrm>
          <a:off x="0" y="0"/>
          <a:ext cx="0" cy="0"/>
          <a:chOff x="0" y="0"/>
          <a:chExt cx="0" cy="0"/>
        </a:xfrm>
      </p:grpSpPr>
      <p:pic>
        <p:nvPicPr>
          <p:cNvPr id="10" name="図 9" descr="グラフィカル ユーザー インターフェイス, テキスト&#10;&#10;自動的に生成された説明">
            <a:extLst>
              <a:ext uri="{FF2B5EF4-FFF2-40B4-BE49-F238E27FC236}">
                <a16:creationId xmlns:a16="http://schemas.microsoft.com/office/drawing/2014/main" id="{3DE65290-C86F-42A0-A8E8-B1BC4CC3B1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3"/>
          <a:stretch>
            <a:fillRect/>
          </a:stretch>
        </p:blipFill>
        <p:spPr>
          <a:xfrm>
            <a:off x="165000" y="207173"/>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2" name="テキスト プレースホルダー 32">
            <a:extLst>
              <a:ext uri="{FF2B5EF4-FFF2-40B4-BE49-F238E27FC236}">
                <a16:creationId xmlns:a16="http://schemas.microsoft.com/office/drawing/2014/main" id="{767B8674-FB4E-49D8-B7D3-1BA8A8BB62AC}"/>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123227273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参考（スローガン付き）">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pic>
        <p:nvPicPr>
          <p:cNvPr id="13" name="図 12" descr="グラフィカル ユーザー インターフェイス, テキスト&#10;&#10;自動的に生成された説明">
            <a:extLst>
              <a:ext uri="{FF2B5EF4-FFF2-40B4-BE49-F238E27FC236}">
                <a16:creationId xmlns:a16="http://schemas.microsoft.com/office/drawing/2014/main" id="{FC4876AB-4E11-4200-9FD8-152DB3E7A33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10964" y="105468"/>
            <a:ext cx="1729986" cy="360604"/>
          </a:xfrm>
          <a:prstGeom prst="rect">
            <a:avLst/>
          </a:prstGeom>
        </p:spPr>
      </p:pic>
    </p:spTree>
    <p:extLst>
      <p:ext uri="{BB962C8B-B14F-4D97-AF65-F5344CB8AC3E}">
        <p14:creationId xmlns:p14="http://schemas.microsoft.com/office/powerpoint/2010/main" val="1497910536"/>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タイトルとテキスト">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3702DEC3-BC55-4139-ACD8-8F210047B66F}"/>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CB065E3A-67FC-4775-A9B8-E90F1C103D1F}"/>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3048845316"/>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1"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a:stretch>
            <a:fillRect/>
          </a:stretch>
        </p:blipFill>
        <p:spPr>
          <a:xfrm>
            <a:off x="165000" y="207173"/>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5"/>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1"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1452786219"/>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639543"/>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869403"/>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5100" y="540055"/>
            <a:ext cx="373776" cy="298399"/>
          </a:xfrm>
          <a:prstGeom prst="rect">
            <a:avLst/>
          </a:prstGeom>
        </p:spPr>
      </p:pic>
      <p:pic>
        <p:nvPicPr>
          <p:cNvPr id="8" name="Picture 14" descr="日本総研">
            <a:extLst>
              <a:ext uri="{FF2B5EF4-FFF2-40B4-BE49-F238E27FC236}">
                <a16:creationId xmlns:a16="http://schemas.microsoft.com/office/drawing/2014/main" id="{14DC846A-D4A4-4289-91E9-CCE7035954F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68789" y="-889"/>
            <a:ext cx="1473840" cy="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テキスト プレースホルダー 12">
            <a:extLst>
              <a:ext uri="{FF2B5EF4-FFF2-40B4-BE49-F238E27FC236}">
                <a16:creationId xmlns:a16="http://schemas.microsoft.com/office/drawing/2014/main" id="{74AA31E1-847F-4ECA-B694-8D7007B5391A}"/>
              </a:ext>
            </a:extLst>
          </p:cNvPr>
          <p:cNvSpPr>
            <a:spLocks noGrp="1"/>
          </p:cNvSpPr>
          <p:nvPr>
            <p:ph type="body" sz="quarter" idx="10"/>
          </p:nvPr>
        </p:nvSpPr>
        <p:spPr>
          <a:xfrm>
            <a:off x="8075689" y="360018"/>
            <a:ext cx="1665213" cy="501802"/>
          </a:xfrm>
          <a:prstGeom prst="rect">
            <a:avLst/>
          </a:prstGeom>
        </p:spPr>
        <p:txBody>
          <a:bodyPr tIns="0" rIns="0" bIns="0"/>
          <a:lstStyle>
            <a:lvl1pPr marL="0" indent="0" algn="r">
              <a:lnSpc>
                <a:spcPct val="100000"/>
              </a:lnSpc>
              <a:spcBef>
                <a:spcPts val="0"/>
              </a:spcBef>
              <a:buNone/>
              <a:defRPr sz="1050"/>
            </a:lvl1pPr>
          </a:lstStyle>
          <a:p>
            <a:pPr lvl="0"/>
            <a:endParaRPr kumimoji="1" lang="en-US" altLang="ja-JP"/>
          </a:p>
        </p:txBody>
      </p:sp>
      <p:sp>
        <p:nvSpPr>
          <p:cNvPr id="14" name="テキスト プレースホルダー 22">
            <a:extLst>
              <a:ext uri="{FF2B5EF4-FFF2-40B4-BE49-F238E27FC236}">
                <a16:creationId xmlns:a16="http://schemas.microsoft.com/office/drawing/2014/main" id="{2B936BF5-1FAB-48D2-B313-9E0D7172F145}"/>
              </a:ext>
            </a:extLst>
          </p:cNvPr>
          <p:cNvSpPr>
            <a:spLocks noGrp="1"/>
          </p:cNvSpPr>
          <p:nvPr>
            <p:ph type="body" sz="quarter" idx="12" hasCustomPrompt="1"/>
          </p:nvPr>
        </p:nvSpPr>
        <p:spPr>
          <a:xfrm>
            <a:off x="165100" y="949198"/>
            <a:ext cx="95758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endParaRPr kumimoji="1" lang="en-US" altLang="ja-JP"/>
          </a:p>
          <a:p>
            <a:pPr lvl="0"/>
            <a:endParaRPr kumimoji="1" lang="en-US" altLang="ja-JP"/>
          </a:p>
        </p:txBody>
      </p:sp>
      <p:sp>
        <p:nvSpPr>
          <p:cNvPr id="16" name="テキスト プレースホルダー 32">
            <a:extLst>
              <a:ext uri="{FF2B5EF4-FFF2-40B4-BE49-F238E27FC236}">
                <a16:creationId xmlns:a16="http://schemas.microsoft.com/office/drawing/2014/main" id="{58FF33D5-01F4-465C-BA1C-C08B3A01AD37}"/>
              </a:ext>
            </a:extLst>
          </p:cNvPr>
          <p:cNvSpPr>
            <a:spLocks noGrp="1"/>
          </p:cNvSpPr>
          <p:nvPr>
            <p:ph type="body" sz="quarter" idx="17"/>
          </p:nvPr>
        </p:nvSpPr>
        <p:spPr>
          <a:xfrm>
            <a:off x="165000" y="1663778"/>
            <a:ext cx="9576000" cy="4968797"/>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2" name="タイトル 1">
            <a:extLst>
              <a:ext uri="{FF2B5EF4-FFF2-40B4-BE49-F238E27FC236}">
                <a16:creationId xmlns:a16="http://schemas.microsoft.com/office/drawing/2014/main" id="{644BBCAC-BA76-4B87-9880-BB54E351C46A}"/>
              </a:ext>
            </a:extLst>
          </p:cNvPr>
          <p:cNvSpPr>
            <a:spLocks noGrp="1"/>
          </p:cNvSpPr>
          <p:nvPr>
            <p:ph type="title"/>
          </p:nvPr>
        </p:nvSpPr>
        <p:spPr>
          <a:xfrm>
            <a:off x="575089" y="258793"/>
            <a:ext cx="7464387" cy="575868"/>
          </a:xfrm>
          <a:prstGeom prst="rect">
            <a:avLst/>
          </a:prstGeom>
        </p:spPr>
        <p:txBody>
          <a:bodyPr anchor="b"/>
          <a:lstStyle>
            <a:lvl1pPr>
              <a:defRPr sz="1800">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80245295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タイトルとテキスト（スローガン付き）">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15E2569B-B8B3-4224-A450-7B97C2351AF4}"/>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7" name="図 6">
            <a:extLst>
              <a:ext uri="{FF2B5EF4-FFF2-40B4-BE49-F238E27FC236}">
                <a16:creationId xmlns:a16="http://schemas.microsoft.com/office/drawing/2014/main" id="{F3661C76-C675-49DB-B525-EB7CF4013E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5000" y="207171"/>
            <a:ext cx="373776" cy="298399"/>
          </a:xfrm>
          <a:prstGeom prst="rect">
            <a:avLst/>
          </a:prstGeom>
        </p:spPr>
      </p:pic>
      <p:sp>
        <p:nvSpPr>
          <p:cNvPr id="5" name="タイトル 3">
            <a:extLst>
              <a:ext uri="{FF2B5EF4-FFF2-40B4-BE49-F238E27FC236}">
                <a16:creationId xmlns:a16="http://schemas.microsoft.com/office/drawing/2014/main" id="{D4F05EEE-DE7B-40B5-BCB1-83E14D7FF79D}"/>
              </a:ext>
            </a:extLst>
          </p:cNvPr>
          <p:cNvSpPr>
            <a:spLocks noGrp="1"/>
          </p:cNvSpPr>
          <p:nvPr>
            <p:ph type="title"/>
          </p:nvPr>
        </p:nvSpPr>
        <p:spPr>
          <a:xfrm>
            <a:off x="574989" y="167413"/>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6" name="テキスト プレースホルダー 22">
            <a:extLst>
              <a:ext uri="{FF2B5EF4-FFF2-40B4-BE49-F238E27FC236}">
                <a16:creationId xmlns:a16="http://schemas.microsoft.com/office/drawing/2014/main" id="{73EA0086-EA5B-43BB-A266-3F41E30EBF59}"/>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pic>
        <p:nvPicPr>
          <p:cNvPr id="9" name="図 8">
            <a:extLst>
              <a:ext uri="{FF2B5EF4-FFF2-40B4-BE49-F238E27FC236}">
                <a16:creationId xmlns:a16="http://schemas.microsoft.com/office/drawing/2014/main" id="{5BA3E437-4E2E-42D3-8285-FF96C153EC0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10914" y="107155"/>
            <a:ext cx="1730086" cy="367676"/>
          </a:xfrm>
          <a:prstGeom prst="rect">
            <a:avLst/>
          </a:prstGeom>
          <a:noFill/>
        </p:spPr>
      </p:pic>
      <p:sp>
        <p:nvSpPr>
          <p:cNvPr id="11" name="テキスト プレースホルダー 32">
            <a:extLst>
              <a:ext uri="{FF2B5EF4-FFF2-40B4-BE49-F238E27FC236}">
                <a16:creationId xmlns:a16="http://schemas.microsoft.com/office/drawing/2014/main" id="{B920D211-5103-4051-A3A9-9C274F131A96}"/>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2" name="テキスト プレースホルダー 32">
            <a:extLst>
              <a:ext uri="{FF2B5EF4-FFF2-40B4-BE49-F238E27FC236}">
                <a16:creationId xmlns:a16="http://schemas.microsoft.com/office/drawing/2014/main" id="{767B8674-FB4E-49D8-B7D3-1BA8A8BB62AC}"/>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0" name="Rectangle 15">
            <a:extLst>
              <a:ext uri="{FF2B5EF4-FFF2-40B4-BE49-F238E27FC236}">
                <a16:creationId xmlns:a16="http://schemas.microsoft.com/office/drawing/2014/main" id="{1964901C-1DFF-43E6-A25A-3E2A8DA8A1C3}"/>
              </a:ext>
            </a:extLst>
          </p:cNvPr>
          <p:cNvSpPr>
            <a:spLocks noGrp="1" noChangeArrowheads="1"/>
          </p:cNvSpPr>
          <p:nvPr>
            <p:ph type="sldNum" sz="quarter" idx="4"/>
          </p:nvPr>
        </p:nvSpPr>
        <p:spPr>
          <a:xfrm>
            <a:off x="9278938" y="6386513"/>
            <a:ext cx="457200" cy="365125"/>
          </a:xfrm>
          <a:prstGeom prst="rect">
            <a:avLst/>
          </a:prstGeom>
        </p:spPr>
        <p:txBody>
          <a:bodyPr/>
          <a:lstStyle>
            <a:lvl1pPr eaLnBrk="0" hangingPunct="0">
              <a:defRPr/>
            </a:lvl1pPr>
          </a:lstStyle>
          <a:p>
            <a:fld id="{CC88A841-128C-46B0-9D4B-04DFCA508B00}" type="slidenum">
              <a:rPr lang="en-US" altLang="ja-JP"/>
              <a:pPr/>
              <a:t>‹#›</a:t>
            </a:fld>
            <a:endParaRPr lang="en-US" altLang="ja-JP"/>
          </a:p>
        </p:txBody>
      </p:sp>
    </p:spTree>
    <p:extLst>
      <p:ext uri="{BB962C8B-B14F-4D97-AF65-F5344CB8AC3E}">
        <p14:creationId xmlns:p14="http://schemas.microsoft.com/office/powerpoint/2010/main" val="2138901324"/>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タイトルとテキスト">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5000" y="207171"/>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3"/>
            <a:ext cx="7392374" cy="338157"/>
          </a:xfrm>
          <a:prstGeom prst="rect">
            <a:avLst/>
          </a:prstGeom>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3702DEC3-BC55-4139-ACD8-8F210047B66F}"/>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CB065E3A-67FC-4775-A9B8-E90F1C103D1F}"/>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3230113623"/>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参考">
    <p:bg>
      <p:bgPr>
        <a:solidFill>
          <a:srgbClr val="F5FBFF"/>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C80D6427-B011-4307-8EBC-45C0222CC69C}"/>
              </a:ext>
            </a:extLst>
          </p:cNvPr>
          <p:cNvSpPr>
            <a:spLocks noChangeArrowheads="1"/>
          </p:cNvSpPr>
          <p:nvPr userDrawn="1"/>
        </p:nvSpPr>
        <p:spPr bwMode="auto">
          <a:xfrm>
            <a:off x="165000" y="531257"/>
            <a:ext cx="9576000" cy="36000"/>
          </a:xfrm>
          <a:prstGeom prst="rect">
            <a:avLst/>
          </a:prstGeom>
          <a:solidFill>
            <a:srgbClr val="0072CE"/>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pic>
        <p:nvPicPr>
          <p:cNvPr id="17" name="図 16">
            <a:extLst>
              <a:ext uri="{FF2B5EF4-FFF2-40B4-BE49-F238E27FC236}">
                <a16:creationId xmlns:a16="http://schemas.microsoft.com/office/drawing/2014/main" id="{A79334B4-3C12-45A1-8A70-612FD996EB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5000" y="207171"/>
            <a:ext cx="373776" cy="298399"/>
          </a:xfrm>
          <a:prstGeom prst="rect">
            <a:avLst/>
          </a:prstGeom>
        </p:spPr>
      </p:pic>
      <p:sp>
        <p:nvSpPr>
          <p:cNvPr id="18" name="タイトル 3">
            <a:extLst>
              <a:ext uri="{FF2B5EF4-FFF2-40B4-BE49-F238E27FC236}">
                <a16:creationId xmlns:a16="http://schemas.microsoft.com/office/drawing/2014/main" id="{9BE97DA9-A20B-41A1-822C-B72E8DD40E20}"/>
              </a:ext>
            </a:extLst>
          </p:cNvPr>
          <p:cNvSpPr>
            <a:spLocks noGrp="1"/>
          </p:cNvSpPr>
          <p:nvPr>
            <p:ph type="title"/>
          </p:nvPr>
        </p:nvSpPr>
        <p:spPr>
          <a:xfrm>
            <a:off x="574989" y="167413"/>
            <a:ext cx="7392374" cy="338157"/>
          </a:xfrm>
          <a:prstGeom prst="rect">
            <a:avLst/>
          </a:prstGeom>
          <a:solidFill>
            <a:srgbClr val="F5FBFF"/>
          </a:solidFill>
        </p:spPr>
        <p:txBody>
          <a:bodyPr/>
          <a:lstStyle>
            <a:lvl1pPr>
              <a:defRPr sz="1800">
                <a:solidFill>
                  <a:schemeClr val="tx1"/>
                </a:solidFill>
              </a:defRPr>
            </a:lvl1pPr>
          </a:lstStyle>
          <a:p>
            <a:r>
              <a:rPr kumimoji="1" lang="ja-JP" altLang="en-US"/>
              <a:t>マスター タイトルの書式設定</a:t>
            </a:r>
          </a:p>
        </p:txBody>
      </p:sp>
      <p:sp>
        <p:nvSpPr>
          <p:cNvPr id="25" name="テキスト プレースホルダー 22">
            <a:extLst>
              <a:ext uri="{FF2B5EF4-FFF2-40B4-BE49-F238E27FC236}">
                <a16:creationId xmlns:a16="http://schemas.microsoft.com/office/drawing/2014/main" id="{80735798-585A-4A3F-8F89-C66385AF20EC}"/>
              </a:ext>
            </a:extLst>
          </p:cNvPr>
          <p:cNvSpPr>
            <a:spLocks noGrp="1"/>
          </p:cNvSpPr>
          <p:nvPr>
            <p:ph type="body" sz="quarter" idx="12" hasCustomPrompt="1"/>
          </p:nvPr>
        </p:nvSpPr>
        <p:spPr>
          <a:xfrm>
            <a:off x="165000" y="613723"/>
            <a:ext cx="9576000" cy="601518"/>
          </a:xfrm>
          <a:prstGeom prst="rect">
            <a:avLst/>
          </a:prstGeom>
        </p:spPr>
        <p:txBody>
          <a:bodyPr/>
          <a:lstStyle>
            <a:lvl1pPr marL="180975" indent="-180975">
              <a:lnSpc>
                <a:spcPct val="100000"/>
              </a:lnSpc>
              <a:spcBef>
                <a:spcPts val="300"/>
              </a:spcBef>
              <a:buClr>
                <a:schemeClr val="tx1"/>
              </a:buClr>
              <a:buFont typeface="Wingdings" panose="05000000000000000000" pitchFamily="2" charset="2"/>
              <a:buChar char="l"/>
              <a:defRPr sz="1400"/>
            </a:lvl1pPr>
          </a:lstStyle>
          <a:p>
            <a:pPr lvl="0"/>
            <a:r>
              <a:rPr kumimoji="1" lang="ja-JP" altLang="en-US"/>
              <a:t>メッセージライン</a:t>
            </a:r>
          </a:p>
        </p:txBody>
      </p:sp>
      <p:sp>
        <p:nvSpPr>
          <p:cNvPr id="10" name="テキスト プレースホルダー 32">
            <a:extLst>
              <a:ext uri="{FF2B5EF4-FFF2-40B4-BE49-F238E27FC236}">
                <a16:creationId xmlns:a16="http://schemas.microsoft.com/office/drawing/2014/main" id="{C76B8763-0FFA-4C9A-A5F2-2CA8AD37A525}"/>
              </a:ext>
            </a:extLst>
          </p:cNvPr>
          <p:cNvSpPr>
            <a:spLocks noGrp="1"/>
          </p:cNvSpPr>
          <p:nvPr>
            <p:ph type="body" sz="quarter" idx="17"/>
          </p:nvPr>
        </p:nvSpPr>
        <p:spPr>
          <a:xfrm>
            <a:off x="1650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
        <p:nvSpPr>
          <p:cNvPr id="11" name="テキスト プレースホルダー 32">
            <a:extLst>
              <a:ext uri="{FF2B5EF4-FFF2-40B4-BE49-F238E27FC236}">
                <a16:creationId xmlns:a16="http://schemas.microsoft.com/office/drawing/2014/main" id="{6FB8F6DA-1F3E-4E7B-89E0-428507B0F217}"/>
              </a:ext>
            </a:extLst>
          </p:cNvPr>
          <p:cNvSpPr>
            <a:spLocks noGrp="1"/>
          </p:cNvSpPr>
          <p:nvPr>
            <p:ph type="body" sz="quarter" idx="18"/>
          </p:nvPr>
        </p:nvSpPr>
        <p:spPr>
          <a:xfrm>
            <a:off x="5060900" y="1330860"/>
            <a:ext cx="4680000" cy="5301716"/>
          </a:xfrm>
          <a:prstGeom prst="rect">
            <a:avLst/>
          </a:prstGeom>
          <a:noFill/>
          <a:ln>
            <a:noFill/>
          </a:ln>
        </p:spPr>
        <p:txBody>
          <a:bodyPr/>
          <a:lstStyle>
            <a:lvl1pPr marL="188913" indent="-188913">
              <a:lnSpc>
                <a:spcPct val="100000"/>
              </a:lnSpc>
              <a:spcBef>
                <a:spcPts val="600"/>
              </a:spcBef>
              <a:buClrTx/>
              <a:buFont typeface="Wingdings" panose="05000000000000000000" pitchFamily="2" charset="2"/>
              <a:buChar char="l"/>
              <a:defRPr sz="1400"/>
            </a:lvl1pPr>
            <a:lvl2pPr marL="390525" indent="-168275">
              <a:lnSpc>
                <a:spcPct val="100000"/>
              </a:lnSpc>
              <a:spcBef>
                <a:spcPts val="600"/>
              </a:spcBef>
              <a:buClr>
                <a:schemeClr val="tx1"/>
              </a:buClr>
              <a:buFont typeface="Wingdings" panose="05000000000000000000" pitchFamily="2" charset="2"/>
              <a:buChar char="ü"/>
              <a:defRPr sz="1200"/>
            </a:lvl2pPr>
            <a:lvl3pPr marL="541338" indent="-182563">
              <a:lnSpc>
                <a:spcPct val="100000"/>
              </a:lnSpc>
              <a:spcBef>
                <a:spcPts val="600"/>
              </a:spcBef>
              <a:buClrTx/>
              <a:buFont typeface="Arial" panose="020B0604020202020204" pitchFamily="34" charset="0"/>
              <a:buChar char="•"/>
              <a:tabLst>
                <a:tab pos="541338" algn="l"/>
              </a:tabLst>
              <a:defRPr sz="1200"/>
            </a:lvl3pPr>
            <a:lvl4pPr marL="625475" indent="-119063">
              <a:lnSpc>
                <a:spcPct val="100000"/>
              </a:lnSpc>
              <a:spcBef>
                <a:spcPts val="600"/>
              </a:spcBef>
              <a:buFont typeface="Arial" panose="020B0604020202020204" pitchFamily="34" charset="0"/>
              <a:buChar char="•"/>
              <a:defRPr sz="1100"/>
            </a:lvl4pPr>
            <a:lvl5pPr marL="560388" indent="0">
              <a:buNone/>
              <a:defRPr sz="1100"/>
            </a:lvl5pPr>
            <a:lvl7pPr>
              <a:buNone/>
              <a:defRPr/>
            </a:lvl7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a:p>
            <a:pPr lvl="3"/>
            <a:r>
              <a:rPr kumimoji="1" lang="ja-JP" altLang="en-US"/>
              <a:t>第</a:t>
            </a:r>
            <a:r>
              <a:rPr kumimoji="1" lang="en-US" altLang="ja-JP"/>
              <a:t>4</a:t>
            </a:r>
            <a:r>
              <a:rPr kumimoji="1" lang="ja-JP" altLang="en-US"/>
              <a:t>レベル</a:t>
            </a:r>
            <a:endParaRPr kumimoji="1" lang="en-US" altLang="ja-JP"/>
          </a:p>
          <a:p>
            <a:pPr lvl="4"/>
            <a:endParaRPr kumimoji="1" lang="ja-JP" altLang="en-US"/>
          </a:p>
        </p:txBody>
      </p:sp>
    </p:spTree>
    <p:extLst>
      <p:ext uri="{BB962C8B-B14F-4D97-AF65-F5344CB8AC3E}">
        <p14:creationId xmlns:p14="http://schemas.microsoft.com/office/powerpoint/2010/main" val="1147604624"/>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666560"/>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88C13DD4-DDF0-47EA-85C0-33C135D060A2}"/>
              </a:ext>
            </a:extLst>
          </p:cNvPr>
          <p:cNvSpPr>
            <a:spLocks noGrp="1"/>
          </p:cNvSpPr>
          <p:nvPr>
            <p:ph type="title"/>
          </p:nvPr>
        </p:nvSpPr>
        <p:spPr>
          <a:xfrm>
            <a:off x="558800" y="265113"/>
            <a:ext cx="7634560" cy="334962"/>
          </a:xfrm>
          <a:prstGeom prst="rect">
            <a:avLst/>
          </a:prstGeom>
        </p:spPr>
        <p:txBody>
          <a:bodyPr anchor="ctr"/>
          <a:lstStyle>
            <a:lvl1pPr>
              <a:defRPr b="0">
                <a:solidFill>
                  <a:schemeClr val="tx1"/>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7929277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表紙２（スローガン）">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4DE0BA28-4882-465B-906D-484A9BBD0C44}"/>
              </a:ext>
            </a:extLst>
          </p:cNvPr>
          <p:cNvSpPr txBox="1"/>
          <p:nvPr userDrawn="1">
            <p:custDataLst>
              <p:tags r:id="rId1"/>
            </p:custDataLst>
          </p:nvPr>
        </p:nvSpPr>
        <p:spPr>
          <a:xfrm>
            <a:off x="-909697" y="-1"/>
            <a:ext cx="756001" cy="182399"/>
          </a:xfrm>
          <a:prstGeom prst="rect">
            <a:avLst/>
          </a:prstGeom>
          <a:solidFill>
            <a:srgbClr val="003599"/>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0:53:153</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F18A3C52-CB6E-4850-BF21-4C38CF2EB176}"/>
              </a:ext>
            </a:extLst>
          </p:cNvPr>
          <p:cNvSpPr txBox="1"/>
          <p:nvPr userDrawn="1">
            <p:custDataLst>
              <p:tags r:id="rId2"/>
            </p:custDataLst>
          </p:nvPr>
        </p:nvSpPr>
        <p:spPr>
          <a:xfrm>
            <a:off x="-909697" y="263167"/>
            <a:ext cx="756001" cy="182399"/>
          </a:xfrm>
          <a:prstGeom prst="rect">
            <a:avLst/>
          </a:prstGeom>
          <a:solidFill>
            <a:srgbClr val="00D4E1"/>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0:212:225</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1574C446-BB2C-4503-A6DF-938499302977}"/>
              </a:ext>
            </a:extLst>
          </p:cNvPr>
          <p:cNvSpPr txBox="1"/>
          <p:nvPr userDrawn="1">
            <p:custDataLst>
              <p:tags r:id="rId3"/>
            </p:custDataLst>
          </p:nvPr>
        </p:nvSpPr>
        <p:spPr>
          <a:xfrm>
            <a:off x="-909697" y="526335"/>
            <a:ext cx="756001" cy="182399"/>
          </a:xfrm>
          <a:prstGeom prst="rect">
            <a:avLst/>
          </a:prstGeom>
          <a:solidFill>
            <a:srgbClr val="0072CE"/>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0:114:206</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00982542-2517-460F-9ED2-68274CDA3C49}"/>
              </a:ext>
            </a:extLst>
          </p:cNvPr>
          <p:cNvSpPr txBox="1"/>
          <p:nvPr userDrawn="1">
            <p:custDataLst>
              <p:tags r:id="rId4"/>
            </p:custDataLst>
          </p:nvPr>
        </p:nvSpPr>
        <p:spPr>
          <a:xfrm>
            <a:off x="-909697" y="789503"/>
            <a:ext cx="756001" cy="182399"/>
          </a:xfrm>
          <a:prstGeom prst="rect">
            <a:avLst/>
          </a:prstGeom>
          <a:solidFill>
            <a:srgbClr val="D4ECF6"/>
          </a:solidFill>
        </p:spPr>
        <p:txBody>
          <a:bodyPr vert="horz" wrap="square" lIns="46799" tIns="46799" rIns="46799" bIns="46799" rtlCol="0" anchor="ctr" anchorCtr="1">
            <a:noAutofit/>
          </a:bodyPr>
          <a:lstStyle/>
          <a:p>
            <a:pPr algn="ctr"/>
            <a:r>
              <a:rPr kumimoji="1" lang="en-US" altLang="ja-JP" sz="800">
                <a:solidFill>
                  <a:schemeClr val="tx1"/>
                </a:solidFill>
                <a:latin typeface="Meiryo UI" panose="020B0604030504040204" pitchFamily="50" charset="-128"/>
                <a:ea typeface="Meiryo UI" panose="020B0604030504040204" pitchFamily="50" charset="-128"/>
              </a:rPr>
              <a:t>212:236:246</a:t>
            </a:r>
            <a:endParaRPr kumimoji="1" lang="ja-JP" altLang="en-US" sz="800">
              <a:solidFill>
                <a:schemeClr val="tx1"/>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69C53D93-717B-48A2-9CA0-523B5CE0F5AB}"/>
              </a:ext>
            </a:extLst>
          </p:cNvPr>
          <p:cNvSpPr txBox="1"/>
          <p:nvPr userDrawn="1">
            <p:custDataLst>
              <p:tags r:id="rId5"/>
            </p:custDataLst>
          </p:nvPr>
        </p:nvSpPr>
        <p:spPr>
          <a:xfrm>
            <a:off x="-909697" y="1052673"/>
            <a:ext cx="756001" cy="182399"/>
          </a:xfrm>
          <a:prstGeom prst="rect">
            <a:avLst/>
          </a:prstGeom>
          <a:solidFill>
            <a:srgbClr val="00005A"/>
          </a:solidFill>
        </p:spPr>
        <p:txBody>
          <a:bodyPr vert="horz" wrap="square" lIns="46799" tIns="46799" rIns="46799" bIns="46799" rtlCol="0" anchor="ctr" anchorCtr="1">
            <a:noAutofit/>
          </a:bodyPr>
          <a:lstStyle/>
          <a:p>
            <a:pPr algn="ctr"/>
            <a:r>
              <a:rPr kumimoji="1" lang="en-US" altLang="ja-JP" sz="800">
                <a:solidFill>
                  <a:srgbClr val="FFFFFF"/>
                </a:solidFill>
                <a:latin typeface="Meiryo UI" panose="020B0604030504040204" pitchFamily="50" charset="-128"/>
                <a:ea typeface="Meiryo UI" panose="020B0604030504040204" pitchFamily="50" charset="-128"/>
              </a:rPr>
              <a:t>0:0:90</a:t>
            </a:r>
            <a:endParaRPr kumimoji="1" lang="ja-JP" altLang="en-US" sz="800">
              <a:solidFill>
                <a:srgbClr val="FFFFFF"/>
              </a:solidFill>
              <a:latin typeface="Meiryo UI" panose="020B0604030504040204" pitchFamily="50" charset="-128"/>
              <a:ea typeface="Meiryo UI" panose="020B0604030504040204" pitchFamily="50" charset="-128"/>
            </a:endParaRPr>
          </a:p>
        </p:txBody>
      </p:sp>
      <p:sp>
        <p:nvSpPr>
          <p:cNvPr id="17" name="タイトル 1">
            <a:extLst>
              <a:ext uri="{FF2B5EF4-FFF2-40B4-BE49-F238E27FC236}">
                <a16:creationId xmlns:a16="http://schemas.microsoft.com/office/drawing/2014/main" id="{D73253E1-66F4-449C-BEFA-7525B3E4AA10}"/>
              </a:ext>
            </a:extLst>
          </p:cNvPr>
          <p:cNvSpPr>
            <a:spLocks noGrp="1"/>
          </p:cNvSpPr>
          <p:nvPr>
            <p:ph type="ctrTitle"/>
          </p:nvPr>
        </p:nvSpPr>
        <p:spPr>
          <a:xfrm>
            <a:off x="1238250" y="1122362"/>
            <a:ext cx="7429500" cy="2206921"/>
          </a:xfrm>
          <a:prstGeom prst="rect">
            <a:avLst/>
          </a:prstGeom>
        </p:spPr>
        <p:txBody>
          <a:bodyPr anchor="b" anchorCtr="0"/>
          <a:lstStyle>
            <a:lvl1pPr algn="ctr">
              <a:defRPr sz="4400">
                <a:solidFill>
                  <a:schemeClr val="tx1"/>
                </a:solidFill>
              </a:defRPr>
            </a:lvl1pPr>
          </a:lstStyle>
          <a:p>
            <a:r>
              <a:rPr kumimoji="1" lang="ja-JP" altLang="en-US"/>
              <a:t>マスター タイトルの書式設定</a:t>
            </a:r>
          </a:p>
        </p:txBody>
      </p:sp>
      <p:sp>
        <p:nvSpPr>
          <p:cNvPr id="18" name="字幕 2">
            <a:extLst>
              <a:ext uri="{FF2B5EF4-FFF2-40B4-BE49-F238E27FC236}">
                <a16:creationId xmlns:a16="http://schemas.microsoft.com/office/drawing/2014/main" id="{4D60F154-BF71-4E4E-BDBD-673120E8CFA1}"/>
              </a:ext>
            </a:extLst>
          </p:cNvPr>
          <p:cNvSpPr>
            <a:spLocks noGrp="1"/>
          </p:cNvSpPr>
          <p:nvPr>
            <p:ph type="subTitle" idx="1"/>
          </p:nvPr>
        </p:nvSpPr>
        <p:spPr>
          <a:xfrm>
            <a:off x="1238250" y="3771900"/>
            <a:ext cx="7429500" cy="2393404"/>
          </a:xfrm>
          <a:prstGeom prst="rect">
            <a:avLst/>
          </a:prstGeom>
        </p:spPr>
        <p:txBody>
          <a:bodyPr/>
          <a:lstStyle>
            <a:lvl1pPr marL="0" indent="0" algn="ctr">
              <a:spcBef>
                <a:spcPts val="0"/>
              </a:spcBef>
              <a:buNone/>
              <a:defRPr sz="280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endParaRPr kumimoji="1" lang="en-US" altLang="ja-JP"/>
          </a:p>
        </p:txBody>
      </p:sp>
      <p:sp>
        <p:nvSpPr>
          <p:cNvPr id="19" name="Rectangle 10">
            <a:extLst>
              <a:ext uri="{FF2B5EF4-FFF2-40B4-BE49-F238E27FC236}">
                <a16:creationId xmlns:a16="http://schemas.microsoft.com/office/drawing/2014/main" id="{E84248A6-A8C7-4778-80DE-5E445E2AD5A0}"/>
              </a:ext>
            </a:extLst>
          </p:cNvPr>
          <p:cNvSpPr>
            <a:spLocks noChangeArrowheads="1"/>
          </p:cNvSpPr>
          <p:nvPr userDrawn="1"/>
        </p:nvSpPr>
        <p:spPr bwMode="auto">
          <a:xfrm>
            <a:off x="734272" y="3429000"/>
            <a:ext cx="8467200" cy="49857"/>
          </a:xfrm>
          <a:prstGeom prst="rect">
            <a:avLst/>
          </a:prstGeom>
          <a:solidFill>
            <a:srgbClr val="0075BF"/>
          </a:solidFill>
          <a:ln>
            <a:solidFill>
              <a:schemeClr val="accent1"/>
            </a:solid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sz="1800">
              <a:solidFill>
                <a:srgbClr val="292929"/>
              </a:solidFill>
            </a:endParaRPr>
          </a:p>
        </p:txBody>
      </p:sp>
      <p:pic>
        <p:nvPicPr>
          <p:cNvPr id="20" name="図 19" descr="グラフィカル ユーザー インターフェイス, テキスト&#10;&#10;自動的に生成された説明">
            <a:extLst>
              <a:ext uri="{FF2B5EF4-FFF2-40B4-BE49-F238E27FC236}">
                <a16:creationId xmlns:a16="http://schemas.microsoft.com/office/drawing/2014/main" id="{D0361ABA-A683-4DDA-BB65-1A1C507D0A6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011015" y="141806"/>
            <a:ext cx="1729986" cy="360604"/>
          </a:xfrm>
          <a:prstGeom prst="rect">
            <a:avLst/>
          </a:prstGeom>
        </p:spPr>
      </p:pic>
    </p:spTree>
    <p:extLst>
      <p:ext uri="{BB962C8B-B14F-4D97-AF65-F5344CB8AC3E}">
        <p14:creationId xmlns:p14="http://schemas.microsoft.com/office/powerpoint/2010/main" val="2826009607"/>
      </p:ext>
    </p:extLst>
  </p:cSld>
  <p:clrMapOvr>
    <a:masterClrMapping/>
  </p:clrMapOvr>
  <p:extLst>
    <p:ext uri="{DCECCB84-F9BA-43D5-87BE-67443E8EF086}">
      <p15:sldGuideLst xmlns:p15="http://schemas.microsoft.com/office/powerpoint/2012/main">
        <p15:guide id="2" pos="31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slideLayout" Target="../slideLayouts/slideLayout19.xml"/><Relationship Id="rId7"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5.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17.e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heme" Target="../theme/theme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slideLayout" Target="../slideLayouts/slideLayout60.xml"/><Relationship Id="rId7" Type="http://schemas.openxmlformats.org/officeDocument/2006/relationships/theme" Target="../theme/theme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s>
</file>

<file path=ppt/slideMasters/_rels/slideMaster10.xml.rels><?xml version="1.0" encoding="UTF-8" standalone="yes"?>
<Relationships xmlns="http://schemas.openxmlformats.org/package/2006/relationships"><Relationship Id="rId8" Type="http://schemas.openxmlformats.org/officeDocument/2006/relationships/theme" Target="../theme/theme10.xml"/><Relationship Id="rId3" Type="http://schemas.openxmlformats.org/officeDocument/2006/relationships/slideLayout" Target="../slideLayouts/slideLayout6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 Id="rId9" Type="http://schemas.openxmlformats.org/officeDocument/2006/relationships/image" Target="../media/image17.emf"/></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heme" Target="../theme/theme1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83.xml"/><Relationship Id="rId7" Type="http://schemas.openxmlformats.org/officeDocument/2006/relationships/image" Target="../media/image17.emf"/><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theme" Target="../theme/theme12.xml"/><Relationship Id="rId5" Type="http://schemas.openxmlformats.org/officeDocument/2006/relationships/slideLayout" Target="../slideLayouts/slideLayout85.xml"/><Relationship Id="rId4" Type="http://schemas.openxmlformats.org/officeDocument/2006/relationships/slideLayout" Target="../slideLayouts/slideLayout84.xml"/></Relationships>
</file>

<file path=ppt/slideMasters/_rels/slideMaster13.xml.rels><?xml version="1.0" encoding="UTF-8" standalone="yes"?>
<Relationships xmlns="http://schemas.openxmlformats.org/package/2006/relationships"><Relationship Id="rId8" Type="http://schemas.openxmlformats.org/officeDocument/2006/relationships/theme" Target="../theme/theme13.xml"/><Relationship Id="rId3" Type="http://schemas.openxmlformats.org/officeDocument/2006/relationships/slideLayout" Target="../slideLayouts/slideLayout88.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s>
</file>

<file path=ppt/slideMasters/_rels/slideMaster14.xml.rels><?xml version="1.0" encoding="UTF-8" standalone="yes"?>
<Relationships xmlns="http://schemas.openxmlformats.org/package/2006/relationships"><Relationship Id="rId8" Type="http://schemas.openxmlformats.org/officeDocument/2006/relationships/theme" Target="../theme/theme14.xml"/><Relationship Id="rId3" Type="http://schemas.openxmlformats.org/officeDocument/2006/relationships/slideLayout" Target="../slideLayouts/slideLayout95.xml"/><Relationship Id="rId7" Type="http://schemas.openxmlformats.org/officeDocument/2006/relationships/slideLayout" Target="../slideLayouts/slideLayout9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5" Type="http://schemas.openxmlformats.org/officeDocument/2006/relationships/slideLayout" Target="../slideLayouts/slideLayout97.xml"/><Relationship Id="rId4"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図 2">
            <a:extLst>
              <a:ext uri="{FF2B5EF4-FFF2-40B4-BE49-F238E27FC236}">
                <a16:creationId xmlns:a16="http://schemas.microsoft.com/office/drawing/2014/main" id="{D926317E-96B1-432B-BC66-0448CA749BA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ext Box 5">
            <a:extLst>
              <a:ext uri="{FF2B5EF4-FFF2-40B4-BE49-F238E27FC236}">
                <a16:creationId xmlns:a16="http://schemas.microsoft.com/office/drawing/2014/main" id="{7A4EE595-291B-4B06-9151-F08034AA03CC}"/>
              </a:ext>
            </a:extLst>
          </p:cNvPr>
          <p:cNvSpPr txBox="1">
            <a:spLocks noChangeArrowheads="1"/>
          </p:cNvSpPr>
          <p:nvPr userDrawn="1"/>
        </p:nvSpPr>
        <p:spPr bwMode="auto">
          <a:xfrm>
            <a:off x="3978275" y="6711950"/>
            <a:ext cx="1949450" cy="123825"/>
          </a:xfrm>
          <a:prstGeom prst="rect">
            <a:avLst/>
          </a:prstGeom>
          <a:noFill/>
          <a:ln>
            <a:noFill/>
          </a:ln>
        </p:spPr>
        <p:txBody>
          <a:bodyPr lIns="0" tIns="0" rIns="0" bIns="0">
            <a:spAutoFit/>
          </a:bodyP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a:defRPr/>
            </a:pPr>
            <a:r>
              <a:rPr lang="en-US" altLang="ja-JP" sz="800">
                <a:solidFill>
                  <a:srgbClr val="5F5F5F"/>
                </a:solidFill>
                <a:latin typeface="Arial" charset="0"/>
                <a:cs typeface="Arial" charset="0"/>
              </a:rPr>
              <a:t>©</a:t>
            </a:r>
            <a:r>
              <a:rPr lang="ja-JP" altLang="en-US" sz="800">
                <a:solidFill>
                  <a:srgbClr val="5F5F5F"/>
                </a:solidFill>
                <a:latin typeface="Arial" charset="0"/>
                <a:cs typeface="Arial" charset="0"/>
              </a:rPr>
              <a:t> </a:t>
            </a:r>
            <a:r>
              <a:rPr lang="en-US" altLang="ja-JP" sz="800">
                <a:solidFill>
                  <a:srgbClr val="5F5F5F"/>
                </a:solidFill>
                <a:latin typeface="Arial" charset="0"/>
                <a:cs typeface="Arial" charset="0"/>
              </a:rPr>
              <a:t>2018</a:t>
            </a:r>
            <a:r>
              <a:rPr lang="ja-JP" altLang="en-US" sz="800">
                <a:solidFill>
                  <a:srgbClr val="5F5F5F"/>
                </a:solidFill>
                <a:latin typeface="Arial" charset="0"/>
                <a:cs typeface="Arial" charset="0"/>
              </a:rPr>
              <a:t>  </a:t>
            </a:r>
            <a:r>
              <a:rPr lang="en-US" altLang="ja-JP" sz="800">
                <a:solidFill>
                  <a:srgbClr val="5F5F5F"/>
                </a:solidFill>
                <a:latin typeface="Arial" charset="0"/>
                <a:cs typeface="Arial" charset="0"/>
              </a:rPr>
              <a:t>Internet Initiative Japan Inc.</a:t>
            </a:r>
            <a:endParaRPr lang="ja-JP" altLang="en-US" sz="800">
              <a:solidFill>
                <a:srgbClr val="5F5F5F"/>
              </a:solidFill>
              <a:latin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8058" r:id="rId1"/>
    <p:sldLayoutId id="2147488059" r:id="rId2"/>
    <p:sldLayoutId id="2147488060" r:id="rId3"/>
    <p:sldLayoutId id="2147488061" r:id="rId4"/>
    <p:sldLayoutId id="2147488062" r:id="rId5"/>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メイリオ" pitchFamily="50" charset="-128"/>
        </a:defRPr>
      </a:lvl1pPr>
      <a:lvl2pPr algn="ctr" rtl="0" eaLnBrk="0" fontAlgn="base" hangingPunct="0">
        <a:spcBef>
          <a:spcPct val="0"/>
        </a:spcBef>
        <a:spcAft>
          <a:spcPct val="0"/>
        </a:spcAft>
        <a:defRPr kumimoji="1" sz="4400">
          <a:solidFill>
            <a:schemeClr val="tx2"/>
          </a:solidFill>
          <a:latin typeface="メイリオ" pitchFamily="50" charset="-128"/>
          <a:ea typeface="メイリオ" pitchFamily="50" charset="-128"/>
          <a:cs typeface="メイリオ" pitchFamily="50" charset="-128"/>
        </a:defRPr>
      </a:lvl2pPr>
      <a:lvl3pPr algn="ctr" rtl="0" eaLnBrk="0" fontAlgn="base" hangingPunct="0">
        <a:spcBef>
          <a:spcPct val="0"/>
        </a:spcBef>
        <a:spcAft>
          <a:spcPct val="0"/>
        </a:spcAft>
        <a:defRPr kumimoji="1" sz="4400">
          <a:solidFill>
            <a:schemeClr val="tx2"/>
          </a:solidFill>
          <a:latin typeface="メイリオ" pitchFamily="50" charset="-128"/>
          <a:ea typeface="メイリオ" pitchFamily="50" charset="-128"/>
          <a:cs typeface="メイリオ" pitchFamily="50" charset="-128"/>
        </a:defRPr>
      </a:lvl3pPr>
      <a:lvl4pPr algn="ctr" rtl="0" eaLnBrk="0" fontAlgn="base" hangingPunct="0">
        <a:spcBef>
          <a:spcPct val="0"/>
        </a:spcBef>
        <a:spcAft>
          <a:spcPct val="0"/>
        </a:spcAft>
        <a:defRPr kumimoji="1" sz="4400">
          <a:solidFill>
            <a:schemeClr val="tx2"/>
          </a:solidFill>
          <a:latin typeface="メイリオ" pitchFamily="50" charset="-128"/>
          <a:ea typeface="メイリオ" pitchFamily="50" charset="-128"/>
          <a:cs typeface="メイリオ" pitchFamily="50" charset="-128"/>
        </a:defRPr>
      </a:lvl4pPr>
      <a:lvl5pPr algn="ctr" rtl="0" eaLnBrk="0" fontAlgn="base" hangingPunct="0">
        <a:spcBef>
          <a:spcPct val="0"/>
        </a:spcBef>
        <a:spcAft>
          <a:spcPct val="0"/>
        </a:spcAft>
        <a:defRPr kumimoji="1" sz="4400">
          <a:solidFill>
            <a:schemeClr val="tx2"/>
          </a:solidFill>
          <a:latin typeface="メイリオ" pitchFamily="50" charset="-128"/>
          <a:ea typeface="メイリオ" pitchFamily="50" charset="-128"/>
          <a:cs typeface="メイリオ" pitchFamily="50" charset="-128"/>
        </a:defRPr>
      </a:lvl5pPr>
      <a:lvl6pPr marL="457200" algn="ctr" rtl="0" eaLnBrk="1" fontAlgn="base" hangingPunct="1">
        <a:spcBef>
          <a:spcPct val="0"/>
        </a:spcBef>
        <a:spcAft>
          <a:spcPct val="0"/>
        </a:spcAft>
        <a:defRPr kumimoji="1" sz="4400">
          <a:solidFill>
            <a:schemeClr val="tx2"/>
          </a:solidFill>
          <a:latin typeface="Arial" charset="0"/>
          <a:ea typeface="ＭＳ Ｐゴシック" charset="-128"/>
        </a:defRPr>
      </a:lvl6pPr>
      <a:lvl7pPr marL="914400" algn="ctr" rtl="0" eaLnBrk="1" fontAlgn="base" hangingPunct="1">
        <a:spcBef>
          <a:spcPct val="0"/>
        </a:spcBef>
        <a:spcAft>
          <a:spcPct val="0"/>
        </a:spcAft>
        <a:defRPr kumimoji="1" sz="4400">
          <a:solidFill>
            <a:schemeClr val="tx2"/>
          </a:solidFill>
          <a:latin typeface="Arial" charset="0"/>
          <a:ea typeface="ＭＳ Ｐゴシック" charset="-128"/>
        </a:defRPr>
      </a:lvl7pPr>
      <a:lvl8pPr marL="1371600" algn="ctr" rtl="0" eaLnBrk="1" fontAlgn="base" hangingPunct="1">
        <a:spcBef>
          <a:spcPct val="0"/>
        </a:spcBef>
        <a:spcAft>
          <a:spcPct val="0"/>
        </a:spcAft>
        <a:defRPr kumimoji="1" sz="4400">
          <a:solidFill>
            <a:schemeClr val="tx2"/>
          </a:solidFill>
          <a:latin typeface="Arial" charset="0"/>
          <a:ea typeface="ＭＳ Ｐゴシック" charset="-128"/>
        </a:defRPr>
      </a:lvl8pPr>
      <a:lvl9pPr marL="1828800" algn="ctr" rtl="0" eaLnBrk="1" fontAlgn="base" hangingPunct="1">
        <a:spcBef>
          <a:spcPct val="0"/>
        </a:spcBef>
        <a:spcAft>
          <a:spcPct val="0"/>
        </a:spcAft>
        <a:defRPr kumimoji="1" sz="4400">
          <a:solidFill>
            <a:schemeClr val="tx2"/>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メイリオ" pitchFamily="50" charset="-128"/>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メイリオ" pitchFamily="50" charset="-128"/>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メイリオ" pitchFamily="50" charset="-128"/>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メイリオ" pitchFamily="50" charset="-128"/>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メイリオ"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A67DF2B-2294-4E0A-ACE1-E5004186BE98}"/>
              </a:ext>
            </a:extLst>
          </p:cNvPr>
          <p:cNvSpPr>
            <a:spLocks noGrp="1" noChangeArrowheads="1"/>
          </p:cNvSpPr>
          <p:nvPr>
            <p:ph type="body" idx="1"/>
          </p:nvPr>
        </p:nvSpPr>
        <p:spPr bwMode="auto">
          <a:xfrm>
            <a:off x="350838" y="765175"/>
            <a:ext cx="9212262"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9832" tIns="33305" rIns="0" bIns="0" numCol="1" anchor="t" anchorCtr="0" compatLnSpc="1">
            <a:prstTxWarp prst="textNoShape">
              <a:avLst/>
            </a:prstTxWarp>
          </a:bodyPr>
          <a:lstStyle/>
          <a:p>
            <a:pPr lvl="0"/>
            <a:r>
              <a:rPr lang="ja-JP" altLang="en-US"/>
              <a:t>第 </a:t>
            </a:r>
            <a:r>
              <a:rPr lang="en-US" altLang="ja-JP"/>
              <a:t>1 </a:t>
            </a:r>
            <a:r>
              <a:rPr lang="ja-JP" altLang="en-US"/>
              <a:t>レベル</a:t>
            </a:r>
          </a:p>
          <a:p>
            <a:pPr lvl="1"/>
            <a:r>
              <a:rPr lang="ja-JP" altLang="en-US"/>
              <a:t>第 </a:t>
            </a:r>
            <a:r>
              <a:rPr lang="en-US" altLang="ja-JP"/>
              <a:t>2 </a:t>
            </a:r>
            <a:r>
              <a:rPr lang="ja-JP" altLang="en-US"/>
              <a:t>レベル</a:t>
            </a:r>
          </a:p>
          <a:p>
            <a:pPr lvl="3"/>
            <a:r>
              <a:rPr lang="ja-JP" altLang="en-US"/>
              <a:t>第</a:t>
            </a:r>
            <a:r>
              <a:rPr lang="en-US" altLang="ja-JP"/>
              <a:t>3</a:t>
            </a:r>
            <a:r>
              <a:rPr lang="ja-JP" altLang="en-US"/>
              <a:t>レベル</a:t>
            </a:r>
          </a:p>
          <a:p>
            <a:pPr lvl="4"/>
            <a:r>
              <a:rPr lang="ja-JP" altLang="en-US"/>
              <a:t>第</a:t>
            </a:r>
            <a:r>
              <a:rPr lang="en-US" altLang="ja-JP"/>
              <a:t>4</a:t>
            </a:r>
            <a:r>
              <a:rPr lang="ja-JP" altLang="en-US"/>
              <a:t>レベル</a:t>
            </a:r>
          </a:p>
          <a:p>
            <a:pPr lvl="4"/>
            <a:endParaRPr lang="ja-JP" altLang="en-US"/>
          </a:p>
          <a:p>
            <a:pPr lvl="4"/>
            <a:endParaRPr lang="ja-JP" altLang="en-US"/>
          </a:p>
        </p:txBody>
      </p:sp>
      <p:sp>
        <p:nvSpPr>
          <p:cNvPr id="3075" name="Rectangle 3">
            <a:extLst>
              <a:ext uri="{FF2B5EF4-FFF2-40B4-BE49-F238E27FC236}">
                <a16:creationId xmlns:a16="http://schemas.microsoft.com/office/drawing/2014/main" id="{EFEF8725-228B-453D-8AC0-62C4F199EE45}"/>
              </a:ext>
            </a:extLst>
          </p:cNvPr>
          <p:cNvSpPr>
            <a:spLocks noGrp="1" noChangeArrowheads="1"/>
          </p:cNvSpPr>
          <p:nvPr>
            <p:ph type="title"/>
          </p:nvPr>
        </p:nvSpPr>
        <p:spPr bwMode="auto">
          <a:xfrm>
            <a:off x="558800" y="257175"/>
            <a:ext cx="90043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3261" tIns="0" rIns="83261" bIns="0" numCol="1" anchor="b" anchorCtr="0" compatLnSpc="1">
            <a:prstTxWarp prst="textNoShape">
              <a:avLst/>
            </a:prstTxWarp>
            <a:spAutoFit/>
          </a:bodyPr>
          <a:lstStyle/>
          <a:p>
            <a:pPr lvl="0"/>
            <a:r>
              <a:rPr lang="ja-JP" altLang="en-US"/>
              <a:t>マスタ タイトルの書式設定</a:t>
            </a:r>
          </a:p>
        </p:txBody>
      </p:sp>
      <p:grpSp>
        <p:nvGrpSpPr>
          <p:cNvPr id="3076" name="Group 4">
            <a:extLst>
              <a:ext uri="{FF2B5EF4-FFF2-40B4-BE49-F238E27FC236}">
                <a16:creationId xmlns:a16="http://schemas.microsoft.com/office/drawing/2014/main" id="{4BA11D13-02F3-4C54-8545-6955BAB71BF4}"/>
              </a:ext>
            </a:extLst>
          </p:cNvPr>
          <p:cNvGrpSpPr>
            <a:grpSpLocks/>
          </p:cNvGrpSpPr>
          <p:nvPr/>
        </p:nvGrpSpPr>
        <p:grpSpPr bwMode="auto">
          <a:xfrm>
            <a:off x="342900" y="314325"/>
            <a:ext cx="9220200" cy="409575"/>
            <a:chOff x="215" y="323"/>
            <a:chExt cx="5807" cy="277"/>
          </a:xfrm>
        </p:grpSpPr>
        <p:grpSp>
          <p:nvGrpSpPr>
            <p:cNvPr id="3078" name="Group 5">
              <a:extLst>
                <a:ext uri="{FF2B5EF4-FFF2-40B4-BE49-F238E27FC236}">
                  <a16:creationId xmlns:a16="http://schemas.microsoft.com/office/drawing/2014/main" id="{B203D26E-D7EF-462B-8DA9-3CEC7352C226}"/>
                </a:ext>
              </a:extLst>
            </p:cNvPr>
            <p:cNvGrpSpPr>
              <a:grpSpLocks/>
            </p:cNvGrpSpPr>
            <p:nvPr userDrawn="1"/>
          </p:nvGrpSpPr>
          <p:grpSpPr bwMode="auto">
            <a:xfrm>
              <a:off x="215" y="555"/>
              <a:ext cx="5807" cy="45"/>
              <a:chOff x="306" y="2325"/>
              <a:chExt cx="5580" cy="363"/>
            </a:xfrm>
          </p:grpSpPr>
          <p:sp>
            <p:nvSpPr>
              <p:cNvPr id="1032" name="Rectangle 6">
                <a:extLst>
                  <a:ext uri="{FF2B5EF4-FFF2-40B4-BE49-F238E27FC236}">
                    <a16:creationId xmlns:a16="http://schemas.microsoft.com/office/drawing/2014/main" id="{407876AC-8225-40EA-A2F3-C09EE3AE69BE}"/>
                  </a:ext>
                </a:extLst>
              </p:cNvPr>
              <p:cNvSpPr>
                <a:spLocks noChangeArrowheads="1"/>
              </p:cNvSpPr>
              <p:nvPr userDrawn="1"/>
            </p:nvSpPr>
            <p:spPr bwMode="auto">
              <a:xfrm>
                <a:off x="306" y="2324"/>
                <a:ext cx="5580" cy="268"/>
              </a:xfrm>
              <a:prstGeom prst="rect">
                <a:avLst/>
              </a:prstGeom>
              <a:solidFill>
                <a:srgbClr val="003C2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600" b="1">
                    <a:solidFill>
                      <a:schemeClr val="tx1"/>
                    </a:solidFill>
                    <a:latin typeface="ＭＳ Ｐゴシック" charset="-128"/>
                    <a:ea typeface="ＭＳ Ｐゴシック" charset="-128"/>
                  </a:defRPr>
                </a:lvl1pPr>
                <a:lvl2pPr marL="742950" indent="-285750" eaLnBrk="0" hangingPunct="0">
                  <a:defRPr kumimoji="1" sz="1600" b="1">
                    <a:solidFill>
                      <a:schemeClr val="tx1"/>
                    </a:solidFill>
                    <a:latin typeface="ＭＳ Ｐゴシック" charset="-128"/>
                    <a:ea typeface="ＭＳ Ｐゴシック" charset="-128"/>
                  </a:defRPr>
                </a:lvl2pPr>
                <a:lvl3pPr marL="1143000" indent="-228600" eaLnBrk="0" hangingPunct="0">
                  <a:defRPr kumimoji="1" sz="1600" b="1">
                    <a:solidFill>
                      <a:schemeClr val="tx1"/>
                    </a:solidFill>
                    <a:latin typeface="ＭＳ Ｐゴシック" charset="-128"/>
                    <a:ea typeface="ＭＳ Ｐゴシック" charset="-128"/>
                  </a:defRPr>
                </a:lvl3pPr>
                <a:lvl4pPr marL="1600200" indent="-228600" eaLnBrk="0" hangingPunct="0">
                  <a:defRPr kumimoji="1" sz="1600" b="1">
                    <a:solidFill>
                      <a:schemeClr val="tx1"/>
                    </a:solidFill>
                    <a:latin typeface="ＭＳ Ｐゴシック" charset="-128"/>
                    <a:ea typeface="ＭＳ Ｐゴシック" charset="-128"/>
                  </a:defRPr>
                </a:lvl4pPr>
                <a:lvl5pPr marL="2057400" indent="-228600" eaLnBrk="0" hangingPunct="0">
                  <a:defRPr kumimoji="1" sz="1600" b="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9pPr>
              </a:lstStyle>
              <a:p>
                <a:pPr eaLnBrk="1" hangingPunct="1">
                  <a:defRPr/>
                </a:pPr>
                <a:endParaRPr lang="ja-JP" altLang="en-US">
                  <a:solidFill>
                    <a:srgbClr val="292929"/>
                  </a:solidFill>
                </a:endParaRPr>
              </a:p>
            </p:txBody>
          </p:sp>
          <p:sp>
            <p:nvSpPr>
              <p:cNvPr id="1033" name="Rectangle 7">
                <a:extLst>
                  <a:ext uri="{FF2B5EF4-FFF2-40B4-BE49-F238E27FC236}">
                    <a16:creationId xmlns:a16="http://schemas.microsoft.com/office/drawing/2014/main" id="{1B7744C2-DFD1-42A4-B8B3-8029D56BE15E}"/>
                  </a:ext>
                </a:extLst>
              </p:cNvPr>
              <p:cNvSpPr>
                <a:spLocks noChangeArrowheads="1"/>
              </p:cNvSpPr>
              <p:nvPr userDrawn="1"/>
            </p:nvSpPr>
            <p:spPr bwMode="auto">
              <a:xfrm>
                <a:off x="306" y="2593"/>
                <a:ext cx="5580" cy="95"/>
              </a:xfrm>
              <a:prstGeom prst="rect">
                <a:avLst/>
              </a:prstGeom>
              <a:solidFill>
                <a:srgbClr val="A8D435"/>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600" b="1">
                    <a:solidFill>
                      <a:schemeClr val="tx1"/>
                    </a:solidFill>
                    <a:latin typeface="ＭＳ Ｐゴシック" charset="-128"/>
                    <a:ea typeface="ＭＳ Ｐゴシック" charset="-128"/>
                  </a:defRPr>
                </a:lvl1pPr>
                <a:lvl2pPr marL="742950" indent="-285750" eaLnBrk="0" hangingPunct="0">
                  <a:defRPr kumimoji="1" sz="1600" b="1">
                    <a:solidFill>
                      <a:schemeClr val="tx1"/>
                    </a:solidFill>
                    <a:latin typeface="ＭＳ Ｐゴシック" charset="-128"/>
                    <a:ea typeface="ＭＳ Ｐゴシック" charset="-128"/>
                  </a:defRPr>
                </a:lvl2pPr>
                <a:lvl3pPr marL="1143000" indent="-228600" eaLnBrk="0" hangingPunct="0">
                  <a:defRPr kumimoji="1" sz="1600" b="1">
                    <a:solidFill>
                      <a:schemeClr val="tx1"/>
                    </a:solidFill>
                    <a:latin typeface="ＭＳ Ｐゴシック" charset="-128"/>
                    <a:ea typeface="ＭＳ Ｐゴシック" charset="-128"/>
                  </a:defRPr>
                </a:lvl3pPr>
                <a:lvl4pPr marL="1600200" indent="-228600" eaLnBrk="0" hangingPunct="0">
                  <a:defRPr kumimoji="1" sz="1600" b="1">
                    <a:solidFill>
                      <a:schemeClr val="tx1"/>
                    </a:solidFill>
                    <a:latin typeface="ＭＳ Ｐゴシック" charset="-128"/>
                    <a:ea typeface="ＭＳ Ｐゴシック" charset="-128"/>
                  </a:defRPr>
                </a:lvl4pPr>
                <a:lvl5pPr marL="2057400" indent="-228600" eaLnBrk="0" hangingPunct="0">
                  <a:defRPr kumimoji="1" sz="1600" b="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9pPr>
              </a:lstStyle>
              <a:p>
                <a:pPr eaLnBrk="1" hangingPunct="1">
                  <a:defRPr/>
                </a:pPr>
                <a:endParaRPr lang="ja-JP" altLang="en-US">
                  <a:solidFill>
                    <a:srgbClr val="292929"/>
                  </a:solidFill>
                </a:endParaRPr>
              </a:p>
            </p:txBody>
          </p:sp>
        </p:grpSp>
        <p:sp>
          <p:nvSpPr>
            <p:cNvPr id="2" name="Rectangle 8">
              <a:extLst>
                <a:ext uri="{FF2B5EF4-FFF2-40B4-BE49-F238E27FC236}">
                  <a16:creationId xmlns:a16="http://schemas.microsoft.com/office/drawing/2014/main" id="{82A3A092-0B20-4D3C-B937-27705F76164C}"/>
                </a:ext>
              </a:extLst>
            </p:cNvPr>
            <p:cNvSpPr>
              <a:spLocks noChangeArrowheads="1"/>
            </p:cNvSpPr>
            <p:nvPr userDrawn="1"/>
          </p:nvSpPr>
          <p:spPr bwMode="auto">
            <a:xfrm>
              <a:off x="215" y="439"/>
              <a:ext cx="90" cy="91"/>
            </a:xfrm>
            <a:prstGeom prst="rect">
              <a:avLst/>
            </a:prstGeom>
            <a:solidFill>
              <a:srgbClr val="A8D435"/>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600" b="1">
                  <a:solidFill>
                    <a:schemeClr val="tx1"/>
                  </a:solidFill>
                  <a:latin typeface="ＭＳ Ｐゴシック" charset="-128"/>
                  <a:ea typeface="ＭＳ Ｐゴシック" charset="-128"/>
                </a:defRPr>
              </a:lvl1pPr>
              <a:lvl2pPr marL="742950" indent="-285750" eaLnBrk="0" hangingPunct="0">
                <a:defRPr kumimoji="1" sz="1600" b="1">
                  <a:solidFill>
                    <a:schemeClr val="tx1"/>
                  </a:solidFill>
                  <a:latin typeface="ＭＳ Ｐゴシック" charset="-128"/>
                  <a:ea typeface="ＭＳ Ｐゴシック" charset="-128"/>
                </a:defRPr>
              </a:lvl2pPr>
              <a:lvl3pPr marL="1143000" indent="-228600" eaLnBrk="0" hangingPunct="0">
                <a:defRPr kumimoji="1" sz="1600" b="1">
                  <a:solidFill>
                    <a:schemeClr val="tx1"/>
                  </a:solidFill>
                  <a:latin typeface="ＭＳ Ｐゴシック" charset="-128"/>
                  <a:ea typeface="ＭＳ Ｐゴシック" charset="-128"/>
                </a:defRPr>
              </a:lvl3pPr>
              <a:lvl4pPr marL="1600200" indent="-228600" eaLnBrk="0" hangingPunct="0">
                <a:defRPr kumimoji="1" sz="1600" b="1">
                  <a:solidFill>
                    <a:schemeClr val="tx1"/>
                  </a:solidFill>
                  <a:latin typeface="ＭＳ Ｐゴシック" charset="-128"/>
                  <a:ea typeface="ＭＳ Ｐゴシック" charset="-128"/>
                </a:defRPr>
              </a:lvl4pPr>
              <a:lvl5pPr marL="2057400" indent="-228600" eaLnBrk="0" hangingPunct="0">
                <a:defRPr kumimoji="1" sz="1600" b="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9pPr>
            </a:lstStyle>
            <a:p>
              <a:pPr eaLnBrk="1" hangingPunct="1">
                <a:defRPr/>
              </a:pPr>
              <a:endParaRPr lang="ja-JP" altLang="en-US">
                <a:solidFill>
                  <a:srgbClr val="292929"/>
                </a:solidFill>
              </a:endParaRPr>
            </a:p>
          </p:txBody>
        </p:sp>
        <p:sp>
          <p:nvSpPr>
            <p:cNvPr id="1031" name="Rectangle 9">
              <a:extLst>
                <a:ext uri="{FF2B5EF4-FFF2-40B4-BE49-F238E27FC236}">
                  <a16:creationId xmlns:a16="http://schemas.microsoft.com/office/drawing/2014/main" id="{074C241D-A99E-4424-9E28-B981C58A26F7}"/>
                </a:ext>
              </a:extLst>
            </p:cNvPr>
            <p:cNvSpPr>
              <a:spLocks noChangeArrowheads="1"/>
            </p:cNvSpPr>
            <p:nvPr userDrawn="1"/>
          </p:nvSpPr>
          <p:spPr bwMode="auto">
            <a:xfrm>
              <a:off x="215" y="323"/>
              <a:ext cx="90" cy="91"/>
            </a:xfrm>
            <a:prstGeom prst="rect">
              <a:avLst/>
            </a:prstGeom>
            <a:solidFill>
              <a:srgbClr val="003C2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1600" b="1">
                  <a:solidFill>
                    <a:schemeClr val="tx1"/>
                  </a:solidFill>
                  <a:latin typeface="ＭＳ Ｐゴシック" charset="-128"/>
                  <a:ea typeface="ＭＳ Ｐゴシック" charset="-128"/>
                </a:defRPr>
              </a:lvl1pPr>
              <a:lvl2pPr marL="742950" indent="-285750" eaLnBrk="0" hangingPunct="0">
                <a:defRPr kumimoji="1" sz="1600" b="1">
                  <a:solidFill>
                    <a:schemeClr val="tx1"/>
                  </a:solidFill>
                  <a:latin typeface="ＭＳ Ｐゴシック" charset="-128"/>
                  <a:ea typeface="ＭＳ Ｐゴシック" charset="-128"/>
                </a:defRPr>
              </a:lvl2pPr>
              <a:lvl3pPr marL="1143000" indent="-228600" eaLnBrk="0" hangingPunct="0">
                <a:defRPr kumimoji="1" sz="1600" b="1">
                  <a:solidFill>
                    <a:schemeClr val="tx1"/>
                  </a:solidFill>
                  <a:latin typeface="ＭＳ Ｐゴシック" charset="-128"/>
                  <a:ea typeface="ＭＳ Ｐゴシック" charset="-128"/>
                </a:defRPr>
              </a:lvl3pPr>
              <a:lvl4pPr marL="1600200" indent="-228600" eaLnBrk="0" hangingPunct="0">
                <a:defRPr kumimoji="1" sz="1600" b="1">
                  <a:solidFill>
                    <a:schemeClr val="tx1"/>
                  </a:solidFill>
                  <a:latin typeface="ＭＳ Ｐゴシック" charset="-128"/>
                  <a:ea typeface="ＭＳ Ｐゴシック" charset="-128"/>
                </a:defRPr>
              </a:lvl4pPr>
              <a:lvl5pPr marL="2057400" indent="-228600" eaLnBrk="0" hangingPunct="0">
                <a:defRPr kumimoji="1" sz="1600" b="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600" b="1">
                  <a:solidFill>
                    <a:schemeClr val="tx1"/>
                  </a:solidFill>
                  <a:latin typeface="ＭＳ Ｐゴシック" charset="-128"/>
                  <a:ea typeface="ＭＳ Ｐゴシック" charset="-128"/>
                </a:defRPr>
              </a:lvl9pPr>
            </a:lstStyle>
            <a:p>
              <a:pPr eaLnBrk="1" hangingPunct="1">
                <a:defRPr/>
              </a:pPr>
              <a:endParaRPr lang="ja-JP" altLang="en-US">
                <a:solidFill>
                  <a:srgbClr val="292929"/>
                </a:solidFill>
              </a:endParaRPr>
            </a:p>
          </p:txBody>
        </p:sp>
      </p:grpSp>
      <p:sp>
        <p:nvSpPr>
          <p:cNvPr id="10" name="Rectangle 6">
            <a:extLst>
              <a:ext uri="{FF2B5EF4-FFF2-40B4-BE49-F238E27FC236}">
                <a16:creationId xmlns:a16="http://schemas.microsoft.com/office/drawing/2014/main" id="{D303B02D-2C3F-4EF6-9CE2-B8B5F5E784AE}"/>
              </a:ext>
            </a:extLst>
          </p:cNvPr>
          <p:cNvSpPr>
            <a:spLocks noGrp="1" noChangeArrowheads="1"/>
          </p:cNvSpPr>
          <p:nvPr>
            <p:ph type="sldNum" sz="quarter" idx="4"/>
          </p:nvPr>
        </p:nvSpPr>
        <p:spPr>
          <a:xfrm>
            <a:off x="9043988" y="6526213"/>
            <a:ext cx="806450" cy="287337"/>
          </a:xfrm>
          <a:prstGeom prst="rect">
            <a:avLst/>
          </a:prstGeom>
        </p:spPr>
        <p:txBody>
          <a:bodyPr vert="horz" wrap="square" lIns="91440" tIns="45720" rIns="91440" bIns="45720" numCol="1" anchor="t" anchorCtr="0" compatLnSpc="1">
            <a:prstTxWarp prst="textNoShape">
              <a:avLst/>
            </a:prstTxWarp>
          </a:bodyPr>
          <a:lstStyle>
            <a:lvl1pPr algn="r" eaLnBrk="1" hangingPunct="1">
              <a:defRPr sz="1800">
                <a:solidFill>
                  <a:srgbClr val="000000"/>
                </a:solidFill>
                <a:latin typeface="Arial" panose="020B0604020202020204" pitchFamily="34" charset="0"/>
              </a:defRPr>
            </a:lvl1pPr>
          </a:lstStyle>
          <a:p>
            <a:pPr>
              <a:defRPr/>
            </a:pPr>
            <a:fld id="{8DCB8136-0453-491F-8BD6-C03990B5C84A}" type="slidenum">
              <a:rPr lang="en-US" altLang="ja-JP"/>
              <a:pPr>
                <a:defRPr/>
              </a:pPr>
              <a:t>‹#›</a:t>
            </a:fld>
            <a:r>
              <a:rPr lang="en-US" altLang="ja-JP" sz="1100"/>
              <a:t>/14</a:t>
            </a:r>
            <a:endParaRPr lang="en-US" altLang="ja-JP"/>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kumimoji="1" sz="2200" b="1">
          <a:solidFill>
            <a:schemeClr val="tx2"/>
          </a:solidFill>
          <a:latin typeface="ＭＳ Ｐゴシック" charset="-128"/>
          <a:ea typeface="ＭＳ Ｐゴシック" charset="-128"/>
          <a:cs typeface="+mj-cs"/>
        </a:defRPr>
      </a:lvl1pPr>
      <a:lvl2pPr algn="l" rtl="0" eaLnBrk="0" fontAlgn="base" hangingPunct="0">
        <a:spcBef>
          <a:spcPct val="0"/>
        </a:spcBef>
        <a:spcAft>
          <a:spcPct val="0"/>
        </a:spcAft>
        <a:defRPr kumimoji="1" sz="2200" b="1">
          <a:solidFill>
            <a:schemeClr val="tx2"/>
          </a:solidFill>
          <a:latin typeface="ＭＳ Ｐゴシック" charset="-128"/>
          <a:ea typeface="ＭＳ Ｐゴシック" charset="-128"/>
        </a:defRPr>
      </a:lvl2pPr>
      <a:lvl3pPr algn="l" rtl="0" eaLnBrk="0" fontAlgn="base" hangingPunct="0">
        <a:spcBef>
          <a:spcPct val="0"/>
        </a:spcBef>
        <a:spcAft>
          <a:spcPct val="0"/>
        </a:spcAft>
        <a:defRPr kumimoji="1" sz="2200" b="1">
          <a:solidFill>
            <a:schemeClr val="tx2"/>
          </a:solidFill>
          <a:latin typeface="ＭＳ Ｐゴシック" charset="-128"/>
          <a:ea typeface="ＭＳ Ｐゴシック" charset="-128"/>
        </a:defRPr>
      </a:lvl3pPr>
      <a:lvl4pPr algn="l" rtl="0" eaLnBrk="0" fontAlgn="base" hangingPunct="0">
        <a:spcBef>
          <a:spcPct val="0"/>
        </a:spcBef>
        <a:spcAft>
          <a:spcPct val="0"/>
        </a:spcAft>
        <a:defRPr kumimoji="1" sz="2200" b="1">
          <a:solidFill>
            <a:schemeClr val="tx2"/>
          </a:solidFill>
          <a:latin typeface="ＭＳ Ｐゴシック" charset="-128"/>
          <a:ea typeface="ＭＳ Ｐゴシック" charset="-128"/>
        </a:defRPr>
      </a:lvl4pPr>
      <a:lvl5pPr algn="l" rtl="0" eaLnBrk="0" fontAlgn="base" hangingPunct="0">
        <a:spcBef>
          <a:spcPct val="0"/>
        </a:spcBef>
        <a:spcAft>
          <a:spcPct val="0"/>
        </a:spcAft>
        <a:defRPr kumimoji="1" sz="2200" b="1">
          <a:solidFill>
            <a:schemeClr val="tx2"/>
          </a:solidFill>
          <a:latin typeface="ＭＳ Ｐゴシック" charset="-128"/>
          <a:ea typeface="ＭＳ Ｐゴシック"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ts val="2100"/>
        </a:lnSpc>
        <a:spcBef>
          <a:spcPct val="80000"/>
        </a:spcBef>
        <a:spcAft>
          <a:spcPct val="0"/>
        </a:spcAft>
        <a:buClr>
          <a:srgbClr val="003C2C"/>
        </a:buClr>
        <a:buFont typeface="Wingdings" panose="05000000000000000000" pitchFamily="2" charset="2"/>
        <a:buChar char="l"/>
        <a:defRPr kumimoji="1">
          <a:solidFill>
            <a:schemeClr val="tx1"/>
          </a:solidFill>
          <a:latin typeface="ＭＳ Ｐゴシック" charset="-128"/>
          <a:ea typeface="ＭＳ Ｐゴシック" charset="-128"/>
          <a:cs typeface="+mn-cs"/>
        </a:defRPr>
      </a:lvl1pPr>
      <a:lvl2pPr marL="390525" indent="-168275" algn="l" rtl="0" eaLnBrk="0" fontAlgn="base" hangingPunct="0">
        <a:lnSpc>
          <a:spcPts val="2100"/>
        </a:lnSpc>
        <a:spcBef>
          <a:spcPct val="20000"/>
        </a:spcBef>
        <a:spcAft>
          <a:spcPct val="0"/>
        </a:spcAft>
        <a:buClr>
          <a:srgbClr val="A8D435"/>
        </a:buClr>
        <a:buSzPct val="90000"/>
        <a:buFont typeface="Wingdings" panose="05000000000000000000" pitchFamily="2" charset="2"/>
        <a:buChar char="l"/>
        <a:defRPr kumimoji="1" sz="1600">
          <a:solidFill>
            <a:schemeClr val="tx1"/>
          </a:solidFill>
          <a:latin typeface="ＭＳ Ｐゴシック" charset="-128"/>
          <a:ea typeface="ＭＳ Ｐゴシック" charset="-128"/>
        </a:defRPr>
      </a:lvl2pPr>
      <a:lvl3pPr marL="392113" indent="522288" algn="l" rtl="0" eaLnBrk="0" fontAlgn="base" hangingPunct="0">
        <a:lnSpc>
          <a:spcPct val="125000"/>
        </a:lnSpc>
        <a:spcBef>
          <a:spcPct val="20000"/>
        </a:spcBef>
        <a:spcAft>
          <a:spcPct val="0"/>
        </a:spcAft>
        <a:buClr>
          <a:srgbClr val="A2A2A2"/>
        </a:buClr>
        <a:buSzPct val="70000"/>
        <a:buFont typeface="Wingdings" panose="05000000000000000000" pitchFamily="2" charset="2"/>
        <a:defRPr kumimoji="1" sz="1600">
          <a:solidFill>
            <a:schemeClr val="tx1"/>
          </a:solidFill>
          <a:latin typeface="ＭＳ Ｐゴシック" charset="-128"/>
          <a:ea typeface="ＭＳ Ｐゴシック" charset="-128"/>
        </a:defRPr>
      </a:lvl3pPr>
      <a:lvl4pPr marL="558800" indent="-119063" algn="l" rtl="0" eaLnBrk="0" fontAlgn="ctr" hangingPunct="0">
        <a:lnSpc>
          <a:spcPts val="2100"/>
        </a:lnSpc>
        <a:spcBef>
          <a:spcPct val="20000"/>
        </a:spcBef>
        <a:spcAft>
          <a:spcPct val="0"/>
        </a:spcAft>
        <a:buClr>
          <a:srgbClr val="A2A2A2"/>
        </a:buClr>
        <a:buSzPct val="70000"/>
        <a:buFont typeface="Wingdings" panose="05000000000000000000" pitchFamily="2" charset="2"/>
        <a:buChar char="l"/>
        <a:defRPr kumimoji="1" sz="1400">
          <a:solidFill>
            <a:schemeClr val="tx1"/>
          </a:solidFill>
          <a:latin typeface="ＭＳ Ｐゴシック" charset="-128"/>
          <a:ea typeface="ＭＳ Ｐゴシック" charset="-128"/>
        </a:defRPr>
      </a:lvl4pPr>
      <a:lvl5pPr marL="560388" indent="1268413" algn="l" rtl="0" eaLnBrk="0" fontAlgn="ctr" hangingPunct="0">
        <a:lnSpc>
          <a:spcPts val="2100"/>
        </a:lnSpc>
        <a:spcBef>
          <a:spcPct val="20000"/>
        </a:spcBef>
        <a:spcAft>
          <a:spcPct val="0"/>
        </a:spcAft>
        <a:buClr>
          <a:srgbClr val="A2A2A2"/>
        </a:buClr>
        <a:buSzPct val="70000"/>
        <a:buFont typeface="Wingdings" panose="05000000000000000000" pitchFamily="2" charset="2"/>
        <a:buChar char="ü"/>
        <a:defRPr kumimoji="1" sz="1400">
          <a:solidFill>
            <a:schemeClr val="tx1"/>
          </a:solidFill>
          <a:latin typeface="ＭＳ Ｐゴシック" charset="-128"/>
          <a:ea typeface="ＭＳ Ｐゴシック" charset="-128"/>
        </a:defRPr>
      </a:lvl5pPr>
      <a:lvl6pPr marL="1017588" algn="l" rtl="0" fontAlgn="ctr">
        <a:lnSpc>
          <a:spcPts val="21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ts val="21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ts val="21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ts val="21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350838" y="885825"/>
            <a:ext cx="9212262"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9994" tIns="33332" rIns="0" bIns="0" numCol="1" anchor="t" anchorCtr="0" compatLnSpc="1">
            <a:prstTxWarp prst="textNoShape">
              <a:avLst/>
            </a:prstTxWarp>
          </a:bodyPr>
          <a:lstStyle/>
          <a:p>
            <a:pPr lvl="0"/>
            <a:r>
              <a:rPr lang="ja-JP" altLang="en-US"/>
              <a:t>第 </a:t>
            </a:r>
            <a:r>
              <a:rPr lang="en-US" altLang="ja-JP"/>
              <a:t>1 </a:t>
            </a:r>
            <a:r>
              <a:rPr lang="ja-JP" altLang="en-US"/>
              <a:t>レベル</a:t>
            </a:r>
          </a:p>
          <a:p>
            <a:pPr lvl="1"/>
            <a:r>
              <a:rPr lang="ja-JP" altLang="en-US"/>
              <a:t>第 </a:t>
            </a:r>
            <a:r>
              <a:rPr lang="en-US" altLang="ja-JP"/>
              <a:t>2 </a:t>
            </a:r>
            <a:r>
              <a:rPr lang="ja-JP" altLang="en-US"/>
              <a:t>レベル</a:t>
            </a:r>
          </a:p>
          <a:p>
            <a:pPr lvl="3"/>
            <a:r>
              <a:rPr lang="ja-JP" altLang="en-US"/>
              <a:t>第</a:t>
            </a:r>
            <a:r>
              <a:rPr lang="en-US" altLang="ja-JP"/>
              <a:t>3</a:t>
            </a:r>
            <a:r>
              <a:rPr lang="ja-JP" altLang="en-US"/>
              <a:t>レベル</a:t>
            </a:r>
          </a:p>
          <a:p>
            <a:pPr lvl="4"/>
            <a:r>
              <a:rPr lang="ja-JP" altLang="en-US"/>
              <a:t>第</a:t>
            </a:r>
            <a:r>
              <a:rPr lang="en-US" altLang="ja-JP"/>
              <a:t>4</a:t>
            </a:r>
            <a:r>
              <a:rPr lang="ja-JP" altLang="en-US"/>
              <a:t>レベル</a:t>
            </a:r>
          </a:p>
          <a:p>
            <a:pPr lvl="4"/>
            <a:endParaRPr lang="ja-JP" altLang="en-US"/>
          </a:p>
          <a:p>
            <a:pPr lvl="4"/>
            <a:endParaRPr lang="en-US" altLang="ja-JP"/>
          </a:p>
        </p:txBody>
      </p:sp>
      <p:sp>
        <p:nvSpPr>
          <p:cNvPr id="1027" name="Rectangle 3"/>
          <p:cNvSpPr>
            <a:spLocks noGrp="1" noChangeArrowheads="1"/>
          </p:cNvSpPr>
          <p:nvPr>
            <p:ph type="title"/>
          </p:nvPr>
        </p:nvSpPr>
        <p:spPr bwMode="auto">
          <a:xfrm>
            <a:off x="558799" y="419100"/>
            <a:ext cx="9004301"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3331" tIns="0" rIns="83331" bIns="0" numCol="1" anchor="b" anchorCtr="0" compatLnSpc="1">
            <a:prstTxWarp prst="textNoShape">
              <a:avLst/>
            </a:prstTxWarp>
            <a:spAutoFit/>
          </a:bodyPr>
          <a:lstStyle/>
          <a:p>
            <a:pPr lvl="0"/>
            <a:r>
              <a:rPr lang="ja-JP" altLang="en-US"/>
              <a:t>マスタ タイトルの書式設定</a:t>
            </a:r>
          </a:p>
        </p:txBody>
      </p:sp>
    </p:spTree>
    <p:extLst>
      <p:ext uri="{BB962C8B-B14F-4D97-AF65-F5344CB8AC3E}">
        <p14:creationId xmlns:p14="http://schemas.microsoft.com/office/powerpoint/2010/main" val="3375697953"/>
      </p:ext>
    </p:extLst>
  </p:cSld>
  <p:clrMap bg1="lt1" tx1="dk1" bg2="lt2" tx2="dk2" accent1="accent1" accent2="accent2" accent3="accent3" accent4="accent4" accent5="accent5" accent6="accent6" hlink="hlink" folHlink="folHlink"/>
  <p:sldLayoutIdLst>
    <p:sldLayoutId id="2147488064" r:id="rId1"/>
    <p:sldLayoutId id="2147488065" r:id="rId2"/>
    <p:sldLayoutId id="2147488066" r:id="rId3"/>
    <p:sldLayoutId id="2147488067" r:id="rId4"/>
    <p:sldLayoutId id="2147488068" r:id="rId5"/>
    <p:sldLayoutId id="2147488069" r:id="rId6"/>
    <p:sldLayoutId id="2147488070" r:id="rId7"/>
    <p:sldLayoutId id="2147488071" r:id="rId8"/>
    <p:sldLayoutId id="2147488072" r:id="rId9"/>
    <p:sldLayoutId id="2147488073" r:id="rId10"/>
    <p:sldLayoutId id="2147488074" r:id="rId11"/>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19" name="Design_Grid_2013" hidden="1"/>
          <p:cNvGrpSpPr>
            <a:grpSpLocks/>
          </p:cNvGrpSpPr>
          <p:nvPr userDrawn="1"/>
        </p:nvGrpSpPr>
        <p:grpSpPr bwMode="auto">
          <a:xfrm>
            <a:off x="486357" y="1153988"/>
            <a:ext cx="8932394" cy="5084863"/>
            <a:chOff x="306" y="782"/>
            <a:chExt cx="5625" cy="3447"/>
          </a:xfrm>
        </p:grpSpPr>
        <p:grpSp>
          <p:nvGrpSpPr>
            <p:cNvPr id="320" name="Group 3" hidden="1"/>
            <p:cNvGrpSpPr>
              <a:grpSpLocks/>
            </p:cNvGrpSpPr>
            <p:nvPr userDrawn="1"/>
          </p:nvGrpSpPr>
          <p:grpSpPr bwMode="auto">
            <a:xfrm>
              <a:off x="306" y="873"/>
              <a:ext cx="5625" cy="3266"/>
              <a:chOff x="306" y="828"/>
              <a:chExt cx="5625" cy="3266"/>
            </a:xfrm>
          </p:grpSpPr>
          <p:sp>
            <p:nvSpPr>
              <p:cNvPr id="387" name="Line 4" hidden="1"/>
              <p:cNvSpPr>
                <a:spLocks noChangeShapeType="1"/>
              </p:cNvSpPr>
              <p:nvPr userDrawn="1"/>
            </p:nvSpPr>
            <p:spPr bwMode="auto">
              <a:xfrm>
                <a:off x="306" y="409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8" name="Line 5" hidden="1"/>
              <p:cNvSpPr>
                <a:spLocks noChangeShapeType="1"/>
              </p:cNvSpPr>
              <p:nvPr userDrawn="1"/>
            </p:nvSpPr>
            <p:spPr bwMode="auto">
              <a:xfrm>
                <a:off x="306" y="400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9" name="Line 6" hidden="1"/>
              <p:cNvSpPr>
                <a:spLocks noChangeShapeType="1"/>
              </p:cNvSpPr>
              <p:nvPr userDrawn="1"/>
            </p:nvSpPr>
            <p:spPr bwMode="auto">
              <a:xfrm>
                <a:off x="306" y="391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0" name="Line 7" hidden="1"/>
              <p:cNvSpPr>
                <a:spLocks noChangeShapeType="1"/>
              </p:cNvSpPr>
              <p:nvPr userDrawn="1"/>
            </p:nvSpPr>
            <p:spPr bwMode="auto">
              <a:xfrm>
                <a:off x="306" y="382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1" name="Line 8" hidden="1"/>
              <p:cNvSpPr>
                <a:spLocks noChangeShapeType="1"/>
              </p:cNvSpPr>
              <p:nvPr userDrawn="1"/>
            </p:nvSpPr>
            <p:spPr bwMode="auto">
              <a:xfrm>
                <a:off x="306" y="373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2" name="Line 9" hidden="1"/>
              <p:cNvSpPr>
                <a:spLocks noChangeShapeType="1"/>
              </p:cNvSpPr>
              <p:nvPr userDrawn="1"/>
            </p:nvSpPr>
            <p:spPr bwMode="auto">
              <a:xfrm>
                <a:off x="306" y="364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3" name="Line 10" hidden="1"/>
              <p:cNvSpPr>
                <a:spLocks noChangeShapeType="1"/>
              </p:cNvSpPr>
              <p:nvPr userDrawn="1"/>
            </p:nvSpPr>
            <p:spPr bwMode="auto">
              <a:xfrm>
                <a:off x="306" y="354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4" name="Line 11" hidden="1"/>
              <p:cNvSpPr>
                <a:spLocks noChangeShapeType="1"/>
              </p:cNvSpPr>
              <p:nvPr userDrawn="1"/>
            </p:nvSpPr>
            <p:spPr bwMode="auto">
              <a:xfrm>
                <a:off x="306" y="345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5" name="Line 12" hidden="1"/>
              <p:cNvSpPr>
                <a:spLocks noChangeShapeType="1"/>
              </p:cNvSpPr>
              <p:nvPr userDrawn="1"/>
            </p:nvSpPr>
            <p:spPr bwMode="auto">
              <a:xfrm>
                <a:off x="306" y="336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6" name="Line 13" hidden="1"/>
              <p:cNvSpPr>
                <a:spLocks noChangeShapeType="1"/>
              </p:cNvSpPr>
              <p:nvPr userDrawn="1"/>
            </p:nvSpPr>
            <p:spPr bwMode="auto">
              <a:xfrm>
                <a:off x="306" y="327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7" name="Line 14" hidden="1"/>
              <p:cNvSpPr>
                <a:spLocks noChangeShapeType="1"/>
              </p:cNvSpPr>
              <p:nvPr userDrawn="1"/>
            </p:nvSpPr>
            <p:spPr bwMode="auto">
              <a:xfrm>
                <a:off x="306" y="318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8" name="Line 15" hidden="1"/>
              <p:cNvSpPr>
                <a:spLocks noChangeShapeType="1"/>
              </p:cNvSpPr>
              <p:nvPr userDrawn="1"/>
            </p:nvSpPr>
            <p:spPr bwMode="auto">
              <a:xfrm>
                <a:off x="306" y="309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99" name="Line 16" hidden="1"/>
              <p:cNvSpPr>
                <a:spLocks noChangeShapeType="1"/>
              </p:cNvSpPr>
              <p:nvPr userDrawn="1"/>
            </p:nvSpPr>
            <p:spPr bwMode="auto">
              <a:xfrm>
                <a:off x="306" y="300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0" name="Line 17" hidden="1"/>
              <p:cNvSpPr>
                <a:spLocks noChangeShapeType="1"/>
              </p:cNvSpPr>
              <p:nvPr userDrawn="1"/>
            </p:nvSpPr>
            <p:spPr bwMode="auto">
              <a:xfrm>
                <a:off x="306" y="291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1" name="Line 18" hidden="1"/>
              <p:cNvSpPr>
                <a:spLocks noChangeShapeType="1"/>
              </p:cNvSpPr>
              <p:nvPr userDrawn="1"/>
            </p:nvSpPr>
            <p:spPr bwMode="auto">
              <a:xfrm>
                <a:off x="306" y="282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2" name="Line 19" hidden="1"/>
              <p:cNvSpPr>
                <a:spLocks noChangeShapeType="1"/>
              </p:cNvSpPr>
              <p:nvPr userDrawn="1"/>
            </p:nvSpPr>
            <p:spPr bwMode="auto">
              <a:xfrm>
                <a:off x="306" y="273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3" name="Line 20" hidden="1"/>
              <p:cNvSpPr>
                <a:spLocks noChangeShapeType="1"/>
              </p:cNvSpPr>
              <p:nvPr userDrawn="1"/>
            </p:nvSpPr>
            <p:spPr bwMode="auto">
              <a:xfrm>
                <a:off x="306" y="264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4" name="Line 21" hidden="1"/>
              <p:cNvSpPr>
                <a:spLocks noChangeShapeType="1"/>
              </p:cNvSpPr>
              <p:nvPr userDrawn="1"/>
            </p:nvSpPr>
            <p:spPr bwMode="auto">
              <a:xfrm>
                <a:off x="306" y="255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5" name="Line 22" hidden="1"/>
              <p:cNvSpPr>
                <a:spLocks noChangeShapeType="1"/>
              </p:cNvSpPr>
              <p:nvPr userDrawn="1"/>
            </p:nvSpPr>
            <p:spPr bwMode="auto">
              <a:xfrm>
                <a:off x="306" y="237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6" name="Line 23" hidden="1"/>
              <p:cNvSpPr>
                <a:spLocks noChangeShapeType="1"/>
              </p:cNvSpPr>
              <p:nvPr userDrawn="1"/>
            </p:nvSpPr>
            <p:spPr bwMode="auto">
              <a:xfrm>
                <a:off x="306" y="227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7" name="Line 24" hidden="1"/>
              <p:cNvSpPr>
                <a:spLocks noChangeShapeType="1"/>
              </p:cNvSpPr>
              <p:nvPr userDrawn="1"/>
            </p:nvSpPr>
            <p:spPr bwMode="auto">
              <a:xfrm>
                <a:off x="306" y="218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8" name="Line 25" hidden="1"/>
              <p:cNvSpPr>
                <a:spLocks noChangeShapeType="1"/>
              </p:cNvSpPr>
              <p:nvPr userDrawn="1"/>
            </p:nvSpPr>
            <p:spPr bwMode="auto">
              <a:xfrm>
                <a:off x="306" y="209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09" name="Line 26" hidden="1"/>
              <p:cNvSpPr>
                <a:spLocks noChangeShapeType="1"/>
              </p:cNvSpPr>
              <p:nvPr userDrawn="1"/>
            </p:nvSpPr>
            <p:spPr bwMode="auto">
              <a:xfrm>
                <a:off x="306" y="200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0" name="Line 27" hidden="1"/>
              <p:cNvSpPr>
                <a:spLocks noChangeShapeType="1"/>
              </p:cNvSpPr>
              <p:nvPr userDrawn="1"/>
            </p:nvSpPr>
            <p:spPr bwMode="auto">
              <a:xfrm>
                <a:off x="306" y="191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1" name="Line 28" hidden="1"/>
              <p:cNvSpPr>
                <a:spLocks noChangeShapeType="1"/>
              </p:cNvSpPr>
              <p:nvPr userDrawn="1"/>
            </p:nvSpPr>
            <p:spPr bwMode="auto">
              <a:xfrm>
                <a:off x="306" y="182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2" name="Line 29" hidden="1"/>
              <p:cNvSpPr>
                <a:spLocks noChangeShapeType="1"/>
              </p:cNvSpPr>
              <p:nvPr userDrawn="1"/>
            </p:nvSpPr>
            <p:spPr bwMode="auto">
              <a:xfrm>
                <a:off x="306" y="173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3" name="Line 30" hidden="1"/>
              <p:cNvSpPr>
                <a:spLocks noChangeShapeType="1"/>
              </p:cNvSpPr>
              <p:nvPr userDrawn="1"/>
            </p:nvSpPr>
            <p:spPr bwMode="auto">
              <a:xfrm>
                <a:off x="306" y="164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4" name="Line 31" hidden="1"/>
              <p:cNvSpPr>
                <a:spLocks noChangeShapeType="1"/>
              </p:cNvSpPr>
              <p:nvPr userDrawn="1"/>
            </p:nvSpPr>
            <p:spPr bwMode="auto">
              <a:xfrm>
                <a:off x="306" y="155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5" name="Line 32" hidden="1"/>
              <p:cNvSpPr>
                <a:spLocks noChangeShapeType="1"/>
              </p:cNvSpPr>
              <p:nvPr userDrawn="1"/>
            </p:nvSpPr>
            <p:spPr bwMode="auto">
              <a:xfrm>
                <a:off x="306" y="146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6" name="Line 33" hidden="1"/>
              <p:cNvSpPr>
                <a:spLocks noChangeShapeType="1"/>
              </p:cNvSpPr>
              <p:nvPr userDrawn="1"/>
            </p:nvSpPr>
            <p:spPr bwMode="auto">
              <a:xfrm>
                <a:off x="306" y="137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7" name="Line 34" hidden="1"/>
              <p:cNvSpPr>
                <a:spLocks noChangeShapeType="1"/>
              </p:cNvSpPr>
              <p:nvPr userDrawn="1"/>
            </p:nvSpPr>
            <p:spPr bwMode="auto">
              <a:xfrm>
                <a:off x="306" y="128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8" name="Line 35" hidden="1"/>
              <p:cNvSpPr>
                <a:spLocks noChangeShapeType="1"/>
              </p:cNvSpPr>
              <p:nvPr userDrawn="1"/>
            </p:nvSpPr>
            <p:spPr bwMode="auto">
              <a:xfrm>
                <a:off x="306" y="119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19" name="Line 36" hidden="1"/>
              <p:cNvSpPr>
                <a:spLocks noChangeShapeType="1"/>
              </p:cNvSpPr>
              <p:nvPr userDrawn="1"/>
            </p:nvSpPr>
            <p:spPr bwMode="auto">
              <a:xfrm>
                <a:off x="306" y="110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0" name="Line 37" hidden="1"/>
              <p:cNvSpPr>
                <a:spLocks noChangeShapeType="1"/>
              </p:cNvSpPr>
              <p:nvPr userDrawn="1"/>
            </p:nvSpPr>
            <p:spPr bwMode="auto">
              <a:xfrm>
                <a:off x="306" y="100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1" name="Line 38" hidden="1"/>
              <p:cNvSpPr>
                <a:spLocks noChangeShapeType="1"/>
              </p:cNvSpPr>
              <p:nvPr userDrawn="1"/>
            </p:nvSpPr>
            <p:spPr bwMode="auto">
              <a:xfrm>
                <a:off x="306" y="91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2" name="Line 39" hidden="1"/>
              <p:cNvSpPr>
                <a:spLocks noChangeShapeType="1"/>
              </p:cNvSpPr>
              <p:nvPr userDrawn="1"/>
            </p:nvSpPr>
            <p:spPr bwMode="auto">
              <a:xfrm>
                <a:off x="306" y="82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322" name="Group 40" hidden="1"/>
            <p:cNvGrpSpPr>
              <a:grpSpLocks/>
            </p:cNvGrpSpPr>
            <p:nvPr userDrawn="1"/>
          </p:nvGrpSpPr>
          <p:grpSpPr bwMode="auto">
            <a:xfrm>
              <a:off x="397" y="782"/>
              <a:ext cx="5443" cy="3447"/>
              <a:chOff x="397" y="737"/>
              <a:chExt cx="5443" cy="3447"/>
            </a:xfrm>
          </p:grpSpPr>
          <p:sp>
            <p:nvSpPr>
              <p:cNvPr id="327" name="Line 41" hidden="1"/>
              <p:cNvSpPr>
                <a:spLocks noChangeShapeType="1"/>
              </p:cNvSpPr>
              <p:nvPr userDrawn="1"/>
            </p:nvSpPr>
            <p:spPr bwMode="auto">
              <a:xfrm>
                <a:off x="4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8" name="Line 42" hidden="1"/>
              <p:cNvSpPr>
                <a:spLocks noChangeShapeType="1"/>
              </p:cNvSpPr>
              <p:nvPr userDrawn="1"/>
            </p:nvSpPr>
            <p:spPr bwMode="auto">
              <a:xfrm>
                <a:off x="5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9" name="Line 43" hidden="1"/>
              <p:cNvSpPr>
                <a:spLocks noChangeShapeType="1"/>
              </p:cNvSpPr>
              <p:nvPr userDrawn="1"/>
            </p:nvSpPr>
            <p:spPr bwMode="auto">
              <a:xfrm>
                <a:off x="67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0" name="Line 44" hidden="1"/>
              <p:cNvSpPr>
                <a:spLocks noChangeShapeType="1"/>
              </p:cNvSpPr>
              <p:nvPr userDrawn="1"/>
            </p:nvSpPr>
            <p:spPr bwMode="auto">
              <a:xfrm>
                <a:off x="7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1" name="Line 45" hidden="1"/>
              <p:cNvSpPr>
                <a:spLocks noChangeShapeType="1"/>
              </p:cNvSpPr>
              <p:nvPr userDrawn="1"/>
            </p:nvSpPr>
            <p:spPr bwMode="auto">
              <a:xfrm>
                <a:off x="8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2" name="Line 46" hidden="1"/>
              <p:cNvSpPr>
                <a:spLocks noChangeShapeType="1"/>
              </p:cNvSpPr>
              <p:nvPr userDrawn="1"/>
            </p:nvSpPr>
            <p:spPr bwMode="auto">
              <a:xfrm>
                <a:off x="9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3" name="Line 47" hidden="1"/>
              <p:cNvSpPr>
                <a:spLocks noChangeShapeType="1"/>
              </p:cNvSpPr>
              <p:nvPr userDrawn="1"/>
            </p:nvSpPr>
            <p:spPr bwMode="auto">
              <a:xfrm>
                <a:off x="103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4" name="Line 48" hidden="1"/>
              <p:cNvSpPr>
                <a:spLocks noChangeShapeType="1"/>
              </p:cNvSpPr>
              <p:nvPr userDrawn="1"/>
            </p:nvSpPr>
            <p:spPr bwMode="auto">
              <a:xfrm>
                <a:off x="11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5" name="Line 49" hidden="1"/>
              <p:cNvSpPr>
                <a:spLocks noChangeShapeType="1"/>
              </p:cNvSpPr>
              <p:nvPr userDrawn="1"/>
            </p:nvSpPr>
            <p:spPr bwMode="auto">
              <a:xfrm>
                <a:off x="12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6" name="Line 50" hidden="1"/>
              <p:cNvSpPr>
                <a:spLocks noChangeShapeType="1"/>
              </p:cNvSpPr>
              <p:nvPr userDrawn="1"/>
            </p:nvSpPr>
            <p:spPr bwMode="auto">
              <a:xfrm>
                <a:off x="130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7" name="Line 51" hidden="1"/>
              <p:cNvSpPr>
                <a:spLocks noChangeShapeType="1"/>
              </p:cNvSpPr>
              <p:nvPr userDrawn="1"/>
            </p:nvSpPr>
            <p:spPr bwMode="auto">
              <a:xfrm>
                <a:off x="13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8" name="Line 52" hidden="1"/>
              <p:cNvSpPr>
                <a:spLocks noChangeShapeType="1"/>
              </p:cNvSpPr>
              <p:nvPr userDrawn="1"/>
            </p:nvSpPr>
            <p:spPr bwMode="auto">
              <a:xfrm>
                <a:off x="14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39" name="Line 53" hidden="1"/>
              <p:cNvSpPr>
                <a:spLocks noChangeShapeType="1"/>
              </p:cNvSpPr>
              <p:nvPr userDrawn="1"/>
            </p:nvSpPr>
            <p:spPr bwMode="auto">
              <a:xfrm>
                <a:off x="15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0" name="Line 54" hidden="1"/>
              <p:cNvSpPr>
                <a:spLocks noChangeShapeType="1"/>
              </p:cNvSpPr>
              <p:nvPr userDrawn="1"/>
            </p:nvSpPr>
            <p:spPr bwMode="auto">
              <a:xfrm>
                <a:off x="166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1" name="Line 55" hidden="1"/>
              <p:cNvSpPr>
                <a:spLocks noChangeShapeType="1"/>
              </p:cNvSpPr>
              <p:nvPr userDrawn="1"/>
            </p:nvSpPr>
            <p:spPr bwMode="auto">
              <a:xfrm>
                <a:off x="17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2" name="Line 56" hidden="1"/>
              <p:cNvSpPr>
                <a:spLocks noChangeShapeType="1"/>
              </p:cNvSpPr>
              <p:nvPr userDrawn="1"/>
            </p:nvSpPr>
            <p:spPr bwMode="auto">
              <a:xfrm>
                <a:off x="18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3" name="Line 57" hidden="1"/>
              <p:cNvSpPr>
                <a:spLocks noChangeShapeType="1"/>
              </p:cNvSpPr>
              <p:nvPr userDrawn="1"/>
            </p:nvSpPr>
            <p:spPr bwMode="auto">
              <a:xfrm>
                <a:off x="19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4" name="Line 58" hidden="1"/>
              <p:cNvSpPr>
                <a:spLocks noChangeShapeType="1"/>
              </p:cNvSpPr>
              <p:nvPr userDrawn="1"/>
            </p:nvSpPr>
            <p:spPr bwMode="auto">
              <a:xfrm>
                <a:off x="203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5" name="Line 59" hidden="1"/>
              <p:cNvSpPr>
                <a:spLocks noChangeShapeType="1"/>
              </p:cNvSpPr>
              <p:nvPr userDrawn="1"/>
            </p:nvSpPr>
            <p:spPr bwMode="auto">
              <a:xfrm>
                <a:off x="212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6" name="Line 60" hidden="1"/>
              <p:cNvSpPr>
                <a:spLocks noChangeShapeType="1"/>
              </p:cNvSpPr>
              <p:nvPr userDrawn="1"/>
            </p:nvSpPr>
            <p:spPr bwMode="auto">
              <a:xfrm>
                <a:off x="221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7" name="Line 61" hidden="1"/>
              <p:cNvSpPr>
                <a:spLocks noChangeShapeType="1"/>
              </p:cNvSpPr>
              <p:nvPr userDrawn="1"/>
            </p:nvSpPr>
            <p:spPr bwMode="auto">
              <a:xfrm>
                <a:off x="230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8" name="Line 62" hidden="1"/>
              <p:cNvSpPr>
                <a:spLocks noChangeShapeType="1"/>
              </p:cNvSpPr>
              <p:nvPr userDrawn="1"/>
            </p:nvSpPr>
            <p:spPr bwMode="auto">
              <a:xfrm>
                <a:off x="239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49" name="Line 63" hidden="1"/>
              <p:cNvSpPr>
                <a:spLocks noChangeShapeType="1"/>
              </p:cNvSpPr>
              <p:nvPr userDrawn="1"/>
            </p:nvSpPr>
            <p:spPr bwMode="auto">
              <a:xfrm>
                <a:off x="248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0" name="Line 64" hidden="1"/>
              <p:cNvSpPr>
                <a:spLocks noChangeShapeType="1"/>
              </p:cNvSpPr>
              <p:nvPr userDrawn="1"/>
            </p:nvSpPr>
            <p:spPr bwMode="auto">
              <a:xfrm>
                <a:off x="257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1" name="Line 65" hidden="1"/>
              <p:cNvSpPr>
                <a:spLocks noChangeShapeType="1"/>
              </p:cNvSpPr>
              <p:nvPr userDrawn="1"/>
            </p:nvSpPr>
            <p:spPr bwMode="auto">
              <a:xfrm>
                <a:off x="266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2" name="Line 66" hidden="1"/>
              <p:cNvSpPr>
                <a:spLocks noChangeShapeType="1"/>
              </p:cNvSpPr>
              <p:nvPr userDrawn="1"/>
            </p:nvSpPr>
            <p:spPr bwMode="auto">
              <a:xfrm>
                <a:off x="275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3" name="Line 67" hidden="1"/>
              <p:cNvSpPr>
                <a:spLocks noChangeShapeType="1"/>
              </p:cNvSpPr>
              <p:nvPr userDrawn="1"/>
            </p:nvSpPr>
            <p:spPr bwMode="auto">
              <a:xfrm>
                <a:off x="284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4" name="Line 68" hidden="1"/>
              <p:cNvSpPr>
                <a:spLocks noChangeShapeType="1"/>
              </p:cNvSpPr>
              <p:nvPr userDrawn="1"/>
            </p:nvSpPr>
            <p:spPr bwMode="auto">
              <a:xfrm>
                <a:off x="293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5" name="Line 69" hidden="1"/>
              <p:cNvSpPr>
                <a:spLocks noChangeShapeType="1"/>
              </p:cNvSpPr>
              <p:nvPr userDrawn="1"/>
            </p:nvSpPr>
            <p:spPr bwMode="auto">
              <a:xfrm>
                <a:off x="302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6" name="Line 70" hidden="1"/>
              <p:cNvSpPr>
                <a:spLocks noChangeShapeType="1"/>
              </p:cNvSpPr>
              <p:nvPr userDrawn="1"/>
            </p:nvSpPr>
            <p:spPr bwMode="auto">
              <a:xfrm>
                <a:off x="320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7" name="Line 71" hidden="1"/>
              <p:cNvSpPr>
                <a:spLocks noChangeShapeType="1"/>
              </p:cNvSpPr>
              <p:nvPr userDrawn="1"/>
            </p:nvSpPr>
            <p:spPr bwMode="auto">
              <a:xfrm>
                <a:off x="329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8" name="Line 72" hidden="1"/>
              <p:cNvSpPr>
                <a:spLocks noChangeShapeType="1"/>
              </p:cNvSpPr>
              <p:nvPr userDrawn="1"/>
            </p:nvSpPr>
            <p:spPr bwMode="auto">
              <a:xfrm>
                <a:off x="339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59" name="Line 73" hidden="1"/>
              <p:cNvSpPr>
                <a:spLocks noChangeShapeType="1"/>
              </p:cNvSpPr>
              <p:nvPr userDrawn="1"/>
            </p:nvSpPr>
            <p:spPr bwMode="auto">
              <a:xfrm>
                <a:off x="348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0" name="Line 74" hidden="1"/>
              <p:cNvSpPr>
                <a:spLocks noChangeShapeType="1"/>
              </p:cNvSpPr>
              <p:nvPr userDrawn="1"/>
            </p:nvSpPr>
            <p:spPr bwMode="auto">
              <a:xfrm>
                <a:off x="357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1" name="Line 75" hidden="1"/>
              <p:cNvSpPr>
                <a:spLocks noChangeShapeType="1"/>
              </p:cNvSpPr>
              <p:nvPr userDrawn="1"/>
            </p:nvSpPr>
            <p:spPr bwMode="auto">
              <a:xfrm>
                <a:off x="366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2" name="Line 76" hidden="1"/>
              <p:cNvSpPr>
                <a:spLocks noChangeShapeType="1"/>
              </p:cNvSpPr>
              <p:nvPr userDrawn="1"/>
            </p:nvSpPr>
            <p:spPr bwMode="auto">
              <a:xfrm>
                <a:off x="375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3" name="Line 77" hidden="1"/>
              <p:cNvSpPr>
                <a:spLocks noChangeShapeType="1"/>
              </p:cNvSpPr>
              <p:nvPr userDrawn="1"/>
            </p:nvSpPr>
            <p:spPr bwMode="auto">
              <a:xfrm>
                <a:off x="384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4" name="Line 78" hidden="1"/>
              <p:cNvSpPr>
                <a:spLocks noChangeShapeType="1"/>
              </p:cNvSpPr>
              <p:nvPr userDrawn="1"/>
            </p:nvSpPr>
            <p:spPr bwMode="auto">
              <a:xfrm>
                <a:off x="393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5" name="Line 79" hidden="1"/>
              <p:cNvSpPr>
                <a:spLocks noChangeShapeType="1"/>
              </p:cNvSpPr>
              <p:nvPr userDrawn="1"/>
            </p:nvSpPr>
            <p:spPr bwMode="auto">
              <a:xfrm>
                <a:off x="402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6" name="Line 80" hidden="1"/>
              <p:cNvSpPr>
                <a:spLocks noChangeShapeType="1"/>
              </p:cNvSpPr>
              <p:nvPr userDrawn="1"/>
            </p:nvSpPr>
            <p:spPr bwMode="auto">
              <a:xfrm>
                <a:off x="411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7" name="Line 81" hidden="1"/>
              <p:cNvSpPr>
                <a:spLocks noChangeShapeType="1"/>
              </p:cNvSpPr>
              <p:nvPr userDrawn="1"/>
            </p:nvSpPr>
            <p:spPr bwMode="auto">
              <a:xfrm>
                <a:off x="420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8" name="Line 82" hidden="1"/>
              <p:cNvSpPr>
                <a:spLocks noChangeShapeType="1"/>
              </p:cNvSpPr>
              <p:nvPr userDrawn="1"/>
            </p:nvSpPr>
            <p:spPr bwMode="auto">
              <a:xfrm>
                <a:off x="42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69" name="Line 83" hidden="1"/>
              <p:cNvSpPr>
                <a:spLocks noChangeShapeType="1"/>
              </p:cNvSpPr>
              <p:nvPr userDrawn="1"/>
            </p:nvSpPr>
            <p:spPr bwMode="auto">
              <a:xfrm>
                <a:off x="43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0" name="Line 84" hidden="1"/>
              <p:cNvSpPr>
                <a:spLocks noChangeShapeType="1"/>
              </p:cNvSpPr>
              <p:nvPr userDrawn="1"/>
            </p:nvSpPr>
            <p:spPr bwMode="auto">
              <a:xfrm>
                <a:off x="44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1" name="Line 85" hidden="1"/>
              <p:cNvSpPr>
                <a:spLocks noChangeShapeType="1"/>
              </p:cNvSpPr>
              <p:nvPr userDrawn="1"/>
            </p:nvSpPr>
            <p:spPr bwMode="auto">
              <a:xfrm>
                <a:off x="456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2" name="Line 86" hidden="1"/>
              <p:cNvSpPr>
                <a:spLocks noChangeShapeType="1"/>
              </p:cNvSpPr>
              <p:nvPr userDrawn="1"/>
            </p:nvSpPr>
            <p:spPr bwMode="auto">
              <a:xfrm>
                <a:off x="46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3" name="Line 87" hidden="1"/>
              <p:cNvSpPr>
                <a:spLocks noChangeShapeType="1"/>
              </p:cNvSpPr>
              <p:nvPr userDrawn="1"/>
            </p:nvSpPr>
            <p:spPr bwMode="auto">
              <a:xfrm>
                <a:off x="47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4" name="Line 88" hidden="1"/>
              <p:cNvSpPr>
                <a:spLocks noChangeShapeType="1"/>
              </p:cNvSpPr>
              <p:nvPr userDrawn="1"/>
            </p:nvSpPr>
            <p:spPr bwMode="auto">
              <a:xfrm>
                <a:off x="48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5" name="Line 89" hidden="1"/>
              <p:cNvSpPr>
                <a:spLocks noChangeShapeType="1"/>
              </p:cNvSpPr>
              <p:nvPr userDrawn="1"/>
            </p:nvSpPr>
            <p:spPr bwMode="auto">
              <a:xfrm>
                <a:off x="493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6" name="Line 90" hidden="1"/>
              <p:cNvSpPr>
                <a:spLocks noChangeShapeType="1"/>
              </p:cNvSpPr>
              <p:nvPr userDrawn="1"/>
            </p:nvSpPr>
            <p:spPr bwMode="auto">
              <a:xfrm>
                <a:off x="50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7" name="Line 91" hidden="1"/>
              <p:cNvSpPr>
                <a:spLocks noChangeShapeType="1"/>
              </p:cNvSpPr>
              <p:nvPr userDrawn="1"/>
            </p:nvSpPr>
            <p:spPr bwMode="auto">
              <a:xfrm>
                <a:off x="51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8" name="Line 92" hidden="1"/>
              <p:cNvSpPr>
                <a:spLocks noChangeShapeType="1"/>
              </p:cNvSpPr>
              <p:nvPr userDrawn="1"/>
            </p:nvSpPr>
            <p:spPr bwMode="auto">
              <a:xfrm>
                <a:off x="520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79" name="Line 93" hidden="1"/>
              <p:cNvSpPr>
                <a:spLocks noChangeShapeType="1"/>
              </p:cNvSpPr>
              <p:nvPr userDrawn="1"/>
            </p:nvSpPr>
            <p:spPr bwMode="auto">
              <a:xfrm>
                <a:off x="52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0" name="Line 94" hidden="1"/>
              <p:cNvSpPr>
                <a:spLocks noChangeShapeType="1"/>
              </p:cNvSpPr>
              <p:nvPr userDrawn="1"/>
            </p:nvSpPr>
            <p:spPr bwMode="auto">
              <a:xfrm>
                <a:off x="53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1" name="Line 95" hidden="1"/>
              <p:cNvSpPr>
                <a:spLocks noChangeShapeType="1"/>
              </p:cNvSpPr>
              <p:nvPr userDrawn="1"/>
            </p:nvSpPr>
            <p:spPr bwMode="auto">
              <a:xfrm>
                <a:off x="54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2" name="Line 96" hidden="1"/>
              <p:cNvSpPr>
                <a:spLocks noChangeShapeType="1"/>
              </p:cNvSpPr>
              <p:nvPr userDrawn="1"/>
            </p:nvSpPr>
            <p:spPr bwMode="auto">
              <a:xfrm>
                <a:off x="556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3" name="Line 97" hidden="1"/>
              <p:cNvSpPr>
                <a:spLocks noChangeShapeType="1"/>
              </p:cNvSpPr>
              <p:nvPr userDrawn="1"/>
            </p:nvSpPr>
            <p:spPr bwMode="auto">
              <a:xfrm>
                <a:off x="56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4" name="Line 98" hidden="1"/>
              <p:cNvSpPr>
                <a:spLocks noChangeShapeType="1"/>
              </p:cNvSpPr>
              <p:nvPr userDrawn="1"/>
            </p:nvSpPr>
            <p:spPr bwMode="auto">
              <a:xfrm>
                <a:off x="57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5" name="Line 99" hidden="1"/>
              <p:cNvSpPr>
                <a:spLocks noChangeShapeType="1"/>
              </p:cNvSpPr>
              <p:nvPr userDrawn="1"/>
            </p:nvSpPr>
            <p:spPr bwMode="auto">
              <a:xfrm>
                <a:off x="3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86" name="Line 100" hidden="1"/>
              <p:cNvSpPr>
                <a:spLocks noChangeShapeType="1"/>
              </p:cNvSpPr>
              <p:nvPr userDrawn="1"/>
            </p:nvSpPr>
            <p:spPr bwMode="auto">
              <a:xfrm>
                <a:off x="58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323" name="Group 101" hidden="1"/>
            <p:cNvGrpSpPr>
              <a:grpSpLocks/>
            </p:cNvGrpSpPr>
            <p:nvPr userDrawn="1"/>
          </p:nvGrpSpPr>
          <p:grpSpPr bwMode="auto">
            <a:xfrm>
              <a:off x="306" y="782"/>
              <a:ext cx="5625" cy="3447"/>
              <a:chOff x="306" y="737"/>
              <a:chExt cx="5625" cy="3447"/>
            </a:xfrm>
          </p:grpSpPr>
          <p:sp>
            <p:nvSpPr>
              <p:cNvPr id="324" name="Line 102" hidden="1"/>
              <p:cNvSpPr>
                <a:spLocks noChangeShapeType="1"/>
              </p:cNvSpPr>
              <p:nvPr userDrawn="1"/>
            </p:nvSpPr>
            <p:spPr bwMode="auto">
              <a:xfrm>
                <a:off x="306" y="2461"/>
                <a:ext cx="5625" cy="0"/>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5" name="Line 103" hidden="1"/>
              <p:cNvSpPr>
                <a:spLocks noChangeShapeType="1"/>
              </p:cNvSpPr>
              <p:nvPr userDrawn="1"/>
            </p:nvSpPr>
            <p:spPr bwMode="auto">
              <a:xfrm>
                <a:off x="3119" y="737"/>
                <a:ext cx="0" cy="3447"/>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6" name="Rectangle 104" hidden="1"/>
              <p:cNvSpPr>
                <a:spLocks noChangeArrowheads="1"/>
              </p:cNvSpPr>
              <p:nvPr userDrawn="1"/>
            </p:nvSpPr>
            <p:spPr bwMode="auto">
              <a:xfrm>
                <a:off x="306" y="737"/>
                <a:ext cx="5625" cy="3447"/>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grpSp>
      <p:sp>
        <p:nvSpPr>
          <p:cNvPr id="159" name="テキスト プレースホルダー 158"/>
          <p:cNvSpPr>
            <a:spLocks noGrp="1"/>
          </p:cNvSpPr>
          <p:nvPr>
            <p:ph type="body" idx="1"/>
          </p:nvPr>
        </p:nvSpPr>
        <p:spPr bwMode="gray">
          <a:xfrm>
            <a:off x="486234" y="1154106"/>
            <a:ext cx="8933983" cy="5086337"/>
          </a:xfrm>
          <a:prstGeom prst="rect">
            <a:avLst/>
          </a:prstGeom>
          <a:ln cmpd="sng">
            <a:noFill/>
          </a:ln>
          <a:extLst>
            <a:ext uri="{91240B29-F687-4F45-9708-019B960494DF}">
              <a14:hiddenLine xmlns:a14="http://schemas.microsoft.com/office/drawing/2010/main" cmpd="sng">
                <a:solidFill>
                  <a:srgbClr val="F24A38"/>
                </a:solidFill>
              </a14:hiddenLine>
            </a:ext>
          </a:extLst>
        </p:spPr>
        <p:txBody>
          <a:bodyPr vert="horz" lIns="216000" tIns="36000" rIns="0" bIns="0" rtlCol="0">
            <a:noAutofit/>
          </a:bodyPr>
          <a:lstStyle/>
          <a:p>
            <a:pPr marL="200125" marR="0" lvl="0" indent="-200125" algn="l" defTabSz="987919" rtl="0" eaLnBrk="0" fontAlgn="ctr" latinLnBrk="0" hangingPunct="0">
              <a:lnSpc>
                <a:spcPct val="125000"/>
              </a:lnSpc>
              <a:spcBef>
                <a:spcPts val="1351"/>
              </a:spcBef>
              <a:spcAft>
                <a:spcPct val="0"/>
              </a:spcAft>
              <a:buClr>
                <a:srgbClr val="004831"/>
              </a:buClr>
              <a:buSzTx/>
              <a:buFont typeface="Wingdings" pitchFamily="2" charset="2"/>
              <a:buChar char="l"/>
              <a:tabLst/>
              <a:defRPr/>
            </a:pPr>
            <a:r>
              <a:rPr kumimoji="1" lang="ja-JP" altLang="en-US" sz="1401" b="0" i="0" u="none" strike="noStrike" kern="1200" cap="none" spc="0" normalizeH="0" baseline="0" noProof="0">
                <a:ln>
                  <a:noFill/>
                </a:ln>
                <a:solidFill>
                  <a:srgbClr val="000000"/>
                </a:solidFill>
                <a:effectLst/>
                <a:uLnTx/>
                <a:uFillTx/>
                <a:latin typeface="ＭＳ Ｐゴシック"/>
                <a:ea typeface="ＭＳ Ｐゴシック"/>
                <a:cs typeface="+mn-cs"/>
              </a:rPr>
              <a:t>マスター テキストの書式設定</a:t>
            </a:r>
          </a:p>
          <a:p>
            <a:pPr marL="420898" marR="0" lvl="1" indent="-182654" algn="l" defTabSz="987919" rtl="0" eaLnBrk="0" fontAlgn="ctr" latinLnBrk="0" hangingPunct="0">
              <a:lnSpc>
                <a:spcPct val="125000"/>
              </a:lnSpc>
              <a:spcBef>
                <a:spcPct val="20000"/>
              </a:spcBef>
              <a:spcAft>
                <a:spcPct val="0"/>
              </a:spcAft>
              <a:buClr>
                <a:srgbClr val="C4D700"/>
              </a:buClr>
              <a:buSzPct val="90000"/>
              <a:buFont typeface="Wingdings" pitchFamily="2" charset="2"/>
              <a:buChar char="l"/>
              <a:tabLst/>
              <a:defRPr/>
            </a:pP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201" b="0" i="0" u="none" strike="noStrike" kern="1200" cap="none" spc="0" normalizeH="0" baseline="0" noProof="0">
                <a:ln>
                  <a:noFill/>
                </a:ln>
                <a:solidFill>
                  <a:srgbClr val="000000"/>
                </a:solidFill>
                <a:effectLst/>
                <a:uLnTx/>
                <a:uFillTx/>
                <a:latin typeface="ＭＳ Ｐゴシック"/>
                <a:ea typeface="ＭＳ Ｐゴシック"/>
                <a:cs typeface="+mn-cs"/>
              </a:rPr>
              <a:t>2 </a:t>
            </a: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421411" marR="0" lvl="2" indent="0" algn="l" defTabSz="987919" rtl="0" eaLnBrk="0" fontAlgn="ctr" latinLnBrk="0" hangingPunct="0">
              <a:lnSpc>
                <a:spcPct val="125000"/>
              </a:lnSpc>
              <a:spcBef>
                <a:spcPts val="288"/>
              </a:spcBef>
              <a:spcAft>
                <a:spcPct val="0"/>
              </a:spcAft>
              <a:buClrTx/>
              <a:buSzTx/>
              <a:buFontTx/>
              <a:buNone/>
              <a:tabLst/>
              <a:defRPr/>
            </a:pP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201" b="0" i="0" u="none" strike="noStrike" kern="1200" cap="none" spc="0" normalizeH="0" baseline="0" noProof="0">
                <a:ln>
                  <a:noFill/>
                </a:ln>
                <a:solidFill>
                  <a:srgbClr val="000000"/>
                </a:solidFill>
                <a:effectLst/>
                <a:uLnTx/>
                <a:uFillTx/>
                <a:latin typeface="ＭＳ Ｐゴシック"/>
                <a:ea typeface="ＭＳ Ｐゴシック"/>
                <a:cs typeface="+mn-cs"/>
              </a:rPr>
              <a:t>3 </a:t>
            </a:r>
            <a:r>
              <a:rPr kumimoji="1" lang="ja-JP" altLang="en-US" sz="12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603552" marR="0" lvl="3" indent="-128652" algn="l" defTabSz="987919" rtl="0" eaLnBrk="0" fontAlgn="ctr" latinLnBrk="0" hangingPunct="0">
              <a:lnSpc>
                <a:spcPct val="125000"/>
              </a:lnSpc>
              <a:spcBef>
                <a:spcPts val="263"/>
              </a:spcBef>
              <a:spcAft>
                <a:spcPct val="0"/>
              </a:spcAft>
              <a:buClr>
                <a:srgbClr val="A2A2A2"/>
              </a:buClr>
              <a:buSzPct val="70000"/>
              <a:buFont typeface="Wingdings" pitchFamily="2" charset="2"/>
              <a:buChar char="l"/>
              <a:tabLst/>
              <a:defRPr/>
            </a:pP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rPr>
              <a:t>4 </a:t>
            </a: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603552" marR="0" lvl="4" indent="0" algn="l" defTabSz="987919" rtl="0" eaLnBrk="0" fontAlgn="ctr" latinLnBrk="0" hangingPunct="0">
              <a:lnSpc>
                <a:spcPct val="125000"/>
              </a:lnSpc>
              <a:spcBef>
                <a:spcPts val="263"/>
              </a:spcBef>
              <a:spcAft>
                <a:spcPct val="0"/>
              </a:spcAft>
              <a:buClr>
                <a:srgbClr val="A2A2A2"/>
              </a:buClr>
              <a:buSzPct val="70000"/>
              <a:buFont typeface="Wingdings" pitchFamily="2" charset="2"/>
              <a:buNone/>
              <a:tabLst/>
              <a:defRPr/>
            </a:pP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rPr>
              <a:t>5 </a:t>
            </a:r>
            <a:r>
              <a:rPr kumimoji="1" lang="ja-JP" altLang="en-US" sz="11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endParaRPr kumimoji="1" lang="en-US" altLang="ja-JP" sz="1101" b="0" i="0" u="none" strike="noStrike" kern="1200" cap="none" spc="0" normalizeH="0" baseline="0" noProof="0">
              <a:ln>
                <a:noFill/>
              </a:ln>
              <a:solidFill>
                <a:srgbClr val="000000"/>
              </a:solidFill>
              <a:effectLst/>
              <a:uLnTx/>
              <a:uFillTx/>
              <a:latin typeface="ＭＳ Ｐゴシック"/>
              <a:ea typeface="ＭＳ Ｐゴシック"/>
              <a:cs typeface="+mn-cs"/>
            </a:endParaRPr>
          </a:p>
          <a:p>
            <a:pPr marL="792396" marR="0" lvl="5" indent="-126063"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6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792396" marR="0" lvl="6" indent="0" algn="l" defTabSz="987955" rtl="0" eaLnBrk="1" fontAlgn="ctr" latinLnBrk="0" hangingPunct="1">
              <a:lnSpc>
                <a:spcPct val="125000"/>
              </a:lnSpc>
              <a:spcBef>
                <a:spcPts val="264"/>
              </a:spcBef>
              <a:spcAft>
                <a:spcPts val="0"/>
              </a:spcAft>
              <a:buClrTx/>
              <a:buSzTx/>
              <a:buFontTx/>
              <a:buNone/>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7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954477" marR="0" lvl="7" indent="-108054"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8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a:p>
            <a:pPr marL="954477" marR="0" lvl="8" indent="0" algn="l" defTabSz="987955" rtl="0" eaLnBrk="1" fontAlgn="ctr" latinLnBrk="0" hangingPunct="1">
              <a:lnSpc>
                <a:spcPct val="125000"/>
              </a:lnSpc>
              <a:spcBef>
                <a:spcPts val="264"/>
              </a:spcBef>
              <a:spcAft>
                <a:spcPts val="0"/>
              </a:spcAft>
              <a:buClrTx/>
              <a:buSzTx/>
              <a:buFontTx/>
              <a:buNone/>
              <a:tabLst/>
              <a:defRPr/>
            </a:pP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第 </a:t>
            </a:r>
            <a:r>
              <a:rPr kumimoji="1" lang="en-US" altLang="ja-JP" sz="1001" b="0" i="0" u="none" strike="noStrike" kern="1200" cap="none" spc="0" normalizeH="0" baseline="0" noProof="0">
                <a:ln>
                  <a:noFill/>
                </a:ln>
                <a:solidFill>
                  <a:srgbClr val="000000"/>
                </a:solidFill>
                <a:effectLst/>
                <a:uLnTx/>
                <a:uFillTx/>
                <a:latin typeface="ＭＳ Ｐゴシック"/>
                <a:ea typeface="ＭＳ Ｐゴシック"/>
                <a:cs typeface="+mn-cs"/>
              </a:rPr>
              <a:t>9 </a:t>
            </a:r>
            <a:r>
              <a:rPr kumimoji="1" lang="ja-JP" altLang="en-US" sz="1001" b="0" i="0" u="none" strike="noStrike" kern="1200" cap="none" spc="0" normalizeH="0" baseline="0" noProof="0">
                <a:ln>
                  <a:noFill/>
                </a:ln>
                <a:solidFill>
                  <a:srgbClr val="000000"/>
                </a:solidFill>
                <a:effectLst/>
                <a:uLnTx/>
                <a:uFillTx/>
                <a:latin typeface="ＭＳ Ｐゴシック"/>
                <a:ea typeface="ＭＳ Ｐゴシック"/>
                <a:cs typeface="+mn-cs"/>
              </a:rPr>
              <a:t>レベル</a:t>
            </a:r>
          </a:p>
        </p:txBody>
      </p:sp>
      <p:grpSp>
        <p:nvGrpSpPr>
          <p:cNvPr id="1027" name="グループ化 130"/>
          <p:cNvGrpSpPr>
            <a:grpSpLocks/>
          </p:cNvGrpSpPr>
          <p:nvPr/>
        </p:nvGrpSpPr>
        <p:grpSpPr bwMode="auto">
          <a:xfrm>
            <a:off x="341477" y="476476"/>
            <a:ext cx="9223046" cy="408618"/>
            <a:chOff x="341313" y="512763"/>
            <a:chExt cx="9218612" cy="439737"/>
          </a:xfrm>
        </p:grpSpPr>
        <p:sp>
          <p:nvSpPr>
            <p:cNvPr id="1342" name="Rectangle 114"/>
            <p:cNvSpPr>
              <a:spLocks noChangeArrowheads="1"/>
            </p:cNvSpPr>
            <p:nvPr userDrawn="1"/>
          </p:nvSpPr>
          <p:spPr bwMode="gray">
            <a:xfrm>
              <a:off x="341313" y="881063"/>
              <a:ext cx="9218612" cy="53529"/>
            </a:xfrm>
            <a:prstGeom prst="rect">
              <a:avLst/>
            </a:prstGeom>
            <a:solidFill>
              <a:srgbClr val="00483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1343" name="Rectangle 115"/>
            <p:cNvSpPr>
              <a:spLocks noChangeArrowheads="1"/>
            </p:cNvSpPr>
            <p:nvPr userDrawn="1"/>
          </p:nvSpPr>
          <p:spPr bwMode="gray">
            <a:xfrm>
              <a:off x="341313" y="934592"/>
              <a:ext cx="9218612" cy="17908"/>
            </a:xfrm>
            <a:prstGeom prst="rect">
              <a:avLst/>
            </a:prstGeom>
            <a:solidFill>
              <a:srgbClr val="C4D7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1344" name="Rectangle 116"/>
            <p:cNvSpPr>
              <a:spLocks noChangeArrowheads="1"/>
            </p:cNvSpPr>
            <p:nvPr userDrawn="1"/>
          </p:nvSpPr>
          <p:spPr bwMode="gray">
            <a:xfrm>
              <a:off x="341313" y="696913"/>
              <a:ext cx="142875" cy="144462"/>
            </a:xfrm>
            <a:prstGeom prst="rect">
              <a:avLst/>
            </a:prstGeom>
            <a:solidFill>
              <a:srgbClr val="C4D7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sp>
          <p:nvSpPr>
            <p:cNvPr id="1345" name="Rectangle 117"/>
            <p:cNvSpPr>
              <a:spLocks noChangeArrowheads="1"/>
            </p:cNvSpPr>
            <p:nvPr userDrawn="1"/>
          </p:nvSpPr>
          <p:spPr bwMode="gray">
            <a:xfrm>
              <a:off x="341313" y="512763"/>
              <a:ext cx="142875" cy="144462"/>
            </a:xfrm>
            <a:prstGeom prst="rect">
              <a:avLst/>
            </a:prstGeom>
            <a:solidFill>
              <a:srgbClr val="00483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sp>
        <p:nvSpPr>
          <p:cNvPr id="5" name="フッター プレースホルダー 4"/>
          <p:cNvSpPr>
            <a:spLocks noGrp="1"/>
          </p:cNvSpPr>
          <p:nvPr>
            <p:ph type="ftr" sz="quarter" idx="3"/>
          </p:nvPr>
        </p:nvSpPr>
        <p:spPr bwMode="gray">
          <a:xfrm>
            <a:off x="2431632" y="6439056"/>
            <a:ext cx="632129" cy="25371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34" tIns="49367" rIns="98734" bIns="49367" numCol="1" anchor="t" anchorCtr="0" compatLnSpc="1">
            <a:prstTxWarp prst="textNoShape">
              <a:avLst/>
            </a:prstTxWarp>
            <a:spAutoFit/>
          </a:bodyPr>
          <a:lstStyle>
            <a:lvl1pPr algn="r">
              <a:defRPr lang="ja-JP" altLang="en-US" sz="1001">
                <a:solidFill>
                  <a:srgbClr val="000000"/>
                </a:solidFill>
                <a:latin typeface="ＭＳ Ｐゴシック" pitchFamily="50" charset="-128"/>
                <a:ea typeface="ＭＳ Ｐゴシック" pitchFamily="50" charset="-128"/>
              </a:defRPr>
            </a:lvl1pPr>
          </a:lstStyle>
          <a:p>
            <a:pPr>
              <a:defRPr/>
            </a:pPr>
            <a:endParaRPr lang="ja-JP" altLang="en-US"/>
          </a:p>
        </p:txBody>
      </p:sp>
      <p:sp>
        <p:nvSpPr>
          <p:cNvPr id="6" name="スライド番号プレースホルダー 5"/>
          <p:cNvSpPr>
            <a:spLocks noGrp="1"/>
          </p:cNvSpPr>
          <p:nvPr>
            <p:ph type="sldNum" sz="quarter" idx="4"/>
          </p:nvPr>
        </p:nvSpPr>
        <p:spPr bwMode="gray">
          <a:xfrm>
            <a:off x="9234512" y="6388970"/>
            <a:ext cx="661061" cy="46903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734" tIns="49367" rIns="98734" bIns="49367" numCol="1" anchor="t" anchorCtr="0" compatLnSpc="1">
            <a:prstTxWarp prst="textNoShape">
              <a:avLst/>
            </a:prstTxWarp>
            <a:spAutoFit/>
          </a:bodyPr>
          <a:lstStyle>
            <a:lvl1pPr algn="r">
              <a:defRPr lang="ja-JP" altLang="en-US" sz="2400">
                <a:solidFill>
                  <a:srgbClr val="004831"/>
                </a:solidFill>
                <a:latin typeface="ＭＳ Ｐゴシック" pitchFamily="50" charset="-128"/>
                <a:ea typeface="ＭＳ Ｐゴシック" pitchFamily="50" charset="-128"/>
              </a:defRPr>
            </a:lvl1pPr>
          </a:lstStyle>
          <a:p>
            <a:pPr>
              <a:defRPr/>
            </a:pPr>
            <a:fld id="{3179AA56-C2CD-4E8B-A33B-C0FAB915FEB3}" type="slidenum">
              <a:rPr lang="en-US" altLang="ja-JP" smtClean="0"/>
              <a:pPr>
                <a:defRPr/>
              </a:pPr>
              <a:t>‹#›</a:t>
            </a:fld>
            <a:endParaRPr lang="en-US" altLang="ja-JP"/>
          </a:p>
        </p:txBody>
      </p:sp>
      <p:sp>
        <p:nvSpPr>
          <p:cNvPr id="1031" name="タイトル プレースホルダー 1"/>
          <p:cNvSpPr>
            <a:spLocks noGrp="1"/>
          </p:cNvSpPr>
          <p:nvPr>
            <p:ph type="title"/>
          </p:nvPr>
        </p:nvSpPr>
        <p:spPr bwMode="gray">
          <a:xfrm>
            <a:off x="559069" y="391721"/>
            <a:ext cx="8986395" cy="369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0" rIns="90000" bIns="0" numCol="1" anchor="b" anchorCtr="0" compatLnSpc="1">
            <a:prstTxWarp prst="textNoShape">
              <a:avLst/>
            </a:prstTxWarp>
            <a:spAutoFit/>
          </a:bodyPr>
          <a:lstStyle/>
          <a:p>
            <a:pPr lvl="0"/>
            <a:r>
              <a:rPr lang="ja-JP" altLang="en-US"/>
              <a:t>マスター タイトルの書式設定</a:t>
            </a:r>
          </a:p>
        </p:txBody>
      </p:sp>
      <p:sp>
        <p:nvSpPr>
          <p:cNvPr id="156" name="テキスト ボックス 155"/>
          <p:cNvSpPr txBox="1"/>
          <p:nvPr/>
        </p:nvSpPr>
        <p:spPr bwMode="gray">
          <a:xfrm>
            <a:off x="5650131" y="6558543"/>
            <a:ext cx="3553857" cy="12311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r" defTabSz="987425">
              <a:defRPr sz="800">
                <a:solidFill>
                  <a:srgbClr val="808080"/>
                </a:solidFill>
                <a:latin typeface="Arial" charset="0"/>
                <a:ea typeface="ＭＳ Ｐゴシック" pitchFamily="50" charset="-128"/>
              </a:defRPr>
            </a:lvl1pPr>
            <a:lvl2pPr defTabSz="987425">
              <a:defRPr>
                <a:latin typeface="Arial" charset="0"/>
                <a:ea typeface="ＭＳ Ｐゴシック" pitchFamily="50" charset="-128"/>
              </a:defRPr>
            </a:lvl2pPr>
            <a:lvl3pPr defTabSz="987425">
              <a:defRPr>
                <a:latin typeface="Arial" charset="0"/>
                <a:ea typeface="ＭＳ Ｐゴシック" pitchFamily="50" charset="-128"/>
              </a:defRPr>
            </a:lvl3pPr>
            <a:lvl4pPr defTabSz="987425">
              <a:defRPr>
                <a:latin typeface="Arial" charset="0"/>
                <a:ea typeface="ＭＳ Ｐゴシック" pitchFamily="50" charset="-128"/>
              </a:defRPr>
            </a:lvl4pPr>
            <a:lvl5pPr defTabSz="987425">
              <a:defRPr>
                <a:latin typeface="Arial" charset="0"/>
                <a:ea typeface="ＭＳ Ｐゴシック" pitchFamily="50" charset="-128"/>
              </a:defRPr>
            </a:lvl5pPr>
            <a:lvl6pPr defTabSz="987425" fontAlgn="base">
              <a:spcBef>
                <a:spcPct val="0"/>
              </a:spcBef>
              <a:spcAft>
                <a:spcPct val="0"/>
              </a:spcAft>
              <a:defRPr>
                <a:latin typeface="Arial" charset="0"/>
                <a:ea typeface="ＭＳ Ｐゴシック" pitchFamily="50" charset="-128"/>
              </a:defRPr>
            </a:lvl6pPr>
            <a:lvl7pPr defTabSz="987425" fontAlgn="base">
              <a:spcBef>
                <a:spcPct val="0"/>
              </a:spcBef>
              <a:spcAft>
                <a:spcPct val="0"/>
              </a:spcAft>
              <a:defRPr>
                <a:latin typeface="Arial" charset="0"/>
                <a:ea typeface="ＭＳ Ｐゴシック" pitchFamily="50" charset="-128"/>
              </a:defRPr>
            </a:lvl7pPr>
            <a:lvl8pPr defTabSz="987425" fontAlgn="base">
              <a:spcBef>
                <a:spcPct val="0"/>
              </a:spcBef>
              <a:spcAft>
                <a:spcPct val="0"/>
              </a:spcAft>
              <a:defRPr>
                <a:latin typeface="Arial" charset="0"/>
                <a:ea typeface="ＭＳ Ｐゴシック" pitchFamily="50" charset="-128"/>
              </a:defRPr>
            </a:lvl8pPr>
            <a:lvl9pPr defTabSz="987425" fontAlgn="base">
              <a:spcBef>
                <a:spcPct val="0"/>
              </a:spcBef>
              <a:spcAft>
                <a:spcPct val="0"/>
              </a:spcAft>
              <a:defRPr>
                <a:latin typeface="Arial" charset="0"/>
                <a:ea typeface="ＭＳ Ｐゴシック" pitchFamily="50" charset="-128"/>
              </a:defRPr>
            </a:lvl9pPr>
          </a:lstStyle>
          <a:p>
            <a:pPr fontAlgn="auto">
              <a:spcBef>
                <a:spcPts val="0"/>
              </a:spcBef>
              <a:spcAft>
                <a:spcPts val="0"/>
              </a:spcAft>
              <a:defRPr/>
            </a:pPr>
            <a:r>
              <a:rPr lang="en-US" altLang="ja-JP" sz="800"/>
              <a:t>Copyright © 2020 Sumitomo Mitsui Banking Corporation. All Rights Reserved.</a:t>
            </a:r>
          </a:p>
        </p:txBody>
      </p:sp>
      <p:pic>
        <p:nvPicPr>
          <p:cNvPr id="117" name="Picture 2"/>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342144" y="6422853"/>
            <a:ext cx="2197056" cy="2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6" name="グループ化 115"/>
          <p:cNvGrpSpPr/>
          <p:nvPr userDrawn="1"/>
        </p:nvGrpSpPr>
        <p:grpSpPr>
          <a:xfrm>
            <a:off x="486009" y="1153572"/>
            <a:ext cx="8932394" cy="5084863"/>
            <a:chOff x="485775" y="1241425"/>
            <a:chExt cx="8928100" cy="5472113"/>
          </a:xfrm>
        </p:grpSpPr>
        <p:grpSp>
          <p:nvGrpSpPr>
            <p:cNvPr id="118" name="Design_Grid_2013"/>
            <p:cNvGrpSpPr>
              <a:grpSpLocks/>
            </p:cNvGrpSpPr>
            <p:nvPr userDrawn="1"/>
          </p:nvGrpSpPr>
          <p:grpSpPr bwMode="auto">
            <a:xfrm>
              <a:off x="485775" y="1241425"/>
              <a:ext cx="8928100" cy="5472113"/>
              <a:chOff x="306" y="782"/>
              <a:chExt cx="5625" cy="3447"/>
            </a:xfrm>
          </p:grpSpPr>
          <p:grpSp>
            <p:nvGrpSpPr>
              <p:cNvPr id="426" name="Group 3"/>
              <p:cNvGrpSpPr>
                <a:grpSpLocks/>
              </p:cNvGrpSpPr>
              <p:nvPr userDrawn="1"/>
            </p:nvGrpSpPr>
            <p:grpSpPr bwMode="auto">
              <a:xfrm>
                <a:off x="306" y="873"/>
                <a:ext cx="5625" cy="3266"/>
                <a:chOff x="306" y="828"/>
                <a:chExt cx="5625" cy="3266"/>
              </a:xfrm>
            </p:grpSpPr>
            <p:sp>
              <p:nvSpPr>
                <p:cNvPr id="492"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3"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4"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5"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6"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7"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8"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9"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0"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1"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2"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3"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4"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5"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6"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7"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8"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09"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0"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1"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2"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3"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4"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5"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6"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7"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8"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19"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0"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1"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2"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3"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4"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5"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6"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27"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427" name="Group 40"/>
              <p:cNvGrpSpPr>
                <a:grpSpLocks/>
              </p:cNvGrpSpPr>
              <p:nvPr userDrawn="1"/>
            </p:nvGrpSpPr>
            <p:grpSpPr bwMode="auto">
              <a:xfrm>
                <a:off x="397" y="782"/>
                <a:ext cx="5443" cy="3447"/>
                <a:chOff x="397" y="737"/>
                <a:chExt cx="5443" cy="3447"/>
              </a:xfrm>
            </p:grpSpPr>
            <p:sp>
              <p:nvSpPr>
                <p:cNvPr id="432"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3"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4"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5"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6"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7"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8"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9"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0"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1"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2"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3"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4"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5"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6"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7"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8"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49"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0"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1"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2"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3"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4"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5"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6"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7"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8"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59"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0"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1"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2"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3"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4"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5"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6"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7"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8"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69"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0"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1"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2"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3"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4"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5"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6"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7"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8"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79"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0"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1"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2"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3"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4"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5"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6"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7"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8"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89"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0"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91"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428" name="Group 101"/>
              <p:cNvGrpSpPr>
                <a:grpSpLocks/>
              </p:cNvGrpSpPr>
              <p:nvPr userDrawn="1"/>
            </p:nvGrpSpPr>
            <p:grpSpPr bwMode="auto">
              <a:xfrm>
                <a:off x="306" y="782"/>
                <a:ext cx="5625" cy="3447"/>
                <a:chOff x="306" y="737"/>
                <a:chExt cx="5625" cy="3447"/>
              </a:xfrm>
            </p:grpSpPr>
            <p:sp>
              <p:nvSpPr>
                <p:cNvPr id="429"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0"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31"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grpSp>
        <p:grpSp>
          <p:nvGrpSpPr>
            <p:cNvPr id="119" name="Group 3"/>
            <p:cNvGrpSpPr>
              <a:grpSpLocks/>
            </p:cNvGrpSpPr>
            <p:nvPr userDrawn="1"/>
          </p:nvGrpSpPr>
          <p:grpSpPr bwMode="auto">
            <a:xfrm>
              <a:off x="485775" y="1385888"/>
              <a:ext cx="8928100" cy="5184775"/>
              <a:chOff x="306" y="828"/>
              <a:chExt cx="5625" cy="3266"/>
            </a:xfrm>
          </p:grpSpPr>
          <p:sp>
            <p:nvSpPr>
              <p:cNvPr id="287"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8"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9"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0"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1"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2"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3"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4"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5"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6"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7"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8"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99"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0"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1"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2"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3"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4"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5"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6"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7"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8"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09"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0"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1"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2"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3"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4"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5"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6"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7"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18"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321"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3"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4"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425"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120" name="Group 40"/>
            <p:cNvGrpSpPr>
              <a:grpSpLocks/>
            </p:cNvGrpSpPr>
            <p:nvPr userDrawn="1"/>
          </p:nvGrpSpPr>
          <p:grpSpPr bwMode="auto">
            <a:xfrm>
              <a:off x="630212" y="1241425"/>
              <a:ext cx="8639226" cy="5472113"/>
              <a:chOff x="397" y="737"/>
              <a:chExt cx="5443" cy="3447"/>
            </a:xfrm>
          </p:grpSpPr>
          <p:sp>
            <p:nvSpPr>
              <p:cNvPr id="227"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8"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9"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0"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1"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2"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3"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4"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5"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6"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7"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8"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39"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0"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1"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2"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3"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4"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5"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6"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7"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8"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49"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0"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1"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2"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3"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4"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5"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6"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59"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0"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1"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2"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3"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4"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5"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6"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7"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8"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69"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0"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1"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2"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3"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4"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5"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6"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7"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8"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79"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0"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1"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2"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3"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4"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5"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86"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121" name="Group 101"/>
            <p:cNvGrpSpPr>
              <a:grpSpLocks/>
            </p:cNvGrpSpPr>
            <p:nvPr userDrawn="1"/>
          </p:nvGrpSpPr>
          <p:grpSpPr bwMode="auto">
            <a:xfrm>
              <a:off x="485775" y="1241425"/>
              <a:ext cx="8928100" cy="5472113"/>
              <a:chOff x="306" y="737"/>
              <a:chExt cx="5625" cy="3447"/>
            </a:xfrm>
          </p:grpSpPr>
          <p:sp>
            <p:nvSpPr>
              <p:cNvPr id="224"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5"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6"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sp>
          <p:nvSpPr>
            <p:cNvPr id="122" name="Line 102"/>
            <p:cNvSpPr>
              <a:spLocks noChangeShapeType="1"/>
            </p:cNvSpPr>
            <p:nvPr userDrawn="1"/>
          </p:nvSpPr>
          <p:spPr bwMode="gray">
            <a:xfrm>
              <a:off x="485775" y="3978275"/>
              <a:ext cx="8928100"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23" name="Line 103"/>
            <p:cNvSpPr>
              <a:spLocks noChangeShapeType="1"/>
            </p:cNvSpPr>
            <p:nvPr userDrawn="1"/>
          </p:nvSpPr>
          <p:spPr bwMode="gray">
            <a:xfrm>
              <a:off x="4950619" y="1241425"/>
              <a:ext cx="0" cy="5472113"/>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nvGrpSpPr>
            <p:cNvPr id="124" name="Group 3"/>
            <p:cNvGrpSpPr>
              <a:grpSpLocks/>
            </p:cNvGrpSpPr>
            <p:nvPr userDrawn="1"/>
          </p:nvGrpSpPr>
          <p:grpSpPr bwMode="auto">
            <a:xfrm>
              <a:off x="485775" y="1385888"/>
              <a:ext cx="8928100" cy="5184775"/>
              <a:chOff x="306" y="828"/>
              <a:chExt cx="5625" cy="3266"/>
            </a:xfrm>
          </p:grpSpPr>
          <p:sp>
            <p:nvSpPr>
              <p:cNvPr id="188"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9"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0"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1"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2"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3"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4"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5"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6"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7"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8"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99"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0"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1"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2"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3"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4"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5"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6"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7"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8"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09"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0"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1"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2"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3"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4"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5"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6"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7"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8"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19"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0"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1"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2"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223"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125" name="Group 40"/>
            <p:cNvGrpSpPr>
              <a:grpSpLocks/>
            </p:cNvGrpSpPr>
            <p:nvPr userDrawn="1"/>
          </p:nvGrpSpPr>
          <p:grpSpPr bwMode="auto">
            <a:xfrm>
              <a:off x="630212" y="1241425"/>
              <a:ext cx="8639226" cy="5472113"/>
              <a:chOff x="397" y="737"/>
              <a:chExt cx="5443" cy="3447"/>
            </a:xfrm>
          </p:grpSpPr>
          <p:sp>
            <p:nvSpPr>
              <p:cNvPr id="126"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27"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28"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29"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0"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1"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2"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3"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4"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5"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6"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7"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8"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39"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0"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1"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2"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3"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4"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5"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6"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7"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8"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49"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0"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1"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2"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3"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4"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5"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5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0"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1"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2"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3"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4"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5"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6"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7"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8"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69"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0"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1"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2"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3"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4"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5"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6"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7"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8"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79"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0"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1"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2"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3"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4"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5"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6"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187"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grpSp>
        <p:nvGrpSpPr>
          <p:cNvPr id="528" name="グループ化 527"/>
          <p:cNvGrpSpPr/>
          <p:nvPr userDrawn="1"/>
        </p:nvGrpSpPr>
        <p:grpSpPr>
          <a:xfrm>
            <a:off x="486803" y="1142184"/>
            <a:ext cx="8932394" cy="5084863"/>
            <a:chOff x="485775" y="1241425"/>
            <a:chExt cx="8928100" cy="5472113"/>
          </a:xfrm>
        </p:grpSpPr>
        <p:grpSp>
          <p:nvGrpSpPr>
            <p:cNvPr id="529" name="Design_Grid_2013"/>
            <p:cNvGrpSpPr>
              <a:grpSpLocks/>
            </p:cNvGrpSpPr>
            <p:nvPr userDrawn="1"/>
          </p:nvGrpSpPr>
          <p:grpSpPr bwMode="auto">
            <a:xfrm>
              <a:off x="485775" y="1241425"/>
              <a:ext cx="8928100" cy="5472113"/>
              <a:chOff x="306" y="782"/>
              <a:chExt cx="5625" cy="3447"/>
            </a:xfrm>
          </p:grpSpPr>
          <p:grpSp>
            <p:nvGrpSpPr>
              <p:cNvPr id="732" name="Group 3"/>
              <p:cNvGrpSpPr>
                <a:grpSpLocks/>
              </p:cNvGrpSpPr>
              <p:nvPr userDrawn="1"/>
            </p:nvGrpSpPr>
            <p:grpSpPr bwMode="auto">
              <a:xfrm>
                <a:off x="306" y="873"/>
                <a:ext cx="5625" cy="3266"/>
                <a:chOff x="306" y="828"/>
                <a:chExt cx="5625" cy="3266"/>
              </a:xfrm>
            </p:grpSpPr>
            <p:sp>
              <p:nvSpPr>
                <p:cNvPr id="798"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9"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0"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1"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2"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3"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4"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5"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6"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7"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8"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09"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0"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1"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2"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3"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4"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5"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6"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7"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8"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19"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0"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1"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2"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3"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4"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5"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6"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7"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8"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29"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30"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31"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32"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833"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733" name="Group 40"/>
              <p:cNvGrpSpPr>
                <a:grpSpLocks/>
              </p:cNvGrpSpPr>
              <p:nvPr userDrawn="1"/>
            </p:nvGrpSpPr>
            <p:grpSpPr bwMode="auto">
              <a:xfrm>
                <a:off x="397" y="782"/>
                <a:ext cx="5443" cy="3447"/>
                <a:chOff x="397" y="737"/>
                <a:chExt cx="5443" cy="3447"/>
              </a:xfrm>
            </p:grpSpPr>
            <p:sp>
              <p:nvSpPr>
                <p:cNvPr id="738"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39"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0"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1"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2"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3"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4"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5"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6"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7"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8"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49"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0"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1"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2"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3"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4"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5"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6"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7"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8"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59"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0"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1"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2"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3"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4"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5"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6"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7"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8"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69"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0"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1"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2"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3"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4"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5"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6"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7"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8"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79"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0"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1"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2"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3"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4"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5"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6"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7"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8"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89"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0"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1"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2"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3"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4"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5"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6"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97"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734" name="Group 101"/>
              <p:cNvGrpSpPr>
                <a:grpSpLocks/>
              </p:cNvGrpSpPr>
              <p:nvPr userDrawn="1"/>
            </p:nvGrpSpPr>
            <p:grpSpPr bwMode="auto">
              <a:xfrm>
                <a:off x="306" y="782"/>
                <a:ext cx="5625" cy="3447"/>
                <a:chOff x="306" y="737"/>
                <a:chExt cx="5625" cy="3447"/>
              </a:xfrm>
            </p:grpSpPr>
            <p:sp>
              <p:nvSpPr>
                <p:cNvPr id="735"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36"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37"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grpSp>
        <p:grpSp>
          <p:nvGrpSpPr>
            <p:cNvPr id="530" name="Group 3"/>
            <p:cNvGrpSpPr>
              <a:grpSpLocks/>
            </p:cNvGrpSpPr>
            <p:nvPr userDrawn="1"/>
          </p:nvGrpSpPr>
          <p:grpSpPr bwMode="auto">
            <a:xfrm>
              <a:off x="485775" y="1385888"/>
              <a:ext cx="8928100" cy="5184775"/>
              <a:chOff x="306" y="828"/>
              <a:chExt cx="5625" cy="3266"/>
            </a:xfrm>
          </p:grpSpPr>
          <p:sp>
            <p:nvSpPr>
              <p:cNvPr id="696"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7"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8"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9"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0"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1"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2"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3"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4"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5"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6"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7"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8"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09"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0"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1"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2"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3"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4"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5"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6"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7"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8"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19"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0"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1"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2"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3"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4"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5"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6"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7"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8"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29"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30"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731"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531" name="Group 40"/>
            <p:cNvGrpSpPr>
              <a:grpSpLocks/>
            </p:cNvGrpSpPr>
            <p:nvPr userDrawn="1"/>
          </p:nvGrpSpPr>
          <p:grpSpPr bwMode="auto">
            <a:xfrm>
              <a:off x="630212" y="1241425"/>
              <a:ext cx="8639226" cy="5472113"/>
              <a:chOff x="397" y="737"/>
              <a:chExt cx="5443" cy="3447"/>
            </a:xfrm>
          </p:grpSpPr>
          <p:sp>
            <p:nvSpPr>
              <p:cNvPr id="636"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7"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8"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9"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0"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1"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2"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3"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4"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5"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6"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7"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8"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49"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0"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1"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2"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3"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4"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5"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6"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7"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8"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59"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0"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1"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2"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3"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4"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5"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6"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7"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8"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69"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0"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1"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2"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3"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4"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5"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6"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7"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8"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79"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0"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1"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2"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3"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4"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5"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6"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7"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8"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89"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0"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1"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2"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3"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4"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95"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532" name="Group 101"/>
            <p:cNvGrpSpPr>
              <a:grpSpLocks/>
            </p:cNvGrpSpPr>
            <p:nvPr userDrawn="1"/>
          </p:nvGrpSpPr>
          <p:grpSpPr bwMode="auto">
            <a:xfrm>
              <a:off x="485775" y="1241425"/>
              <a:ext cx="8928100" cy="5472113"/>
              <a:chOff x="306" y="737"/>
              <a:chExt cx="5625" cy="3447"/>
            </a:xfrm>
          </p:grpSpPr>
          <p:sp>
            <p:nvSpPr>
              <p:cNvPr id="633" name="Line 102"/>
              <p:cNvSpPr>
                <a:spLocks noChangeShapeType="1"/>
              </p:cNvSpPr>
              <p:nvPr userDrawn="1"/>
            </p:nvSpPr>
            <p:spPr bwMode="gray">
              <a:xfrm>
                <a:off x="306" y="246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4" name="Line 103"/>
              <p:cNvSpPr>
                <a:spLocks noChangeShapeType="1"/>
              </p:cNvSpPr>
              <p:nvPr userDrawn="1"/>
            </p:nvSpPr>
            <p:spPr bwMode="gray">
              <a:xfrm>
                <a:off x="311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5" name="Rectangle 104"/>
              <p:cNvSpPr>
                <a:spLocks noChangeArrowheads="1"/>
              </p:cNvSpPr>
              <p:nvPr userDrawn="1"/>
            </p:nvSpPr>
            <p:spPr bwMode="gray">
              <a:xfrm>
                <a:off x="306" y="737"/>
                <a:ext cx="5625" cy="3447"/>
              </a:xfrm>
              <a:prstGeom prst="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1201"/>
              </a:p>
            </p:txBody>
          </p:sp>
        </p:grpSp>
        <p:sp>
          <p:nvSpPr>
            <p:cNvPr id="533" name="Line 102"/>
            <p:cNvSpPr>
              <a:spLocks noChangeShapeType="1"/>
            </p:cNvSpPr>
            <p:nvPr userDrawn="1"/>
          </p:nvSpPr>
          <p:spPr bwMode="gray">
            <a:xfrm>
              <a:off x="485775" y="3978275"/>
              <a:ext cx="8928100"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34" name="Line 103"/>
            <p:cNvSpPr>
              <a:spLocks noChangeShapeType="1"/>
            </p:cNvSpPr>
            <p:nvPr userDrawn="1"/>
          </p:nvSpPr>
          <p:spPr bwMode="gray">
            <a:xfrm>
              <a:off x="4950619" y="1241425"/>
              <a:ext cx="0" cy="5472113"/>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nvGrpSpPr>
            <p:cNvPr id="535" name="Group 3"/>
            <p:cNvGrpSpPr>
              <a:grpSpLocks/>
            </p:cNvGrpSpPr>
            <p:nvPr userDrawn="1"/>
          </p:nvGrpSpPr>
          <p:grpSpPr bwMode="auto">
            <a:xfrm>
              <a:off x="485775" y="1385888"/>
              <a:ext cx="8928100" cy="5184775"/>
              <a:chOff x="306" y="828"/>
              <a:chExt cx="5625" cy="3266"/>
            </a:xfrm>
          </p:grpSpPr>
          <p:sp>
            <p:nvSpPr>
              <p:cNvPr id="597" name="Line 4"/>
              <p:cNvSpPr>
                <a:spLocks noChangeShapeType="1"/>
              </p:cNvSpPr>
              <p:nvPr userDrawn="1"/>
            </p:nvSpPr>
            <p:spPr bwMode="gray">
              <a:xfrm>
                <a:off x="306" y="409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8" name="Line 5"/>
              <p:cNvSpPr>
                <a:spLocks noChangeShapeType="1"/>
              </p:cNvSpPr>
              <p:nvPr userDrawn="1"/>
            </p:nvSpPr>
            <p:spPr bwMode="gray">
              <a:xfrm>
                <a:off x="306" y="400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9" name="Line 6"/>
              <p:cNvSpPr>
                <a:spLocks noChangeShapeType="1"/>
              </p:cNvSpPr>
              <p:nvPr userDrawn="1"/>
            </p:nvSpPr>
            <p:spPr bwMode="gray">
              <a:xfrm>
                <a:off x="306" y="391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0" name="Line 7"/>
              <p:cNvSpPr>
                <a:spLocks noChangeShapeType="1"/>
              </p:cNvSpPr>
              <p:nvPr userDrawn="1"/>
            </p:nvSpPr>
            <p:spPr bwMode="gray">
              <a:xfrm>
                <a:off x="306" y="382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1" name="Line 8"/>
              <p:cNvSpPr>
                <a:spLocks noChangeShapeType="1"/>
              </p:cNvSpPr>
              <p:nvPr userDrawn="1"/>
            </p:nvSpPr>
            <p:spPr bwMode="gray">
              <a:xfrm>
                <a:off x="306" y="373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2" name="Line 9"/>
              <p:cNvSpPr>
                <a:spLocks noChangeShapeType="1"/>
              </p:cNvSpPr>
              <p:nvPr userDrawn="1"/>
            </p:nvSpPr>
            <p:spPr bwMode="gray">
              <a:xfrm>
                <a:off x="306" y="364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3" name="Line 10"/>
              <p:cNvSpPr>
                <a:spLocks noChangeShapeType="1"/>
              </p:cNvSpPr>
              <p:nvPr userDrawn="1"/>
            </p:nvSpPr>
            <p:spPr bwMode="gray">
              <a:xfrm>
                <a:off x="306" y="354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4" name="Line 11"/>
              <p:cNvSpPr>
                <a:spLocks noChangeShapeType="1"/>
              </p:cNvSpPr>
              <p:nvPr userDrawn="1"/>
            </p:nvSpPr>
            <p:spPr bwMode="gray">
              <a:xfrm>
                <a:off x="306" y="345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5" name="Line 12"/>
              <p:cNvSpPr>
                <a:spLocks noChangeShapeType="1"/>
              </p:cNvSpPr>
              <p:nvPr userDrawn="1"/>
            </p:nvSpPr>
            <p:spPr bwMode="gray">
              <a:xfrm>
                <a:off x="306" y="336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6" name="Line 13"/>
              <p:cNvSpPr>
                <a:spLocks noChangeShapeType="1"/>
              </p:cNvSpPr>
              <p:nvPr userDrawn="1"/>
            </p:nvSpPr>
            <p:spPr bwMode="gray">
              <a:xfrm>
                <a:off x="306" y="327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7" name="Line 14"/>
              <p:cNvSpPr>
                <a:spLocks noChangeShapeType="1"/>
              </p:cNvSpPr>
              <p:nvPr userDrawn="1"/>
            </p:nvSpPr>
            <p:spPr bwMode="gray">
              <a:xfrm>
                <a:off x="306" y="318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8" name="Line 15"/>
              <p:cNvSpPr>
                <a:spLocks noChangeShapeType="1"/>
              </p:cNvSpPr>
              <p:nvPr userDrawn="1"/>
            </p:nvSpPr>
            <p:spPr bwMode="gray">
              <a:xfrm>
                <a:off x="306" y="309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09" name="Line 16"/>
              <p:cNvSpPr>
                <a:spLocks noChangeShapeType="1"/>
              </p:cNvSpPr>
              <p:nvPr userDrawn="1"/>
            </p:nvSpPr>
            <p:spPr bwMode="gray">
              <a:xfrm>
                <a:off x="306" y="300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0" name="Line 17"/>
              <p:cNvSpPr>
                <a:spLocks noChangeShapeType="1"/>
              </p:cNvSpPr>
              <p:nvPr userDrawn="1"/>
            </p:nvSpPr>
            <p:spPr bwMode="gray">
              <a:xfrm>
                <a:off x="306" y="291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1" name="Line 18"/>
              <p:cNvSpPr>
                <a:spLocks noChangeShapeType="1"/>
              </p:cNvSpPr>
              <p:nvPr userDrawn="1"/>
            </p:nvSpPr>
            <p:spPr bwMode="gray">
              <a:xfrm>
                <a:off x="306" y="282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2" name="Line 19"/>
              <p:cNvSpPr>
                <a:spLocks noChangeShapeType="1"/>
              </p:cNvSpPr>
              <p:nvPr userDrawn="1"/>
            </p:nvSpPr>
            <p:spPr bwMode="gray">
              <a:xfrm>
                <a:off x="306" y="273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3" name="Line 20"/>
              <p:cNvSpPr>
                <a:spLocks noChangeShapeType="1"/>
              </p:cNvSpPr>
              <p:nvPr userDrawn="1"/>
            </p:nvSpPr>
            <p:spPr bwMode="gray">
              <a:xfrm>
                <a:off x="306" y="264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4" name="Line 21"/>
              <p:cNvSpPr>
                <a:spLocks noChangeShapeType="1"/>
              </p:cNvSpPr>
              <p:nvPr userDrawn="1"/>
            </p:nvSpPr>
            <p:spPr bwMode="gray">
              <a:xfrm>
                <a:off x="306" y="255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5" name="Line 22"/>
              <p:cNvSpPr>
                <a:spLocks noChangeShapeType="1"/>
              </p:cNvSpPr>
              <p:nvPr userDrawn="1"/>
            </p:nvSpPr>
            <p:spPr bwMode="gray">
              <a:xfrm>
                <a:off x="306" y="237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6" name="Line 23"/>
              <p:cNvSpPr>
                <a:spLocks noChangeShapeType="1"/>
              </p:cNvSpPr>
              <p:nvPr userDrawn="1"/>
            </p:nvSpPr>
            <p:spPr bwMode="gray">
              <a:xfrm>
                <a:off x="306" y="227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7" name="Line 24"/>
              <p:cNvSpPr>
                <a:spLocks noChangeShapeType="1"/>
              </p:cNvSpPr>
              <p:nvPr userDrawn="1"/>
            </p:nvSpPr>
            <p:spPr bwMode="gray">
              <a:xfrm>
                <a:off x="306" y="218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8" name="Line 25"/>
              <p:cNvSpPr>
                <a:spLocks noChangeShapeType="1"/>
              </p:cNvSpPr>
              <p:nvPr userDrawn="1"/>
            </p:nvSpPr>
            <p:spPr bwMode="gray">
              <a:xfrm>
                <a:off x="306" y="209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19" name="Line 26"/>
              <p:cNvSpPr>
                <a:spLocks noChangeShapeType="1"/>
              </p:cNvSpPr>
              <p:nvPr userDrawn="1"/>
            </p:nvSpPr>
            <p:spPr bwMode="gray">
              <a:xfrm>
                <a:off x="306" y="2007"/>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0" name="Line 27"/>
              <p:cNvSpPr>
                <a:spLocks noChangeShapeType="1"/>
              </p:cNvSpPr>
              <p:nvPr userDrawn="1"/>
            </p:nvSpPr>
            <p:spPr bwMode="gray">
              <a:xfrm>
                <a:off x="306" y="191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1" name="Line 28"/>
              <p:cNvSpPr>
                <a:spLocks noChangeShapeType="1"/>
              </p:cNvSpPr>
              <p:nvPr userDrawn="1"/>
            </p:nvSpPr>
            <p:spPr bwMode="gray">
              <a:xfrm>
                <a:off x="306" y="1826"/>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2" name="Line 29"/>
              <p:cNvSpPr>
                <a:spLocks noChangeShapeType="1"/>
              </p:cNvSpPr>
              <p:nvPr userDrawn="1"/>
            </p:nvSpPr>
            <p:spPr bwMode="gray">
              <a:xfrm>
                <a:off x="306" y="1735"/>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3" name="Line 30"/>
              <p:cNvSpPr>
                <a:spLocks noChangeShapeType="1"/>
              </p:cNvSpPr>
              <p:nvPr userDrawn="1"/>
            </p:nvSpPr>
            <p:spPr bwMode="gray">
              <a:xfrm>
                <a:off x="306" y="1644"/>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4" name="Line 31"/>
              <p:cNvSpPr>
                <a:spLocks noChangeShapeType="1"/>
              </p:cNvSpPr>
              <p:nvPr userDrawn="1"/>
            </p:nvSpPr>
            <p:spPr bwMode="gray">
              <a:xfrm>
                <a:off x="306" y="155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5" name="Line 32"/>
              <p:cNvSpPr>
                <a:spLocks noChangeShapeType="1"/>
              </p:cNvSpPr>
              <p:nvPr userDrawn="1"/>
            </p:nvSpPr>
            <p:spPr bwMode="gray">
              <a:xfrm>
                <a:off x="306" y="1463"/>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6" name="Line 33"/>
              <p:cNvSpPr>
                <a:spLocks noChangeShapeType="1"/>
              </p:cNvSpPr>
              <p:nvPr userDrawn="1"/>
            </p:nvSpPr>
            <p:spPr bwMode="gray">
              <a:xfrm>
                <a:off x="306" y="1372"/>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7" name="Line 34"/>
              <p:cNvSpPr>
                <a:spLocks noChangeShapeType="1"/>
              </p:cNvSpPr>
              <p:nvPr userDrawn="1"/>
            </p:nvSpPr>
            <p:spPr bwMode="gray">
              <a:xfrm>
                <a:off x="306" y="1281"/>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8" name="Line 35"/>
              <p:cNvSpPr>
                <a:spLocks noChangeShapeType="1"/>
              </p:cNvSpPr>
              <p:nvPr userDrawn="1"/>
            </p:nvSpPr>
            <p:spPr bwMode="gray">
              <a:xfrm>
                <a:off x="306" y="119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29" name="Line 36"/>
              <p:cNvSpPr>
                <a:spLocks noChangeShapeType="1"/>
              </p:cNvSpPr>
              <p:nvPr userDrawn="1"/>
            </p:nvSpPr>
            <p:spPr bwMode="gray">
              <a:xfrm>
                <a:off x="306" y="1100"/>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0" name="Line 37"/>
              <p:cNvSpPr>
                <a:spLocks noChangeShapeType="1"/>
              </p:cNvSpPr>
              <p:nvPr userDrawn="1"/>
            </p:nvSpPr>
            <p:spPr bwMode="gray">
              <a:xfrm>
                <a:off x="306" y="1009"/>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1" name="Line 38"/>
              <p:cNvSpPr>
                <a:spLocks noChangeShapeType="1"/>
              </p:cNvSpPr>
              <p:nvPr userDrawn="1"/>
            </p:nvSpPr>
            <p:spPr bwMode="gray">
              <a:xfrm>
                <a:off x="306" y="91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632" name="Line 39"/>
              <p:cNvSpPr>
                <a:spLocks noChangeShapeType="1"/>
              </p:cNvSpPr>
              <p:nvPr userDrawn="1"/>
            </p:nvSpPr>
            <p:spPr bwMode="gray">
              <a:xfrm>
                <a:off x="306" y="828"/>
                <a:ext cx="5625" cy="0"/>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nvGrpSpPr>
            <p:cNvPr id="536" name="Group 40"/>
            <p:cNvGrpSpPr>
              <a:grpSpLocks/>
            </p:cNvGrpSpPr>
            <p:nvPr userDrawn="1"/>
          </p:nvGrpSpPr>
          <p:grpSpPr bwMode="auto">
            <a:xfrm>
              <a:off x="630212" y="1241425"/>
              <a:ext cx="8639226" cy="5472113"/>
              <a:chOff x="397" y="737"/>
              <a:chExt cx="5443" cy="3447"/>
            </a:xfrm>
          </p:grpSpPr>
          <p:sp>
            <p:nvSpPr>
              <p:cNvPr id="537" name="Line 41"/>
              <p:cNvSpPr>
                <a:spLocks noChangeShapeType="1"/>
              </p:cNvSpPr>
              <p:nvPr userDrawn="1"/>
            </p:nvSpPr>
            <p:spPr bwMode="gray">
              <a:xfrm>
                <a:off x="4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38" name="Line 42"/>
              <p:cNvSpPr>
                <a:spLocks noChangeShapeType="1"/>
              </p:cNvSpPr>
              <p:nvPr userDrawn="1"/>
            </p:nvSpPr>
            <p:spPr bwMode="gray">
              <a:xfrm>
                <a:off x="5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39" name="Line 43"/>
              <p:cNvSpPr>
                <a:spLocks noChangeShapeType="1"/>
              </p:cNvSpPr>
              <p:nvPr userDrawn="1"/>
            </p:nvSpPr>
            <p:spPr bwMode="gray">
              <a:xfrm>
                <a:off x="67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0" name="Line 44"/>
              <p:cNvSpPr>
                <a:spLocks noChangeShapeType="1"/>
              </p:cNvSpPr>
              <p:nvPr userDrawn="1"/>
            </p:nvSpPr>
            <p:spPr bwMode="gray">
              <a:xfrm>
                <a:off x="7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1" name="Line 45"/>
              <p:cNvSpPr>
                <a:spLocks noChangeShapeType="1"/>
              </p:cNvSpPr>
              <p:nvPr userDrawn="1"/>
            </p:nvSpPr>
            <p:spPr bwMode="gray">
              <a:xfrm>
                <a:off x="8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2" name="Line 46"/>
              <p:cNvSpPr>
                <a:spLocks noChangeShapeType="1"/>
              </p:cNvSpPr>
              <p:nvPr userDrawn="1"/>
            </p:nvSpPr>
            <p:spPr bwMode="gray">
              <a:xfrm>
                <a:off x="9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3" name="Line 47"/>
              <p:cNvSpPr>
                <a:spLocks noChangeShapeType="1"/>
              </p:cNvSpPr>
              <p:nvPr userDrawn="1"/>
            </p:nvSpPr>
            <p:spPr bwMode="gray">
              <a:xfrm>
                <a:off x="103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4" name="Line 48"/>
              <p:cNvSpPr>
                <a:spLocks noChangeShapeType="1"/>
              </p:cNvSpPr>
              <p:nvPr userDrawn="1"/>
            </p:nvSpPr>
            <p:spPr bwMode="gray">
              <a:xfrm>
                <a:off x="11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5" name="Line 49"/>
              <p:cNvSpPr>
                <a:spLocks noChangeShapeType="1"/>
              </p:cNvSpPr>
              <p:nvPr userDrawn="1"/>
            </p:nvSpPr>
            <p:spPr bwMode="gray">
              <a:xfrm>
                <a:off x="12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6" name="Line 50"/>
              <p:cNvSpPr>
                <a:spLocks noChangeShapeType="1"/>
              </p:cNvSpPr>
              <p:nvPr userDrawn="1"/>
            </p:nvSpPr>
            <p:spPr bwMode="gray">
              <a:xfrm>
                <a:off x="130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7" name="Line 51"/>
              <p:cNvSpPr>
                <a:spLocks noChangeShapeType="1"/>
              </p:cNvSpPr>
              <p:nvPr userDrawn="1"/>
            </p:nvSpPr>
            <p:spPr bwMode="gray">
              <a:xfrm>
                <a:off x="13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8" name="Line 52"/>
              <p:cNvSpPr>
                <a:spLocks noChangeShapeType="1"/>
              </p:cNvSpPr>
              <p:nvPr userDrawn="1"/>
            </p:nvSpPr>
            <p:spPr bwMode="gray">
              <a:xfrm>
                <a:off x="14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49" name="Line 53"/>
              <p:cNvSpPr>
                <a:spLocks noChangeShapeType="1"/>
              </p:cNvSpPr>
              <p:nvPr userDrawn="1"/>
            </p:nvSpPr>
            <p:spPr bwMode="gray">
              <a:xfrm>
                <a:off x="15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0" name="Line 54"/>
              <p:cNvSpPr>
                <a:spLocks noChangeShapeType="1"/>
              </p:cNvSpPr>
              <p:nvPr userDrawn="1"/>
            </p:nvSpPr>
            <p:spPr bwMode="gray">
              <a:xfrm>
                <a:off x="166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1" name="Line 55"/>
              <p:cNvSpPr>
                <a:spLocks noChangeShapeType="1"/>
              </p:cNvSpPr>
              <p:nvPr userDrawn="1"/>
            </p:nvSpPr>
            <p:spPr bwMode="gray">
              <a:xfrm>
                <a:off x="17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2" name="Line 56"/>
              <p:cNvSpPr>
                <a:spLocks noChangeShapeType="1"/>
              </p:cNvSpPr>
              <p:nvPr userDrawn="1"/>
            </p:nvSpPr>
            <p:spPr bwMode="gray">
              <a:xfrm>
                <a:off x="18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3" name="Line 57"/>
              <p:cNvSpPr>
                <a:spLocks noChangeShapeType="1"/>
              </p:cNvSpPr>
              <p:nvPr userDrawn="1"/>
            </p:nvSpPr>
            <p:spPr bwMode="gray">
              <a:xfrm>
                <a:off x="19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4" name="Line 58"/>
              <p:cNvSpPr>
                <a:spLocks noChangeShapeType="1"/>
              </p:cNvSpPr>
              <p:nvPr userDrawn="1"/>
            </p:nvSpPr>
            <p:spPr bwMode="gray">
              <a:xfrm>
                <a:off x="203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5" name="Line 59"/>
              <p:cNvSpPr>
                <a:spLocks noChangeShapeType="1"/>
              </p:cNvSpPr>
              <p:nvPr userDrawn="1"/>
            </p:nvSpPr>
            <p:spPr bwMode="gray">
              <a:xfrm>
                <a:off x="212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6" name="Line 60"/>
              <p:cNvSpPr>
                <a:spLocks noChangeShapeType="1"/>
              </p:cNvSpPr>
              <p:nvPr userDrawn="1"/>
            </p:nvSpPr>
            <p:spPr bwMode="gray">
              <a:xfrm>
                <a:off x="221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7" name="Line 61"/>
              <p:cNvSpPr>
                <a:spLocks noChangeShapeType="1"/>
              </p:cNvSpPr>
              <p:nvPr userDrawn="1"/>
            </p:nvSpPr>
            <p:spPr bwMode="gray">
              <a:xfrm>
                <a:off x="230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8" name="Line 62"/>
              <p:cNvSpPr>
                <a:spLocks noChangeShapeType="1"/>
              </p:cNvSpPr>
              <p:nvPr userDrawn="1"/>
            </p:nvSpPr>
            <p:spPr bwMode="gray">
              <a:xfrm>
                <a:off x="239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59" name="Line 63"/>
              <p:cNvSpPr>
                <a:spLocks noChangeShapeType="1"/>
              </p:cNvSpPr>
              <p:nvPr userDrawn="1"/>
            </p:nvSpPr>
            <p:spPr bwMode="gray">
              <a:xfrm>
                <a:off x="248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0" name="Line 64"/>
              <p:cNvSpPr>
                <a:spLocks noChangeShapeType="1"/>
              </p:cNvSpPr>
              <p:nvPr userDrawn="1"/>
            </p:nvSpPr>
            <p:spPr bwMode="gray">
              <a:xfrm>
                <a:off x="257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1" name="Line 65"/>
              <p:cNvSpPr>
                <a:spLocks noChangeShapeType="1"/>
              </p:cNvSpPr>
              <p:nvPr userDrawn="1"/>
            </p:nvSpPr>
            <p:spPr bwMode="gray">
              <a:xfrm>
                <a:off x="266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2" name="Line 66"/>
              <p:cNvSpPr>
                <a:spLocks noChangeShapeType="1"/>
              </p:cNvSpPr>
              <p:nvPr userDrawn="1"/>
            </p:nvSpPr>
            <p:spPr bwMode="gray">
              <a:xfrm>
                <a:off x="275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3" name="Line 67"/>
              <p:cNvSpPr>
                <a:spLocks noChangeShapeType="1"/>
              </p:cNvSpPr>
              <p:nvPr userDrawn="1"/>
            </p:nvSpPr>
            <p:spPr bwMode="gray">
              <a:xfrm>
                <a:off x="284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4" name="Line 68"/>
              <p:cNvSpPr>
                <a:spLocks noChangeShapeType="1"/>
              </p:cNvSpPr>
              <p:nvPr userDrawn="1"/>
            </p:nvSpPr>
            <p:spPr bwMode="gray">
              <a:xfrm>
                <a:off x="293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5" name="Line 69"/>
              <p:cNvSpPr>
                <a:spLocks noChangeShapeType="1"/>
              </p:cNvSpPr>
              <p:nvPr userDrawn="1"/>
            </p:nvSpPr>
            <p:spPr bwMode="gray">
              <a:xfrm>
                <a:off x="302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6" name="Line 70"/>
              <p:cNvSpPr>
                <a:spLocks noChangeShapeType="1"/>
              </p:cNvSpPr>
              <p:nvPr userDrawn="1"/>
            </p:nvSpPr>
            <p:spPr bwMode="gray">
              <a:xfrm>
                <a:off x="320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7" name="Line 71"/>
              <p:cNvSpPr>
                <a:spLocks noChangeShapeType="1"/>
              </p:cNvSpPr>
              <p:nvPr userDrawn="1"/>
            </p:nvSpPr>
            <p:spPr bwMode="gray">
              <a:xfrm>
                <a:off x="329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8" name="Line 72"/>
              <p:cNvSpPr>
                <a:spLocks noChangeShapeType="1"/>
              </p:cNvSpPr>
              <p:nvPr userDrawn="1"/>
            </p:nvSpPr>
            <p:spPr bwMode="gray">
              <a:xfrm>
                <a:off x="339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69" name="Line 73"/>
              <p:cNvSpPr>
                <a:spLocks noChangeShapeType="1"/>
              </p:cNvSpPr>
              <p:nvPr userDrawn="1"/>
            </p:nvSpPr>
            <p:spPr bwMode="gray">
              <a:xfrm>
                <a:off x="348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0" name="Line 74"/>
              <p:cNvSpPr>
                <a:spLocks noChangeShapeType="1"/>
              </p:cNvSpPr>
              <p:nvPr userDrawn="1"/>
            </p:nvSpPr>
            <p:spPr bwMode="gray">
              <a:xfrm>
                <a:off x="357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1" name="Line 75"/>
              <p:cNvSpPr>
                <a:spLocks noChangeShapeType="1"/>
              </p:cNvSpPr>
              <p:nvPr userDrawn="1"/>
            </p:nvSpPr>
            <p:spPr bwMode="gray">
              <a:xfrm>
                <a:off x="366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2" name="Line 76"/>
              <p:cNvSpPr>
                <a:spLocks noChangeShapeType="1"/>
              </p:cNvSpPr>
              <p:nvPr userDrawn="1"/>
            </p:nvSpPr>
            <p:spPr bwMode="gray">
              <a:xfrm>
                <a:off x="375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3" name="Line 77"/>
              <p:cNvSpPr>
                <a:spLocks noChangeShapeType="1"/>
              </p:cNvSpPr>
              <p:nvPr userDrawn="1"/>
            </p:nvSpPr>
            <p:spPr bwMode="gray">
              <a:xfrm>
                <a:off x="384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4" name="Line 78"/>
              <p:cNvSpPr>
                <a:spLocks noChangeShapeType="1"/>
              </p:cNvSpPr>
              <p:nvPr userDrawn="1"/>
            </p:nvSpPr>
            <p:spPr bwMode="gray">
              <a:xfrm>
                <a:off x="393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5" name="Line 79"/>
              <p:cNvSpPr>
                <a:spLocks noChangeShapeType="1"/>
              </p:cNvSpPr>
              <p:nvPr userDrawn="1"/>
            </p:nvSpPr>
            <p:spPr bwMode="gray">
              <a:xfrm>
                <a:off x="402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6" name="Line 80"/>
              <p:cNvSpPr>
                <a:spLocks noChangeShapeType="1"/>
              </p:cNvSpPr>
              <p:nvPr userDrawn="1"/>
            </p:nvSpPr>
            <p:spPr bwMode="gray">
              <a:xfrm>
                <a:off x="411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7" name="Line 81"/>
              <p:cNvSpPr>
                <a:spLocks noChangeShapeType="1"/>
              </p:cNvSpPr>
              <p:nvPr userDrawn="1"/>
            </p:nvSpPr>
            <p:spPr bwMode="gray">
              <a:xfrm>
                <a:off x="420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8" name="Line 82"/>
              <p:cNvSpPr>
                <a:spLocks noChangeShapeType="1"/>
              </p:cNvSpPr>
              <p:nvPr userDrawn="1"/>
            </p:nvSpPr>
            <p:spPr bwMode="gray">
              <a:xfrm>
                <a:off x="42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79" name="Line 83"/>
              <p:cNvSpPr>
                <a:spLocks noChangeShapeType="1"/>
              </p:cNvSpPr>
              <p:nvPr userDrawn="1"/>
            </p:nvSpPr>
            <p:spPr bwMode="gray">
              <a:xfrm>
                <a:off x="438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0" name="Line 84"/>
              <p:cNvSpPr>
                <a:spLocks noChangeShapeType="1"/>
              </p:cNvSpPr>
              <p:nvPr userDrawn="1"/>
            </p:nvSpPr>
            <p:spPr bwMode="gray">
              <a:xfrm>
                <a:off x="447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1" name="Line 85"/>
              <p:cNvSpPr>
                <a:spLocks noChangeShapeType="1"/>
              </p:cNvSpPr>
              <p:nvPr userDrawn="1"/>
            </p:nvSpPr>
            <p:spPr bwMode="gray">
              <a:xfrm>
                <a:off x="456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2" name="Line 86"/>
              <p:cNvSpPr>
                <a:spLocks noChangeShapeType="1"/>
              </p:cNvSpPr>
              <p:nvPr userDrawn="1"/>
            </p:nvSpPr>
            <p:spPr bwMode="gray">
              <a:xfrm>
                <a:off x="466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3" name="Line 87"/>
              <p:cNvSpPr>
                <a:spLocks noChangeShapeType="1"/>
              </p:cNvSpPr>
              <p:nvPr userDrawn="1"/>
            </p:nvSpPr>
            <p:spPr bwMode="gray">
              <a:xfrm>
                <a:off x="4751"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4" name="Line 88"/>
              <p:cNvSpPr>
                <a:spLocks noChangeShapeType="1"/>
              </p:cNvSpPr>
              <p:nvPr userDrawn="1"/>
            </p:nvSpPr>
            <p:spPr bwMode="gray">
              <a:xfrm>
                <a:off x="484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5" name="Line 89"/>
              <p:cNvSpPr>
                <a:spLocks noChangeShapeType="1"/>
              </p:cNvSpPr>
              <p:nvPr userDrawn="1"/>
            </p:nvSpPr>
            <p:spPr bwMode="gray">
              <a:xfrm>
                <a:off x="4932"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6" name="Line 90"/>
              <p:cNvSpPr>
                <a:spLocks noChangeShapeType="1"/>
              </p:cNvSpPr>
              <p:nvPr userDrawn="1"/>
            </p:nvSpPr>
            <p:spPr bwMode="gray">
              <a:xfrm>
                <a:off x="5023"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7" name="Line 91"/>
              <p:cNvSpPr>
                <a:spLocks noChangeShapeType="1"/>
              </p:cNvSpPr>
              <p:nvPr userDrawn="1"/>
            </p:nvSpPr>
            <p:spPr bwMode="gray">
              <a:xfrm>
                <a:off x="511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8" name="Line 92"/>
              <p:cNvSpPr>
                <a:spLocks noChangeShapeType="1"/>
              </p:cNvSpPr>
              <p:nvPr userDrawn="1"/>
            </p:nvSpPr>
            <p:spPr bwMode="gray">
              <a:xfrm>
                <a:off x="5204"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89" name="Line 93"/>
              <p:cNvSpPr>
                <a:spLocks noChangeShapeType="1"/>
              </p:cNvSpPr>
              <p:nvPr userDrawn="1"/>
            </p:nvSpPr>
            <p:spPr bwMode="gray">
              <a:xfrm>
                <a:off x="5295"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0" name="Line 94"/>
              <p:cNvSpPr>
                <a:spLocks noChangeShapeType="1"/>
              </p:cNvSpPr>
              <p:nvPr userDrawn="1"/>
            </p:nvSpPr>
            <p:spPr bwMode="gray">
              <a:xfrm>
                <a:off x="5386"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1" name="Line 95"/>
              <p:cNvSpPr>
                <a:spLocks noChangeShapeType="1"/>
              </p:cNvSpPr>
              <p:nvPr userDrawn="1"/>
            </p:nvSpPr>
            <p:spPr bwMode="gray">
              <a:xfrm>
                <a:off x="547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2" name="Line 96"/>
              <p:cNvSpPr>
                <a:spLocks noChangeShapeType="1"/>
              </p:cNvSpPr>
              <p:nvPr userDrawn="1"/>
            </p:nvSpPr>
            <p:spPr bwMode="gray">
              <a:xfrm>
                <a:off x="556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3" name="Line 97"/>
              <p:cNvSpPr>
                <a:spLocks noChangeShapeType="1"/>
              </p:cNvSpPr>
              <p:nvPr userDrawn="1"/>
            </p:nvSpPr>
            <p:spPr bwMode="gray">
              <a:xfrm>
                <a:off x="5658"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4" name="Line 98"/>
              <p:cNvSpPr>
                <a:spLocks noChangeShapeType="1"/>
              </p:cNvSpPr>
              <p:nvPr userDrawn="1"/>
            </p:nvSpPr>
            <p:spPr bwMode="gray">
              <a:xfrm>
                <a:off x="5749"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5" name="Line 99"/>
              <p:cNvSpPr>
                <a:spLocks noChangeShapeType="1"/>
              </p:cNvSpPr>
              <p:nvPr userDrawn="1"/>
            </p:nvSpPr>
            <p:spPr bwMode="gray">
              <a:xfrm>
                <a:off x="397"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sp>
            <p:nvSpPr>
              <p:cNvPr id="596" name="Line 100"/>
              <p:cNvSpPr>
                <a:spLocks noChangeShapeType="1"/>
              </p:cNvSpPr>
              <p:nvPr userDrawn="1"/>
            </p:nvSpPr>
            <p:spPr bwMode="gray">
              <a:xfrm>
                <a:off x="5840" y="737"/>
                <a:ext cx="0" cy="3447"/>
              </a:xfrm>
              <a:prstGeom prst="line">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1201"/>
              </a:p>
            </p:txBody>
          </p:sp>
        </p:grpSp>
      </p:grpSp>
    </p:spTree>
    <p:extLst>
      <p:ext uri="{BB962C8B-B14F-4D97-AF65-F5344CB8AC3E}">
        <p14:creationId xmlns:p14="http://schemas.microsoft.com/office/powerpoint/2010/main" val="2241502781"/>
      </p:ext>
    </p:extLst>
  </p:cSld>
  <p:clrMap bg1="lt1" tx1="dk1" bg2="lt2" tx2="dk2" accent1="accent1" accent2="accent2" accent3="accent3" accent4="accent4" accent5="accent5" accent6="accent6" hlink="hlink" folHlink="folHlink"/>
  <p:sldLayoutIdLst>
    <p:sldLayoutId id="2147488076" r:id="rId1"/>
    <p:sldLayoutId id="2147488077" r:id="rId2"/>
    <p:sldLayoutId id="2147488078" r:id="rId3"/>
    <p:sldLayoutId id="2147488079" r:id="rId4"/>
    <p:sldLayoutId id="2147488080" r:id="rId5"/>
    <p:sldLayoutId id="2147488081" r:id="rId6"/>
  </p:sldLayoutIdLst>
  <p:hf hdr="0" ftr="0" dt="0"/>
  <p:txStyles>
    <p:titleStyle>
      <a:lvl1pPr algn="l" defTabSz="987919" rtl="0" eaLnBrk="1" fontAlgn="base" hangingPunct="1">
        <a:spcBef>
          <a:spcPct val="0"/>
        </a:spcBef>
        <a:spcAft>
          <a:spcPct val="0"/>
        </a:spcAft>
        <a:defRPr kumimoji="1" lang="ja-JP" altLang="en-US" sz="2401" b="1" kern="1200" baseline="0">
          <a:solidFill>
            <a:srgbClr val="000000"/>
          </a:solidFill>
          <a:latin typeface="ＭＳ Ｐゴシック" pitchFamily="50" charset="-128"/>
          <a:ea typeface="ＭＳ Ｐゴシック" pitchFamily="50" charset="-128"/>
          <a:cs typeface="+mj-cs"/>
        </a:defRPr>
      </a:lvl1pPr>
      <a:lvl2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2pPr>
      <a:lvl3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3pPr>
      <a:lvl4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4pPr>
      <a:lvl5pPr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5pPr>
      <a:lvl6pPr marL="457429"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6pPr>
      <a:lvl7pPr marL="914857"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7pPr>
      <a:lvl8pPr marL="1372286"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8pPr>
      <a:lvl9pPr marL="1829714"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9pPr>
    </p:titleStyle>
    <p:bodyStyle>
      <a:lvl1pPr marL="200125" marR="0" indent="-200125" algn="l" defTabSz="987919" rtl="0" eaLnBrk="1" fontAlgn="ctr" latinLnBrk="0" hangingPunct="1">
        <a:lnSpc>
          <a:spcPct val="125000"/>
        </a:lnSpc>
        <a:spcBef>
          <a:spcPts val="1351"/>
        </a:spcBef>
        <a:spcAft>
          <a:spcPct val="0"/>
        </a:spcAft>
        <a:buClr>
          <a:srgbClr val="004831"/>
        </a:buClr>
        <a:buSzTx/>
        <a:buFont typeface="Wingdings" pitchFamily="2" charset="2"/>
        <a:buChar char="l"/>
        <a:tabLst/>
        <a:defRPr kumimoji="1" lang="ja-JP" altLang="en-US" sz="1401" kern="1200" dirty="0">
          <a:solidFill>
            <a:srgbClr val="000000"/>
          </a:solidFill>
          <a:latin typeface="ＭＳ Ｐゴシック" pitchFamily="50" charset="-128"/>
          <a:ea typeface="ＭＳ Ｐゴシック" pitchFamily="50" charset="-128"/>
          <a:cs typeface="+mn-cs"/>
        </a:defRPr>
      </a:lvl1pPr>
      <a:lvl2pPr marL="420898" marR="0" indent="-182654" algn="l" defTabSz="987919" rtl="0" eaLnBrk="1" fontAlgn="ctr" latinLnBrk="0" hangingPunct="1">
        <a:lnSpc>
          <a:spcPct val="125000"/>
        </a:lnSpc>
        <a:spcBef>
          <a:spcPct val="20000"/>
        </a:spcBef>
        <a:spcAft>
          <a:spcPct val="0"/>
        </a:spcAft>
        <a:buClr>
          <a:srgbClr val="C4D700"/>
        </a:buClr>
        <a:buSzPct val="90000"/>
        <a:buFont typeface="Wingdings" pitchFamily="2" charset="2"/>
        <a:buChar char="l"/>
        <a:tabLst/>
        <a:defRPr kumimoji="1" lang="ja-JP" altLang="en-US" sz="1201" kern="1200" dirty="0">
          <a:solidFill>
            <a:srgbClr val="000000"/>
          </a:solidFill>
          <a:latin typeface="ＭＳ Ｐゴシック" pitchFamily="50" charset="-128"/>
          <a:ea typeface="ＭＳ Ｐゴシック" pitchFamily="50" charset="-128"/>
          <a:cs typeface="+mn-cs"/>
        </a:defRPr>
      </a:lvl2pPr>
      <a:lvl3pPr marL="421411" marR="0" indent="0" algn="l" defTabSz="987919" rtl="0" eaLnBrk="1" fontAlgn="ctr" latinLnBrk="0" hangingPunct="1">
        <a:lnSpc>
          <a:spcPct val="125000"/>
        </a:lnSpc>
        <a:spcBef>
          <a:spcPts val="288"/>
        </a:spcBef>
        <a:spcAft>
          <a:spcPct val="0"/>
        </a:spcAft>
        <a:buClrTx/>
        <a:buSzTx/>
        <a:buFontTx/>
        <a:buNone/>
        <a:tabLst/>
        <a:defRPr kumimoji="1" lang="ja-JP" altLang="en-US" sz="1201" kern="1200" dirty="0">
          <a:solidFill>
            <a:srgbClr val="000000"/>
          </a:solidFill>
          <a:latin typeface="ＭＳ Ｐゴシック" pitchFamily="50" charset="-128"/>
          <a:ea typeface="ＭＳ Ｐゴシック" pitchFamily="50" charset="-128"/>
          <a:cs typeface="+mn-cs"/>
        </a:defRPr>
      </a:lvl3pPr>
      <a:lvl4pPr marL="603552" marR="0" indent="-128652" algn="l" defTabSz="987919" rtl="0" eaLnBrk="1" fontAlgn="ctr" latinLnBrk="0" hangingPunct="1">
        <a:lnSpc>
          <a:spcPct val="125000"/>
        </a:lnSpc>
        <a:spcBef>
          <a:spcPts val="263"/>
        </a:spcBef>
        <a:spcAft>
          <a:spcPct val="0"/>
        </a:spcAft>
        <a:buClr>
          <a:srgbClr val="A2A2A2"/>
        </a:buClr>
        <a:buSzPct val="70000"/>
        <a:buFont typeface="Wingdings" pitchFamily="2" charset="2"/>
        <a:buChar char="l"/>
        <a:tabLst/>
        <a:defRPr kumimoji="1" lang="ja-JP" altLang="en-US" sz="1101" kern="1200" dirty="0">
          <a:solidFill>
            <a:srgbClr val="000000"/>
          </a:solidFill>
          <a:latin typeface="ＭＳ Ｐゴシック" pitchFamily="50" charset="-128"/>
          <a:ea typeface="ＭＳ Ｐゴシック" pitchFamily="50" charset="-128"/>
          <a:cs typeface="+mn-cs"/>
        </a:defRPr>
      </a:lvl4pPr>
      <a:lvl5pPr marL="603552" marR="0" indent="0" algn="l" defTabSz="987919" rtl="0" eaLnBrk="1" fontAlgn="ctr" latinLnBrk="0" hangingPunct="1">
        <a:lnSpc>
          <a:spcPct val="125000"/>
        </a:lnSpc>
        <a:spcBef>
          <a:spcPts val="263"/>
        </a:spcBef>
        <a:spcAft>
          <a:spcPct val="0"/>
        </a:spcAft>
        <a:buClr>
          <a:srgbClr val="A2A2A2"/>
        </a:buClr>
        <a:buSzPct val="70000"/>
        <a:buFont typeface="Wingdings" pitchFamily="2" charset="2"/>
        <a:buNone/>
        <a:tabLst/>
        <a:defRPr kumimoji="1" lang="ja-JP" altLang="en-US" sz="1101" kern="1200" dirty="0">
          <a:solidFill>
            <a:srgbClr val="000000"/>
          </a:solidFill>
          <a:latin typeface="ＭＳ Ｐゴシック" pitchFamily="50" charset="-128"/>
          <a:ea typeface="ＭＳ Ｐゴシック" pitchFamily="50" charset="-128"/>
          <a:cs typeface="+mn-cs"/>
        </a:defRPr>
      </a:lvl5pPr>
      <a:lvl6pPr marL="792396" marR="0" indent="-126063"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ＭＳ Ｐゴシック" pitchFamily="50" charset="-128"/>
          <a:ea typeface="ＭＳ Ｐゴシック" pitchFamily="50" charset="-128"/>
          <a:cs typeface="+mn-cs"/>
        </a:defRPr>
      </a:lvl6pPr>
      <a:lvl7pPr marL="792396"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ＭＳ Ｐゴシック" pitchFamily="50" charset="-128"/>
          <a:ea typeface="ＭＳ Ｐゴシック" pitchFamily="50" charset="-128"/>
          <a:cs typeface="+mn-cs"/>
        </a:defRPr>
      </a:lvl7pPr>
      <a:lvl8pPr marL="954477" marR="0" indent="-108054"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ＭＳ Ｐゴシック" pitchFamily="50" charset="-128"/>
          <a:ea typeface="ＭＳ Ｐゴシック" pitchFamily="50" charset="-128"/>
          <a:cs typeface="+mn-cs"/>
        </a:defRPr>
      </a:lvl8pPr>
      <a:lvl9pPr marL="954477"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ＭＳ Ｐゴシック" pitchFamily="50" charset="-128"/>
          <a:ea typeface="ＭＳ Ｐゴシック" pitchFamily="50" charset="-128"/>
          <a:cs typeface="+mn-cs"/>
        </a:defRPr>
      </a:lvl9pPr>
    </p:bodyStyle>
    <p:otherStyle>
      <a:defPPr>
        <a:defRPr lang="ja-JP"/>
      </a:defPPr>
      <a:lvl1pPr marL="0" algn="l" defTabSz="987955" rtl="0" eaLnBrk="1" latinLnBrk="0" hangingPunct="1">
        <a:defRPr kumimoji="1" sz="1201" kern="1200">
          <a:solidFill>
            <a:schemeClr val="tx1"/>
          </a:solidFill>
          <a:latin typeface="+mn-lt"/>
          <a:ea typeface="+mn-ea"/>
          <a:cs typeface="+mn-cs"/>
        </a:defRPr>
      </a:lvl1pPr>
      <a:lvl2pPr marL="493977" algn="l" defTabSz="987955" rtl="0" eaLnBrk="1" latinLnBrk="0" hangingPunct="1">
        <a:defRPr kumimoji="1" sz="1201" kern="1200">
          <a:solidFill>
            <a:schemeClr val="tx1"/>
          </a:solidFill>
          <a:latin typeface="+mn-lt"/>
          <a:ea typeface="+mn-ea"/>
          <a:cs typeface="+mn-cs"/>
        </a:defRPr>
      </a:lvl2pPr>
      <a:lvl3pPr marL="987955" algn="l" defTabSz="987955" rtl="0" eaLnBrk="1" latinLnBrk="0" hangingPunct="1">
        <a:defRPr kumimoji="1" sz="1201" kern="1200">
          <a:solidFill>
            <a:schemeClr val="tx1"/>
          </a:solidFill>
          <a:latin typeface="+mn-lt"/>
          <a:ea typeface="+mn-ea"/>
          <a:cs typeface="+mn-cs"/>
        </a:defRPr>
      </a:lvl3pPr>
      <a:lvl4pPr marL="1481932" algn="l" defTabSz="987955" rtl="0" eaLnBrk="1" latinLnBrk="0" hangingPunct="1">
        <a:defRPr kumimoji="1" sz="1201" kern="1200">
          <a:solidFill>
            <a:schemeClr val="tx1"/>
          </a:solidFill>
          <a:latin typeface="+mn-lt"/>
          <a:ea typeface="+mn-ea"/>
          <a:cs typeface="+mn-cs"/>
        </a:defRPr>
      </a:lvl4pPr>
      <a:lvl5pPr marL="1975908" algn="l" defTabSz="987955" rtl="0" eaLnBrk="1" latinLnBrk="0" hangingPunct="1">
        <a:defRPr kumimoji="1" sz="1201" kern="1200">
          <a:solidFill>
            <a:schemeClr val="tx1"/>
          </a:solidFill>
          <a:latin typeface="+mn-lt"/>
          <a:ea typeface="+mn-ea"/>
          <a:cs typeface="+mn-cs"/>
        </a:defRPr>
      </a:lvl5pPr>
      <a:lvl6pPr marL="2469885" algn="l" defTabSz="987955" rtl="0" eaLnBrk="1" latinLnBrk="0" hangingPunct="1">
        <a:defRPr kumimoji="1" sz="1201" kern="1200">
          <a:solidFill>
            <a:schemeClr val="tx1"/>
          </a:solidFill>
          <a:latin typeface="+mn-lt"/>
          <a:ea typeface="+mn-ea"/>
          <a:cs typeface="+mn-cs"/>
        </a:defRPr>
      </a:lvl6pPr>
      <a:lvl7pPr marL="2963863" algn="l" defTabSz="987955" rtl="0" eaLnBrk="1" latinLnBrk="0" hangingPunct="1">
        <a:defRPr kumimoji="1" sz="1201" kern="1200">
          <a:solidFill>
            <a:schemeClr val="tx1"/>
          </a:solidFill>
          <a:latin typeface="+mn-lt"/>
          <a:ea typeface="+mn-ea"/>
          <a:cs typeface="+mn-cs"/>
        </a:defRPr>
      </a:lvl7pPr>
      <a:lvl8pPr marL="3457840" algn="l" defTabSz="987955" rtl="0" eaLnBrk="1" latinLnBrk="0" hangingPunct="1">
        <a:defRPr kumimoji="1" sz="1201" kern="1200">
          <a:solidFill>
            <a:schemeClr val="tx1"/>
          </a:solidFill>
          <a:latin typeface="+mn-lt"/>
          <a:ea typeface="+mn-ea"/>
          <a:cs typeface="+mn-cs"/>
        </a:defRPr>
      </a:lvl8pPr>
      <a:lvl9pPr marL="3951817" algn="l" defTabSz="987955" rtl="0" eaLnBrk="1" latinLnBrk="0" hangingPunct="1">
        <a:defRPr kumimoji="1" sz="1201"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181281" y="6603945"/>
            <a:ext cx="779381"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/5</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Tree>
    <p:extLst>
      <p:ext uri="{BB962C8B-B14F-4D97-AF65-F5344CB8AC3E}">
        <p14:creationId xmlns:p14="http://schemas.microsoft.com/office/powerpoint/2010/main" val="3459824512"/>
      </p:ext>
    </p:extLst>
  </p:cSld>
  <p:clrMap bg1="lt1" tx1="dk1" bg2="lt2" tx2="dk2" accent1="accent1" accent2="accent2" accent3="accent3" accent4="accent4" accent5="accent5" accent6="accent6" hlink="hlink" folHlink="folHlink"/>
  <p:sldLayoutIdLst>
    <p:sldLayoutId id="2147488083" r:id="rId1"/>
    <p:sldLayoutId id="2147488084" r:id="rId2"/>
    <p:sldLayoutId id="2147488085" r:id="rId3"/>
    <p:sldLayoutId id="2147488086" r:id="rId4"/>
    <p:sldLayoutId id="2147488087" r:id="rId5"/>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61427AD-59E9-4BC4-AC87-29A8DD57C211}"/>
              </a:ext>
            </a:extLst>
          </p:cNvPr>
          <p:cNvSpPr>
            <a:spLocks noChangeArrowheads="1"/>
          </p:cNvSpPr>
          <p:nvPr/>
        </p:nvSpPr>
        <p:spPr bwMode="auto">
          <a:xfrm>
            <a:off x="194471" y="819289"/>
            <a:ext cx="9546429" cy="49857"/>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5" name="Rectangle 12">
            <a:extLst>
              <a:ext uri="{FF2B5EF4-FFF2-40B4-BE49-F238E27FC236}">
                <a16:creationId xmlns:a16="http://schemas.microsoft.com/office/drawing/2014/main" id="{6E08E8B8-0013-4E41-A5D3-84C1A91A2D2A}"/>
              </a:ext>
            </a:extLst>
          </p:cNvPr>
          <p:cNvSpPr>
            <a:spLocks noChangeArrowheads="1"/>
          </p:cNvSpPr>
          <p:nvPr/>
        </p:nvSpPr>
        <p:spPr bwMode="auto">
          <a:xfrm>
            <a:off x="194471" y="647769"/>
            <a:ext cx="147955"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6" name="Rectangle 13">
            <a:extLst>
              <a:ext uri="{FF2B5EF4-FFF2-40B4-BE49-F238E27FC236}">
                <a16:creationId xmlns:a16="http://schemas.microsoft.com/office/drawing/2014/main" id="{91FADBAF-C3FB-44F2-BC55-D0655E00E509}"/>
              </a:ext>
            </a:extLst>
          </p:cNvPr>
          <p:cNvSpPr>
            <a:spLocks noChangeArrowheads="1"/>
          </p:cNvSpPr>
          <p:nvPr/>
        </p:nvSpPr>
        <p:spPr bwMode="auto">
          <a:xfrm>
            <a:off x="194471" y="476250"/>
            <a:ext cx="14795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7" name="Text Box 21">
            <a:extLst>
              <a:ext uri="{FF2B5EF4-FFF2-40B4-BE49-F238E27FC236}">
                <a16:creationId xmlns:a16="http://schemas.microsoft.com/office/drawing/2014/main" id="{A66AC57F-6831-4681-A36D-F04E94C5ABEB}"/>
              </a:ext>
            </a:extLst>
          </p:cNvPr>
          <p:cNvSpPr txBox="1">
            <a:spLocks noChangeArrowheads="1"/>
          </p:cNvSpPr>
          <p:nvPr/>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p:nvSpPr>
        <p:spPr bwMode="auto">
          <a:xfrm>
            <a:off x="9125176" y="6603945"/>
            <a:ext cx="891591"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/13</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0" name="Picture 14" descr="日本総研">
            <a:extLst>
              <a:ext uri="{FF2B5EF4-FFF2-40B4-BE49-F238E27FC236}">
                <a16:creationId xmlns:a16="http://schemas.microsoft.com/office/drawing/2014/main" id="{AE9794D4-7F8E-4269-BF6E-ECC8C85427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2694" y="8164"/>
            <a:ext cx="1473840" cy="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0146608"/>
      </p:ext>
    </p:extLst>
  </p:cSld>
  <p:clrMap bg1="lt1" tx1="dk1" bg2="lt2" tx2="dk2" accent1="accent1" accent2="accent2" accent3="accent3" accent4="accent4" accent5="accent5" accent6="accent6" hlink="hlink" folHlink="folHlink"/>
  <p:sldLayoutIdLst>
    <p:sldLayoutId id="2147488094" r:id="rId1"/>
    <p:sldLayoutId id="2147488095" r:id="rId2"/>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gray">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7" name="テキスト プレースホルダー 1"/>
          <p:cNvSpPr>
            <a:spLocks noGrp="1"/>
          </p:cNvSpPr>
          <p:nvPr>
            <p:ph type="body" idx="1"/>
          </p:nvPr>
        </p:nvSpPr>
        <p:spPr bwMode="gray">
          <a:xfrm>
            <a:off x="233892" y="980025"/>
            <a:ext cx="9438218" cy="5137151"/>
          </a:xfrm>
          <a:prstGeom prst="rect">
            <a:avLst/>
          </a:prstGeom>
        </p:spPr>
        <p:txBody>
          <a:bodyPr vert="horz" lIns="91440" tIns="45720" rIns="91440" bIns="45720" rtlCol="0">
            <a:noAutofit/>
          </a:bodyPr>
          <a:lstStyle/>
          <a:p>
            <a:pPr marL="357690" lvl="0" indent="-357690" defTabSz="914400" latinLnBrk="0">
              <a:spcBef>
                <a:spcPts val="480"/>
              </a:spcBef>
            </a:pPr>
            <a:r>
              <a:rPr kumimoji="1" lang="ja-JP" altLang="en-US"/>
              <a:t>マスター テキストの書式設定</a:t>
            </a:r>
          </a:p>
          <a:p>
            <a:pPr marL="598973" lvl="1" indent="-241283">
              <a:spcBef>
                <a:spcPts val="432"/>
              </a:spcBef>
            </a:pPr>
            <a:r>
              <a:rPr kumimoji="1" lang="ja-JP" altLang="en-US"/>
              <a:t>第 </a:t>
            </a:r>
            <a:r>
              <a:rPr kumimoji="1" lang="en-US" altLang="ja-JP"/>
              <a:t>2 </a:t>
            </a:r>
            <a:r>
              <a:rPr kumimoji="1" lang="ja-JP" altLang="en-US"/>
              <a:t>レベル</a:t>
            </a:r>
          </a:p>
          <a:p>
            <a:pPr marL="723600" lvl="2" indent="-122400">
              <a:spcBef>
                <a:spcPts val="384"/>
              </a:spcBef>
            </a:pPr>
            <a:r>
              <a:rPr kumimoji="1" lang="ja-JP" altLang="en-US"/>
              <a:t>第 </a:t>
            </a:r>
            <a:r>
              <a:rPr kumimoji="1" lang="en-US" altLang="ja-JP"/>
              <a:t>3 </a:t>
            </a:r>
            <a:r>
              <a:rPr kumimoji="1" lang="ja-JP" altLang="en-US"/>
              <a:t>レベル</a:t>
            </a:r>
          </a:p>
          <a:p>
            <a:pPr marL="838138" lvl="3" indent="-118525">
              <a:spcBef>
                <a:spcPts val="336"/>
              </a:spcBef>
            </a:pPr>
            <a:r>
              <a:rPr kumimoji="1" lang="ja-JP" altLang="en-US"/>
              <a:t>第 </a:t>
            </a:r>
            <a:r>
              <a:rPr kumimoji="1" lang="en-US" altLang="ja-JP"/>
              <a:t>4 </a:t>
            </a:r>
            <a:r>
              <a:rPr kumimoji="1" lang="ja-JP" altLang="en-US"/>
              <a:t>レベル</a:t>
            </a:r>
            <a:endParaRPr kumimoji="1" lang="en-US" altLang="ja-JP"/>
          </a:p>
          <a:p>
            <a:pPr marL="836022" lvl="4" eaLnBrk="0" hangingPunct="0"/>
            <a:r>
              <a:rPr kumimoji="1" lang="ja-JP" altLang="en-US"/>
              <a:t>文章を入力</a:t>
            </a:r>
            <a:endParaRPr kumimoji="1" lang="en-US" altLang="ja-JP"/>
          </a:p>
        </p:txBody>
      </p:sp>
      <p:sp>
        <p:nvSpPr>
          <p:cNvPr id="10" name="Credit"/>
          <p:cNvSpPr txBox="1">
            <a:spLocks/>
          </p:cNvSpPr>
          <p:nvPr userDrawn="1"/>
        </p:nvSpPr>
        <p:spPr bwMode="gray">
          <a:xfrm>
            <a:off x="550100" y="6504594"/>
            <a:ext cx="150849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ja-JP"/>
            </a:defPPr>
            <a:lvl1pPr algn="l" rtl="0" fontAlgn="base">
              <a:spcBef>
                <a:spcPct val="0"/>
              </a:spcBef>
              <a:spcAft>
                <a:spcPct val="0"/>
              </a:spcAft>
              <a:defRPr kumimoji="1" sz="800" b="1" kern="1200">
                <a:solidFill>
                  <a:schemeClr val="tx1"/>
                </a:solidFill>
                <a:latin typeface="Arial" charset="0"/>
                <a:ea typeface="HGP創英角ｺﾞｼｯｸUB" pitchFamily="50" charset="-128"/>
                <a:cs typeface="+mn-cs"/>
              </a:defRPr>
            </a:lvl1pPr>
            <a:lvl2pPr marL="457200" algn="l" rtl="0" fontAlgn="base">
              <a:spcBef>
                <a:spcPct val="0"/>
              </a:spcBef>
              <a:spcAft>
                <a:spcPct val="0"/>
              </a:spcAft>
              <a:defRPr kumimoji="1" kern="1200">
                <a:solidFill>
                  <a:schemeClr val="tx1"/>
                </a:solidFill>
                <a:latin typeface="Arial" charset="0"/>
                <a:ea typeface="HGP創英角ｺﾞｼｯｸUB" pitchFamily="50" charset="-128"/>
                <a:cs typeface="+mn-cs"/>
              </a:defRPr>
            </a:lvl2pPr>
            <a:lvl3pPr marL="914400" algn="l" rtl="0" fontAlgn="base">
              <a:spcBef>
                <a:spcPct val="0"/>
              </a:spcBef>
              <a:spcAft>
                <a:spcPct val="0"/>
              </a:spcAft>
              <a:defRPr kumimoji="1" kern="1200">
                <a:solidFill>
                  <a:schemeClr val="tx1"/>
                </a:solidFill>
                <a:latin typeface="Arial" charset="0"/>
                <a:ea typeface="HGP創英角ｺﾞｼｯｸUB" pitchFamily="50" charset="-128"/>
                <a:cs typeface="+mn-cs"/>
              </a:defRPr>
            </a:lvl3pPr>
            <a:lvl4pPr marL="1371600" algn="l" rtl="0" fontAlgn="base">
              <a:spcBef>
                <a:spcPct val="0"/>
              </a:spcBef>
              <a:spcAft>
                <a:spcPct val="0"/>
              </a:spcAft>
              <a:defRPr kumimoji="1" kern="1200">
                <a:solidFill>
                  <a:schemeClr val="tx1"/>
                </a:solidFill>
                <a:latin typeface="Arial" charset="0"/>
                <a:ea typeface="HGP創英角ｺﾞｼｯｸUB" pitchFamily="50" charset="-128"/>
                <a:cs typeface="+mn-cs"/>
              </a:defRPr>
            </a:lvl4pPr>
            <a:lvl5pPr marL="1828800" algn="l" rtl="0" fontAlgn="base">
              <a:spcBef>
                <a:spcPct val="0"/>
              </a:spcBef>
              <a:spcAft>
                <a:spcPct val="0"/>
              </a:spcAft>
              <a:defRPr kumimoji="1" kern="1200">
                <a:solidFill>
                  <a:schemeClr val="tx1"/>
                </a:solidFill>
                <a:latin typeface="Arial" charset="0"/>
                <a:ea typeface="HGP創英角ｺﾞｼｯｸUB" pitchFamily="50" charset="-128"/>
                <a:cs typeface="+mn-cs"/>
              </a:defRPr>
            </a:lvl5pPr>
            <a:lvl6pPr marL="2286000" algn="l" defTabSz="914400" rtl="0" eaLnBrk="1" latinLnBrk="0" hangingPunct="1">
              <a:defRPr kumimoji="1" kern="1200">
                <a:solidFill>
                  <a:schemeClr val="tx1"/>
                </a:solidFill>
                <a:latin typeface="Arial" charset="0"/>
                <a:ea typeface="HGP創英角ｺﾞｼｯｸUB" pitchFamily="50" charset="-128"/>
                <a:cs typeface="+mn-cs"/>
              </a:defRPr>
            </a:lvl6pPr>
            <a:lvl7pPr marL="2743200" algn="l" defTabSz="914400" rtl="0" eaLnBrk="1" latinLnBrk="0" hangingPunct="1">
              <a:defRPr kumimoji="1" kern="1200">
                <a:solidFill>
                  <a:schemeClr val="tx1"/>
                </a:solidFill>
                <a:latin typeface="Arial" charset="0"/>
                <a:ea typeface="HGP創英角ｺﾞｼｯｸUB" pitchFamily="50" charset="-128"/>
                <a:cs typeface="+mn-cs"/>
              </a:defRPr>
            </a:lvl7pPr>
            <a:lvl8pPr marL="3200400" algn="l" defTabSz="914400" rtl="0" eaLnBrk="1" latinLnBrk="0" hangingPunct="1">
              <a:defRPr kumimoji="1" kern="1200">
                <a:solidFill>
                  <a:schemeClr val="tx1"/>
                </a:solidFill>
                <a:latin typeface="Arial" charset="0"/>
                <a:ea typeface="HGP創英角ｺﾞｼｯｸUB" pitchFamily="50" charset="-128"/>
                <a:cs typeface="+mn-cs"/>
              </a:defRPr>
            </a:lvl8pPr>
            <a:lvl9pPr marL="3657600" algn="l" defTabSz="914400" rtl="0" eaLnBrk="1" latinLnBrk="0" hangingPunct="1">
              <a:defRPr kumimoji="1" kern="1200">
                <a:solidFill>
                  <a:schemeClr val="tx1"/>
                </a:solidFill>
                <a:latin typeface="Arial" charset="0"/>
                <a:ea typeface="HGP創英角ｺﾞｼｯｸUB" pitchFamily="50" charset="-128"/>
                <a:cs typeface="+mn-cs"/>
              </a:defRPr>
            </a:lvl9pPr>
          </a:lstStyle>
          <a:p>
            <a:r>
              <a:rPr lang="en-US" altLang="ja-JP" sz="800" b="0" baseline="0">
                <a:solidFill>
                  <a:schemeClr val="bg1">
                    <a:lumMod val="65000"/>
                  </a:schemeClr>
                </a:solidFill>
                <a:latin typeface="+mn-lt"/>
                <a:ea typeface="+mn-ea"/>
              </a:rPr>
              <a:t>© NEC Corporation 2021</a:t>
            </a:r>
          </a:p>
        </p:txBody>
      </p:sp>
      <p:sp>
        <p:nvSpPr>
          <p:cNvPr id="8" name="タイトル プレースホルダー"/>
          <p:cNvSpPr>
            <a:spLocks noGrp="1"/>
          </p:cNvSpPr>
          <p:nvPr>
            <p:ph type="title"/>
          </p:nvPr>
        </p:nvSpPr>
        <p:spPr bwMode="gray">
          <a:xfrm>
            <a:off x="233892" y="204597"/>
            <a:ext cx="9438218" cy="615555"/>
          </a:xfrm>
          <a:prstGeom prst="rect">
            <a:avLst/>
          </a:prstGeom>
        </p:spPr>
        <p:txBody>
          <a:bodyPr wrap="square" anchor="ctr">
            <a:noAutofit/>
          </a:bodyPr>
          <a:lstStyle/>
          <a:p>
            <a:pPr marL="0" marR="0" lvl="0" indent="0" defTabSz="1219110" latinLnBrk="0">
              <a:lnSpc>
                <a:spcPct val="100000"/>
              </a:lnSpc>
              <a:spcBef>
                <a:spcPct val="20000"/>
              </a:spcBef>
              <a:buClr>
                <a:schemeClr val="accent6"/>
              </a:buClr>
              <a:buSzTx/>
              <a:buFont typeface="Arial" panose="020B0604020202020204" pitchFamily="34" charset="0"/>
              <a:buNone/>
              <a:tabLst/>
            </a:pPr>
            <a:r>
              <a:rPr kumimoji="1" lang="ja-JP" altLang="en-US"/>
              <a:t>マスター タイトルの書式設定</a:t>
            </a:r>
          </a:p>
        </p:txBody>
      </p:sp>
    </p:spTree>
    <p:extLst>
      <p:ext uri="{BB962C8B-B14F-4D97-AF65-F5344CB8AC3E}">
        <p14:creationId xmlns:p14="http://schemas.microsoft.com/office/powerpoint/2010/main" val="2461983352"/>
      </p:ext>
    </p:extLst>
  </p:cSld>
  <p:clrMap bg1="lt1" tx1="dk1" bg2="lt2" tx2="dk2" accent1="accent1" accent2="accent2" accent3="accent3" accent4="accent4" accent5="accent5" accent6="accent6" hlink="hlink" folHlink="folHlink"/>
  <p:sldLayoutIdLst>
    <p:sldLayoutId id="2147488097" r:id="rId1"/>
    <p:sldLayoutId id="2147488098" r:id="rId2"/>
    <p:sldLayoutId id="2147488099" r:id="rId3"/>
    <p:sldLayoutId id="2147488100" r:id="rId4"/>
    <p:sldLayoutId id="2147488101" r:id="rId5"/>
    <p:sldLayoutId id="2147488102" r:id="rId6"/>
    <p:sldLayoutId id="2147488103" r:id="rId7"/>
    <p:sldLayoutId id="2147488104" r:id="rId8"/>
    <p:sldLayoutId id="2147488105" r:id="rId9"/>
    <p:sldLayoutId id="2147488106" r:id="rId10"/>
    <p:sldLayoutId id="2147488107" r:id="rId11"/>
    <p:sldLayoutId id="2147488108" r:id="rId12"/>
    <p:sldLayoutId id="2147488109" r:id="rId13"/>
    <p:sldLayoutId id="2147488110" r:id="rId14"/>
    <p:sldLayoutId id="2147488111" r:id="rId15"/>
    <p:sldLayoutId id="2147488112" r:id="rId16"/>
    <p:sldLayoutId id="2147488113" r:id="rId17"/>
  </p:sldLayoutIdLst>
  <p:hf hdr="0" dt="0"/>
  <p:txStyles>
    <p:titleStyle>
      <a:lvl1pPr algn="l" rtl="0" eaLnBrk="1" fontAlgn="base" latinLnBrk="0" hangingPunct="1">
        <a:spcBef>
          <a:spcPct val="0"/>
        </a:spcBef>
        <a:spcAft>
          <a:spcPct val="0"/>
        </a:spcAft>
        <a:defRPr kumimoji="1" lang="ja-JP" altLang="en-US" sz="2800" b="0" i="0" u="none" strike="noStrike" kern="0" cap="none" spc="0" normalizeH="0" baseline="0" dirty="0">
          <a:ln>
            <a:noFill/>
          </a:ln>
          <a:solidFill>
            <a:schemeClr val="tx1">
              <a:lumMod val="85000"/>
              <a:lumOff val="15000"/>
            </a:schemeClr>
          </a:solidFill>
          <a:effectLst/>
          <a:uLnTx/>
          <a:uFillTx/>
          <a:latin typeface="+mj-ea"/>
          <a:ea typeface="+mj-ea"/>
          <a:cs typeface="+mn-cs"/>
        </a:defRPr>
      </a:lvl1pPr>
      <a:lvl2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0" fontAlgn="base" hangingPunct="0">
        <a:spcBef>
          <a:spcPct val="0"/>
        </a:spcBef>
        <a:spcAft>
          <a:spcPct val="0"/>
        </a:spcAft>
        <a:defRPr kumimoji="1" sz="2800">
          <a:solidFill>
            <a:schemeClr val="tx1"/>
          </a:solidFill>
          <a:latin typeface="HGP創英角ｺﾞｼｯｸUB" pitchFamily="50" charset="-128"/>
          <a:ea typeface="ＭＳ Ｐゴシック" charset="-128"/>
        </a:defRPr>
      </a:lvl5pPr>
      <a:lvl6pPr marL="457154" algn="l" rtl="0" fontAlgn="base">
        <a:spcBef>
          <a:spcPct val="0"/>
        </a:spcBef>
        <a:spcAft>
          <a:spcPct val="0"/>
        </a:spcAft>
        <a:defRPr kumimoji="1" sz="2800">
          <a:solidFill>
            <a:schemeClr val="tx1"/>
          </a:solidFill>
          <a:latin typeface="HGP創英角ｺﾞｼｯｸUB" pitchFamily="50" charset="-128"/>
          <a:ea typeface="ＭＳ Ｐゴシック" charset="-128"/>
        </a:defRPr>
      </a:lvl6pPr>
      <a:lvl7pPr marL="914310" algn="l" rtl="0" fontAlgn="base">
        <a:spcBef>
          <a:spcPct val="0"/>
        </a:spcBef>
        <a:spcAft>
          <a:spcPct val="0"/>
        </a:spcAft>
        <a:defRPr kumimoji="1" sz="2800">
          <a:solidFill>
            <a:schemeClr val="tx1"/>
          </a:solidFill>
          <a:latin typeface="HGP創英角ｺﾞｼｯｸUB" pitchFamily="50" charset="-128"/>
          <a:ea typeface="ＭＳ Ｐゴシック" charset="-128"/>
        </a:defRPr>
      </a:lvl7pPr>
      <a:lvl8pPr marL="1371464" algn="l" rtl="0" fontAlgn="base">
        <a:spcBef>
          <a:spcPct val="0"/>
        </a:spcBef>
        <a:spcAft>
          <a:spcPct val="0"/>
        </a:spcAft>
        <a:defRPr kumimoji="1" sz="2800">
          <a:solidFill>
            <a:schemeClr val="tx1"/>
          </a:solidFill>
          <a:latin typeface="HGP創英角ｺﾞｼｯｸUB" pitchFamily="50" charset="-128"/>
          <a:ea typeface="ＭＳ Ｐゴシック" charset="-128"/>
        </a:defRPr>
      </a:lvl8pPr>
      <a:lvl9pPr marL="1828619" algn="l" rtl="0" fontAlgn="base">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266675" indent="-266675" algn="l" rtl="0" eaLnBrk="1" fontAlgn="base" latinLnBrk="0" hangingPunct="1">
        <a:lnSpc>
          <a:spcPct val="105000"/>
        </a:lnSpc>
        <a:spcBef>
          <a:spcPct val="20000"/>
        </a:spcBef>
        <a:spcAft>
          <a:spcPct val="0"/>
        </a:spcAft>
        <a:buClr>
          <a:schemeClr val="accent1"/>
        </a:buClr>
        <a:buFont typeface="Wingdings" panose="05000000000000000000" pitchFamily="2" charset="2"/>
        <a:buChar char="u"/>
        <a:defRPr kumimoji="1" lang="ja-JP" altLang="en-US" sz="2000" b="0" i="0" u="none" strike="noStrike" kern="0" cap="none" spc="0" normalizeH="0" baseline="0" dirty="0" smtClean="0">
          <a:ln>
            <a:noFill/>
          </a:ln>
          <a:solidFill>
            <a:schemeClr val="tx1">
              <a:lumMod val="85000"/>
              <a:lumOff val="15000"/>
            </a:schemeClr>
          </a:solidFill>
          <a:effectLst/>
          <a:uLnTx/>
          <a:uFillTx/>
          <a:latin typeface="+mn-lt"/>
          <a:ea typeface="+mn-ea"/>
          <a:cs typeface="+mn-cs"/>
        </a:defRPr>
      </a:lvl1pPr>
      <a:lvl2pPr marL="449219" indent="-182545" algn="l" rtl="0" eaLnBrk="1" fontAlgn="base" latinLnBrk="0" hangingPunct="1">
        <a:lnSpc>
          <a:spcPct val="105000"/>
        </a:lnSpc>
        <a:spcBef>
          <a:spcPct val="20000"/>
        </a:spcBef>
        <a:spcAft>
          <a:spcPct val="0"/>
        </a:spcAft>
        <a:buClr>
          <a:schemeClr val="accent1"/>
        </a:buClr>
        <a:buFont typeface="Wingdings" panose="05000000000000000000" pitchFamily="2" charset="2"/>
        <a:buChar char="n"/>
        <a:defRPr kumimoji="1" lang="ja-JP" altLang="en-US" sz="1800" b="0" i="0" u="none" strike="noStrike" kern="0" cap="none" spc="0" normalizeH="0" baseline="0" dirty="0" smtClean="0">
          <a:ln>
            <a:noFill/>
          </a:ln>
          <a:solidFill>
            <a:schemeClr val="tx1">
              <a:lumMod val="85000"/>
              <a:lumOff val="15000"/>
            </a:schemeClr>
          </a:solidFill>
          <a:effectLst/>
          <a:uLnTx/>
          <a:uFillTx/>
          <a:latin typeface="+mn-lt"/>
          <a:ea typeface="+mn-ea"/>
          <a:cs typeface="+mn-cs"/>
        </a:defRPr>
      </a:lvl2pPr>
      <a:lvl3pPr marL="541285" indent="-92067" algn="l" rtl="0" eaLnBrk="1" fontAlgn="base" latinLnBrk="0" hangingPunct="1">
        <a:lnSpc>
          <a:spcPct val="105000"/>
        </a:lnSpc>
        <a:spcBef>
          <a:spcPct val="20000"/>
        </a:spcBef>
        <a:spcAft>
          <a:spcPct val="0"/>
        </a:spcAft>
        <a:buClr>
          <a:schemeClr val="accent1"/>
        </a:buClr>
        <a:buFont typeface="Arial" panose="020B0604020202020204" pitchFamily="34" charset="0"/>
        <a:buChar char="•"/>
        <a:defRPr kumimoji="1" lang="ja-JP" altLang="en-US" sz="1600" b="0" i="0" u="none" strike="noStrike" kern="0" cap="none" spc="0" normalizeH="0" baseline="0" dirty="0" smtClean="0">
          <a:ln>
            <a:noFill/>
          </a:ln>
          <a:solidFill>
            <a:schemeClr val="tx1">
              <a:lumMod val="85000"/>
              <a:lumOff val="15000"/>
            </a:schemeClr>
          </a:solidFill>
          <a:effectLst/>
          <a:uLnTx/>
          <a:uFillTx/>
          <a:latin typeface="+mn-lt"/>
          <a:ea typeface="+mn-ea"/>
          <a:cs typeface="+mn-cs"/>
        </a:defRPr>
      </a:lvl3pPr>
      <a:lvl4pPr marL="628589" indent="-88892" algn="l" rtl="0" eaLnBrk="1" fontAlgn="base" latinLnBrk="0" hangingPunct="1">
        <a:lnSpc>
          <a:spcPct val="105000"/>
        </a:lnSpc>
        <a:spcBef>
          <a:spcPct val="20000"/>
        </a:spcBef>
        <a:spcAft>
          <a:spcPct val="0"/>
        </a:spcAft>
        <a:buClr>
          <a:schemeClr val="accent1"/>
        </a:buClr>
        <a:buFont typeface="Tahoma" pitchFamily="34" charset="0"/>
        <a:buChar char="–"/>
        <a:defRPr kumimoji="1" lang="en-US" altLang="ja-JP" sz="1400" b="0" i="0" u="none" strike="noStrike" kern="0" cap="none" spc="0" normalizeH="0" baseline="0" dirty="0" smtClean="0">
          <a:ln>
            <a:noFill/>
          </a:ln>
          <a:solidFill>
            <a:schemeClr val="tx1">
              <a:lumMod val="85000"/>
              <a:lumOff val="15000"/>
            </a:schemeClr>
          </a:solidFill>
          <a:effectLst/>
          <a:uLnTx/>
          <a:uFillTx/>
          <a:latin typeface="+mn-lt"/>
          <a:ea typeface="+mn-ea"/>
          <a:cs typeface="+mn-cs"/>
        </a:defRPr>
      </a:lvl4pPr>
      <a:lvl5pPr marL="627002" indent="0" algn="l" rtl="0" eaLnBrk="1" fontAlgn="base" latinLnBrk="0" hangingPunct="1">
        <a:lnSpc>
          <a:spcPct val="105000"/>
        </a:lnSpc>
        <a:spcBef>
          <a:spcPct val="20000"/>
        </a:spcBef>
        <a:spcAft>
          <a:spcPct val="0"/>
        </a:spcAft>
        <a:buClr>
          <a:schemeClr val="accent6"/>
        </a:buClr>
        <a:buFontTx/>
        <a:buNone/>
        <a:defRPr kumimoji="1" lang="en-US" altLang="ja-JP" sz="1400" b="0" kern="0" dirty="0" smtClean="0">
          <a:solidFill>
            <a:schemeClr val="tx1">
              <a:lumMod val="85000"/>
              <a:lumOff val="15000"/>
            </a:schemeClr>
          </a:solidFill>
          <a:latin typeface="+mj-lt"/>
          <a:ea typeface="+mn-ea"/>
          <a:cs typeface="+mn-cs"/>
        </a:defRPr>
      </a:lvl5pPr>
      <a:lvl6pPr marL="2514348" indent="-228576" algn="l" rtl="0" fontAlgn="base">
        <a:spcBef>
          <a:spcPct val="20000"/>
        </a:spcBef>
        <a:spcAft>
          <a:spcPct val="0"/>
        </a:spcAft>
        <a:buChar char="≫"/>
        <a:defRPr kumimoji="1" sz="2000">
          <a:solidFill>
            <a:schemeClr val="tx1"/>
          </a:solidFill>
          <a:latin typeface="Arial" charset="0"/>
          <a:ea typeface="+mn-ea"/>
        </a:defRPr>
      </a:lvl6pPr>
      <a:lvl7pPr marL="2971504" indent="-228576" algn="l" rtl="0" fontAlgn="base">
        <a:spcBef>
          <a:spcPct val="20000"/>
        </a:spcBef>
        <a:spcAft>
          <a:spcPct val="0"/>
        </a:spcAft>
        <a:buChar char="≫"/>
        <a:defRPr kumimoji="1" sz="2000">
          <a:solidFill>
            <a:schemeClr val="tx1"/>
          </a:solidFill>
          <a:latin typeface="Arial" charset="0"/>
          <a:ea typeface="+mn-ea"/>
        </a:defRPr>
      </a:lvl7pPr>
      <a:lvl8pPr marL="3428658" indent="-228576" algn="l" rtl="0" fontAlgn="base">
        <a:spcBef>
          <a:spcPct val="20000"/>
        </a:spcBef>
        <a:spcAft>
          <a:spcPct val="0"/>
        </a:spcAft>
        <a:buChar char="≫"/>
        <a:defRPr kumimoji="1" sz="2000">
          <a:solidFill>
            <a:schemeClr val="tx1"/>
          </a:solidFill>
          <a:latin typeface="Arial" charset="0"/>
          <a:ea typeface="+mn-ea"/>
        </a:defRPr>
      </a:lvl8pPr>
      <a:lvl9pPr marL="3885812" indent="-228576" algn="l" rtl="0" fontAlgn="base">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310" rtl="0" eaLnBrk="1" latinLnBrk="0" hangingPunct="1">
        <a:defRPr kumimoji="1" sz="1800" kern="1200">
          <a:solidFill>
            <a:schemeClr val="tx1"/>
          </a:solidFill>
          <a:latin typeface="+mn-lt"/>
          <a:ea typeface="+mn-ea"/>
          <a:cs typeface="+mn-cs"/>
        </a:defRPr>
      </a:lvl1pPr>
      <a:lvl2pPr marL="457154" algn="l" defTabSz="914310" rtl="0" eaLnBrk="1" latinLnBrk="0" hangingPunct="1">
        <a:defRPr kumimoji="1" sz="1800" kern="1200">
          <a:solidFill>
            <a:schemeClr val="tx1"/>
          </a:solidFill>
          <a:latin typeface="+mn-lt"/>
          <a:ea typeface="+mn-ea"/>
          <a:cs typeface="+mn-cs"/>
        </a:defRPr>
      </a:lvl2pPr>
      <a:lvl3pPr marL="914310" algn="l" defTabSz="914310" rtl="0" eaLnBrk="1" latinLnBrk="0" hangingPunct="1">
        <a:defRPr kumimoji="1" sz="1800" kern="1200">
          <a:solidFill>
            <a:schemeClr val="tx1"/>
          </a:solidFill>
          <a:latin typeface="+mn-lt"/>
          <a:ea typeface="+mn-ea"/>
          <a:cs typeface="+mn-cs"/>
        </a:defRPr>
      </a:lvl3pPr>
      <a:lvl4pPr marL="1371464" algn="l" defTabSz="914310" rtl="0" eaLnBrk="1" latinLnBrk="0" hangingPunct="1">
        <a:defRPr kumimoji="1" sz="1800" kern="1200">
          <a:solidFill>
            <a:schemeClr val="tx1"/>
          </a:solidFill>
          <a:latin typeface="+mn-lt"/>
          <a:ea typeface="+mn-ea"/>
          <a:cs typeface="+mn-cs"/>
        </a:defRPr>
      </a:lvl4pPr>
      <a:lvl5pPr marL="1828619" algn="l" defTabSz="914310" rtl="0" eaLnBrk="1" latinLnBrk="0" hangingPunct="1">
        <a:defRPr kumimoji="1" sz="1800" kern="1200">
          <a:solidFill>
            <a:schemeClr val="tx1"/>
          </a:solidFill>
          <a:latin typeface="+mn-lt"/>
          <a:ea typeface="+mn-ea"/>
          <a:cs typeface="+mn-cs"/>
        </a:defRPr>
      </a:lvl5pPr>
      <a:lvl6pPr marL="2285772" algn="l" defTabSz="914310" rtl="0" eaLnBrk="1" latinLnBrk="0" hangingPunct="1">
        <a:defRPr kumimoji="1" sz="1800" kern="1200">
          <a:solidFill>
            <a:schemeClr val="tx1"/>
          </a:solidFill>
          <a:latin typeface="+mn-lt"/>
          <a:ea typeface="+mn-ea"/>
          <a:cs typeface="+mn-cs"/>
        </a:defRPr>
      </a:lvl6pPr>
      <a:lvl7pPr marL="2742926" algn="l" defTabSz="914310" rtl="0" eaLnBrk="1" latinLnBrk="0" hangingPunct="1">
        <a:defRPr kumimoji="1" sz="1800" kern="1200">
          <a:solidFill>
            <a:schemeClr val="tx1"/>
          </a:solidFill>
          <a:latin typeface="+mn-lt"/>
          <a:ea typeface="+mn-ea"/>
          <a:cs typeface="+mn-cs"/>
        </a:defRPr>
      </a:lvl7pPr>
      <a:lvl8pPr marL="3200080" algn="l" defTabSz="914310" rtl="0" eaLnBrk="1" latinLnBrk="0" hangingPunct="1">
        <a:defRPr kumimoji="1" sz="1800" kern="1200">
          <a:solidFill>
            <a:schemeClr val="tx1"/>
          </a:solidFill>
          <a:latin typeface="+mn-lt"/>
          <a:ea typeface="+mn-ea"/>
          <a:cs typeface="+mn-cs"/>
        </a:defRPr>
      </a:lvl8pPr>
      <a:lvl9pPr marL="3657235" algn="l" defTabSz="91431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orient="horz" pos="4042">
          <p15:clr>
            <a:srgbClr val="A4A3A4"/>
          </p15:clr>
        </p15:guide>
        <p15:guide id="4" pos="2880">
          <p15:clr>
            <a:srgbClr val="A4A3A4"/>
          </p15:clr>
        </p15:guide>
        <p15:guide id="5" pos="136">
          <p15:clr>
            <a:srgbClr val="A4A3A4"/>
          </p15:clr>
        </p15:guide>
        <p15:guide id="6" pos="5636">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350838" y="885825"/>
            <a:ext cx="9212262"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9994" tIns="33332" rIns="0" bIns="0" numCol="1" anchor="t" anchorCtr="0" compatLnSpc="1">
            <a:prstTxWarp prst="textNoShape">
              <a:avLst/>
            </a:prstTxWarp>
          </a:bodyPr>
          <a:lstStyle/>
          <a:p>
            <a:pPr lvl="0"/>
            <a:r>
              <a:rPr lang="ja-JP" altLang="en-US"/>
              <a:t>第 </a:t>
            </a:r>
            <a:r>
              <a:rPr lang="en-US" altLang="ja-JP"/>
              <a:t>1 </a:t>
            </a:r>
            <a:r>
              <a:rPr lang="ja-JP" altLang="en-US"/>
              <a:t>レベル</a:t>
            </a:r>
          </a:p>
          <a:p>
            <a:pPr lvl="1"/>
            <a:r>
              <a:rPr lang="ja-JP" altLang="en-US"/>
              <a:t>第 </a:t>
            </a:r>
            <a:r>
              <a:rPr lang="en-US" altLang="ja-JP"/>
              <a:t>2 </a:t>
            </a:r>
            <a:r>
              <a:rPr lang="ja-JP" altLang="en-US"/>
              <a:t>レベル</a:t>
            </a:r>
          </a:p>
          <a:p>
            <a:pPr lvl="3"/>
            <a:r>
              <a:rPr lang="ja-JP" altLang="en-US"/>
              <a:t>第</a:t>
            </a:r>
            <a:r>
              <a:rPr lang="en-US" altLang="ja-JP"/>
              <a:t>3</a:t>
            </a:r>
            <a:r>
              <a:rPr lang="ja-JP" altLang="en-US"/>
              <a:t>レベル</a:t>
            </a:r>
          </a:p>
          <a:p>
            <a:pPr lvl="4"/>
            <a:r>
              <a:rPr lang="ja-JP" altLang="en-US"/>
              <a:t>第</a:t>
            </a:r>
            <a:r>
              <a:rPr lang="en-US" altLang="ja-JP"/>
              <a:t>4</a:t>
            </a:r>
            <a:r>
              <a:rPr lang="ja-JP" altLang="en-US"/>
              <a:t>レベル</a:t>
            </a:r>
          </a:p>
          <a:p>
            <a:pPr lvl="4"/>
            <a:endParaRPr lang="ja-JP" altLang="en-US"/>
          </a:p>
          <a:p>
            <a:pPr lvl="4"/>
            <a:endParaRPr lang="en-US" altLang="ja-JP"/>
          </a:p>
        </p:txBody>
      </p:sp>
      <p:sp>
        <p:nvSpPr>
          <p:cNvPr id="1027" name="Rectangle 3"/>
          <p:cNvSpPr>
            <a:spLocks noGrp="1" noChangeArrowheads="1"/>
          </p:cNvSpPr>
          <p:nvPr>
            <p:ph type="title"/>
          </p:nvPr>
        </p:nvSpPr>
        <p:spPr bwMode="auto">
          <a:xfrm>
            <a:off x="558799" y="419100"/>
            <a:ext cx="9004301"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3331" tIns="0" rIns="83331" bIns="0" numCol="1" anchor="b" anchorCtr="0" compatLnSpc="1">
            <a:prstTxWarp prst="textNoShape">
              <a:avLst/>
            </a:prstTxWarp>
            <a:spAutoFit/>
          </a:bodyPr>
          <a:lstStyle/>
          <a:p>
            <a:pPr lvl="0"/>
            <a:r>
              <a:rPr lang="ja-JP" altLang="en-US"/>
              <a:t>マスタ タイトルの書式設定</a:t>
            </a:r>
          </a:p>
        </p:txBody>
      </p:sp>
    </p:spTree>
    <p:extLst>
      <p:ext uri="{BB962C8B-B14F-4D97-AF65-F5344CB8AC3E}">
        <p14:creationId xmlns:p14="http://schemas.microsoft.com/office/powerpoint/2010/main" val="3381425191"/>
      </p:ext>
    </p:extLst>
  </p:cSld>
  <p:clrMap bg1="lt1" tx1="dk1" bg2="lt2" tx2="dk2" accent1="accent1" accent2="accent2" accent3="accent3" accent4="accent4" accent5="accent5" accent6="accent6" hlink="hlink" folHlink="folHlink"/>
  <p:sldLayoutIdLst>
    <p:sldLayoutId id="2147488119" r:id="rId1"/>
    <p:sldLayoutId id="2147488120" r:id="rId2"/>
    <p:sldLayoutId id="2147488121" r:id="rId3"/>
    <p:sldLayoutId id="2147488122" r:id="rId4"/>
    <p:sldLayoutId id="2147488123" r:id="rId5"/>
    <p:sldLayoutId id="2147488124" r:id="rId6"/>
    <p:sldLayoutId id="2147488125" r:id="rId7"/>
    <p:sldLayoutId id="2147488126" r:id="rId8"/>
    <p:sldLayoutId id="2147488127" r:id="rId9"/>
    <p:sldLayoutId id="2147488128" r:id="rId10"/>
    <p:sldLayoutId id="2147488129" r:id="rId11"/>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Design_Grid_2013" hidden="1">
            <a:extLst>
              <a:ext uri="{FF2B5EF4-FFF2-40B4-BE49-F238E27FC236}">
                <a16:creationId xmlns:a16="http://schemas.microsoft.com/office/drawing/2014/main" id="{9601348C-E450-4C6E-ACA6-9E4E7E4D1403}"/>
              </a:ext>
            </a:extLst>
          </p:cNvPr>
          <p:cNvGrpSpPr>
            <a:grpSpLocks/>
          </p:cNvGrpSpPr>
          <p:nvPr/>
        </p:nvGrpSpPr>
        <p:grpSpPr bwMode="auto">
          <a:xfrm>
            <a:off x="485775" y="1154113"/>
            <a:ext cx="8932863" cy="5084762"/>
            <a:chOff x="306" y="782"/>
            <a:chExt cx="5625" cy="3447"/>
          </a:xfrm>
        </p:grpSpPr>
        <p:grpSp>
          <p:nvGrpSpPr>
            <p:cNvPr id="3698" name="Group 3" hidden="1">
              <a:extLst>
                <a:ext uri="{FF2B5EF4-FFF2-40B4-BE49-F238E27FC236}">
                  <a16:creationId xmlns:a16="http://schemas.microsoft.com/office/drawing/2014/main" id="{3EE8B415-AF04-4CA0-8903-8D8161F99F93}"/>
                </a:ext>
              </a:extLst>
            </p:cNvPr>
            <p:cNvGrpSpPr>
              <a:grpSpLocks/>
            </p:cNvGrpSpPr>
            <p:nvPr userDrawn="1"/>
          </p:nvGrpSpPr>
          <p:grpSpPr bwMode="auto">
            <a:xfrm>
              <a:off x="306" y="873"/>
              <a:ext cx="5625" cy="3266"/>
              <a:chOff x="306" y="828"/>
              <a:chExt cx="5625" cy="3266"/>
            </a:xfrm>
          </p:grpSpPr>
          <p:sp>
            <p:nvSpPr>
              <p:cNvPr id="3764" name="Line 4" hidden="1">
                <a:extLst>
                  <a:ext uri="{FF2B5EF4-FFF2-40B4-BE49-F238E27FC236}">
                    <a16:creationId xmlns:a16="http://schemas.microsoft.com/office/drawing/2014/main" id="{6863F1FB-27E1-4489-BC99-F64F466741BB}"/>
                  </a:ext>
                </a:extLst>
              </p:cNvPr>
              <p:cNvSpPr>
                <a:spLocks noChangeShapeType="1"/>
              </p:cNvSpPr>
              <p:nvPr userDrawn="1"/>
            </p:nvSpPr>
            <p:spPr bwMode="auto">
              <a:xfrm>
                <a:off x="306" y="409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5" name="Line 5" hidden="1">
                <a:extLst>
                  <a:ext uri="{FF2B5EF4-FFF2-40B4-BE49-F238E27FC236}">
                    <a16:creationId xmlns:a16="http://schemas.microsoft.com/office/drawing/2014/main" id="{FC535D48-5C67-4341-8461-C599A706426F}"/>
                  </a:ext>
                </a:extLst>
              </p:cNvPr>
              <p:cNvSpPr>
                <a:spLocks noChangeShapeType="1"/>
              </p:cNvSpPr>
              <p:nvPr userDrawn="1"/>
            </p:nvSpPr>
            <p:spPr bwMode="auto">
              <a:xfrm>
                <a:off x="306" y="400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6" name="Line 6" hidden="1">
                <a:extLst>
                  <a:ext uri="{FF2B5EF4-FFF2-40B4-BE49-F238E27FC236}">
                    <a16:creationId xmlns:a16="http://schemas.microsoft.com/office/drawing/2014/main" id="{6DE2613A-98D9-4334-8707-AD567BC65DF3}"/>
                  </a:ext>
                </a:extLst>
              </p:cNvPr>
              <p:cNvSpPr>
                <a:spLocks noChangeShapeType="1"/>
              </p:cNvSpPr>
              <p:nvPr userDrawn="1"/>
            </p:nvSpPr>
            <p:spPr bwMode="auto">
              <a:xfrm>
                <a:off x="306" y="391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7" name="Line 7" hidden="1">
                <a:extLst>
                  <a:ext uri="{FF2B5EF4-FFF2-40B4-BE49-F238E27FC236}">
                    <a16:creationId xmlns:a16="http://schemas.microsoft.com/office/drawing/2014/main" id="{0DE4BEAF-20ED-4A3E-A348-7278997065F1}"/>
                  </a:ext>
                </a:extLst>
              </p:cNvPr>
              <p:cNvSpPr>
                <a:spLocks noChangeShapeType="1"/>
              </p:cNvSpPr>
              <p:nvPr userDrawn="1"/>
            </p:nvSpPr>
            <p:spPr bwMode="auto">
              <a:xfrm>
                <a:off x="306" y="382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8" name="Line 8" hidden="1">
                <a:extLst>
                  <a:ext uri="{FF2B5EF4-FFF2-40B4-BE49-F238E27FC236}">
                    <a16:creationId xmlns:a16="http://schemas.microsoft.com/office/drawing/2014/main" id="{74FC187B-6995-4CC8-8070-F3FAEAE4594F}"/>
                  </a:ext>
                </a:extLst>
              </p:cNvPr>
              <p:cNvSpPr>
                <a:spLocks noChangeShapeType="1"/>
              </p:cNvSpPr>
              <p:nvPr userDrawn="1"/>
            </p:nvSpPr>
            <p:spPr bwMode="auto">
              <a:xfrm>
                <a:off x="306" y="373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9" name="Line 9" hidden="1">
                <a:extLst>
                  <a:ext uri="{FF2B5EF4-FFF2-40B4-BE49-F238E27FC236}">
                    <a16:creationId xmlns:a16="http://schemas.microsoft.com/office/drawing/2014/main" id="{4B9B2FB7-CC36-4C52-9ED5-9CB828572B66}"/>
                  </a:ext>
                </a:extLst>
              </p:cNvPr>
              <p:cNvSpPr>
                <a:spLocks noChangeShapeType="1"/>
              </p:cNvSpPr>
              <p:nvPr userDrawn="1"/>
            </p:nvSpPr>
            <p:spPr bwMode="auto">
              <a:xfrm>
                <a:off x="306" y="364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0" name="Line 10" hidden="1">
                <a:extLst>
                  <a:ext uri="{FF2B5EF4-FFF2-40B4-BE49-F238E27FC236}">
                    <a16:creationId xmlns:a16="http://schemas.microsoft.com/office/drawing/2014/main" id="{6B09C26D-82EB-400A-B1D2-88224D1D4904}"/>
                  </a:ext>
                </a:extLst>
              </p:cNvPr>
              <p:cNvSpPr>
                <a:spLocks noChangeShapeType="1"/>
              </p:cNvSpPr>
              <p:nvPr userDrawn="1"/>
            </p:nvSpPr>
            <p:spPr bwMode="auto">
              <a:xfrm>
                <a:off x="306" y="354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1" name="Line 11" hidden="1">
                <a:extLst>
                  <a:ext uri="{FF2B5EF4-FFF2-40B4-BE49-F238E27FC236}">
                    <a16:creationId xmlns:a16="http://schemas.microsoft.com/office/drawing/2014/main" id="{10F93966-3240-4E84-A1E7-A0F25B2703ED}"/>
                  </a:ext>
                </a:extLst>
              </p:cNvPr>
              <p:cNvSpPr>
                <a:spLocks noChangeShapeType="1"/>
              </p:cNvSpPr>
              <p:nvPr userDrawn="1"/>
            </p:nvSpPr>
            <p:spPr bwMode="auto">
              <a:xfrm>
                <a:off x="306" y="345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2" name="Line 12" hidden="1">
                <a:extLst>
                  <a:ext uri="{FF2B5EF4-FFF2-40B4-BE49-F238E27FC236}">
                    <a16:creationId xmlns:a16="http://schemas.microsoft.com/office/drawing/2014/main" id="{A54BBEEF-3BF9-4E90-BDC3-D10D855FD7D3}"/>
                  </a:ext>
                </a:extLst>
              </p:cNvPr>
              <p:cNvSpPr>
                <a:spLocks noChangeShapeType="1"/>
              </p:cNvSpPr>
              <p:nvPr userDrawn="1"/>
            </p:nvSpPr>
            <p:spPr bwMode="auto">
              <a:xfrm>
                <a:off x="306" y="336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3" name="Line 13" hidden="1">
                <a:extLst>
                  <a:ext uri="{FF2B5EF4-FFF2-40B4-BE49-F238E27FC236}">
                    <a16:creationId xmlns:a16="http://schemas.microsoft.com/office/drawing/2014/main" id="{65ECC2C4-3515-4387-B2FD-D704EFCC071D}"/>
                  </a:ext>
                </a:extLst>
              </p:cNvPr>
              <p:cNvSpPr>
                <a:spLocks noChangeShapeType="1"/>
              </p:cNvSpPr>
              <p:nvPr userDrawn="1"/>
            </p:nvSpPr>
            <p:spPr bwMode="auto">
              <a:xfrm>
                <a:off x="306" y="327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4" name="Line 14" hidden="1">
                <a:extLst>
                  <a:ext uri="{FF2B5EF4-FFF2-40B4-BE49-F238E27FC236}">
                    <a16:creationId xmlns:a16="http://schemas.microsoft.com/office/drawing/2014/main" id="{F65AA4C6-BDEB-44B2-87E6-BAD5827B5704}"/>
                  </a:ext>
                </a:extLst>
              </p:cNvPr>
              <p:cNvSpPr>
                <a:spLocks noChangeShapeType="1"/>
              </p:cNvSpPr>
              <p:nvPr userDrawn="1"/>
            </p:nvSpPr>
            <p:spPr bwMode="auto">
              <a:xfrm>
                <a:off x="306" y="318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5" name="Line 15" hidden="1">
                <a:extLst>
                  <a:ext uri="{FF2B5EF4-FFF2-40B4-BE49-F238E27FC236}">
                    <a16:creationId xmlns:a16="http://schemas.microsoft.com/office/drawing/2014/main" id="{DB133A6A-6260-4DB0-83C3-2094C7E62789}"/>
                  </a:ext>
                </a:extLst>
              </p:cNvPr>
              <p:cNvSpPr>
                <a:spLocks noChangeShapeType="1"/>
              </p:cNvSpPr>
              <p:nvPr userDrawn="1"/>
            </p:nvSpPr>
            <p:spPr bwMode="auto">
              <a:xfrm>
                <a:off x="306" y="309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6" name="Line 16" hidden="1">
                <a:extLst>
                  <a:ext uri="{FF2B5EF4-FFF2-40B4-BE49-F238E27FC236}">
                    <a16:creationId xmlns:a16="http://schemas.microsoft.com/office/drawing/2014/main" id="{FEE433A0-8EE8-4326-89AE-7CC40C52F617}"/>
                  </a:ext>
                </a:extLst>
              </p:cNvPr>
              <p:cNvSpPr>
                <a:spLocks noChangeShapeType="1"/>
              </p:cNvSpPr>
              <p:nvPr userDrawn="1"/>
            </p:nvSpPr>
            <p:spPr bwMode="auto">
              <a:xfrm>
                <a:off x="306" y="300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7" name="Line 17" hidden="1">
                <a:extLst>
                  <a:ext uri="{FF2B5EF4-FFF2-40B4-BE49-F238E27FC236}">
                    <a16:creationId xmlns:a16="http://schemas.microsoft.com/office/drawing/2014/main" id="{AF20D4FB-3DFC-47FF-97D3-9335B20DECBF}"/>
                  </a:ext>
                </a:extLst>
              </p:cNvPr>
              <p:cNvSpPr>
                <a:spLocks noChangeShapeType="1"/>
              </p:cNvSpPr>
              <p:nvPr userDrawn="1"/>
            </p:nvSpPr>
            <p:spPr bwMode="auto">
              <a:xfrm>
                <a:off x="306" y="291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8" name="Line 18" hidden="1">
                <a:extLst>
                  <a:ext uri="{FF2B5EF4-FFF2-40B4-BE49-F238E27FC236}">
                    <a16:creationId xmlns:a16="http://schemas.microsoft.com/office/drawing/2014/main" id="{498A2DC7-ACF8-4A6E-ADE6-F8787174088C}"/>
                  </a:ext>
                </a:extLst>
              </p:cNvPr>
              <p:cNvSpPr>
                <a:spLocks noChangeShapeType="1"/>
              </p:cNvSpPr>
              <p:nvPr userDrawn="1"/>
            </p:nvSpPr>
            <p:spPr bwMode="auto">
              <a:xfrm>
                <a:off x="306" y="282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79" name="Line 19" hidden="1">
                <a:extLst>
                  <a:ext uri="{FF2B5EF4-FFF2-40B4-BE49-F238E27FC236}">
                    <a16:creationId xmlns:a16="http://schemas.microsoft.com/office/drawing/2014/main" id="{AD33FE80-4655-42E9-BAF5-820B22D89D80}"/>
                  </a:ext>
                </a:extLst>
              </p:cNvPr>
              <p:cNvSpPr>
                <a:spLocks noChangeShapeType="1"/>
              </p:cNvSpPr>
              <p:nvPr userDrawn="1"/>
            </p:nvSpPr>
            <p:spPr bwMode="auto">
              <a:xfrm>
                <a:off x="306" y="273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0" name="Line 20" hidden="1">
                <a:extLst>
                  <a:ext uri="{FF2B5EF4-FFF2-40B4-BE49-F238E27FC236}">
                    <a16:creationId xmlns:a16="http://schemas.microsoft.com/office/drawing/2014/main" id="{E6322A9F-612D-4FB5-BE29-03CACB5650EE}"/>
                  </a:ext>
                </a:extLst>
              </p:cNvPr>
              <p:cNvSpPr>
                <a:spLocks noChangeShapeType="1"/>
              </p:cNvSpPr>
              <p:nvPr userDrawn="1"/>
            </p:nvSpPr>
            <p:spPr bwMode="auto">
              <a:xfrm>
                <a:off x="306" y="264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1" name="Line 21" hidden="1">
                <a:extLst>
                  <a:ext uri="{FF2B5EF4-FFF2-40B4-BE49-F238E27FC236}">
                    <a16:creationId xmlns:a16="http://schemas.microsoft.com/office/drawing/2014/main" id="{ED182210-24D4-41BF-BC25-246F9C4ECB3B}"/>
                  </a:ext>
                </a:extLst>
              </p:cNvPr>
              <p:cNvSpPr>
                <a:spLocks noChangeShapeType="1"/>
              </p:cNvSpPr>
              <p:nvPr userDrawn="1"/>
            </p:nvSpPr>
            <p:spPr bwMode="auto">
              <a:xfrm>
                <a:off x="306" y="255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2" name="Line 22" hidden="1">
                <a:extLst>
                  <a:ext uri="{FF2B5EF4-FFF2-40B4-BE49-F238E27FC236}">
                    <a16:creationId xmlns:a16="http://schemas.microsoft.com/office/drawing/2014/main" id="{2D188D73-3C88-4BB1-878E-FEB2E803BDAF}"/>
                  </a:ext>
                </a:extLst>
              </p:cNvPr>
              <p:cNvSpPr>
                <a:spLocks noChangeShapeType="1"/>
              </p:cNvSpPr>
              <p:nvPr userDrawn="1"/>
            </p:nvSpPr>
            <p:spPr bwMode="auto">
              <a:xfrm>
                <a:off x="306" y="237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3" name="Line 23" hidden="1">
                <a:extLst>
                  <a:ext uri="{FF2B5EF4-FFF2-40B4-BE49-F238E27FC236}">
                    <a16:creationId xmlns:a16="http://schemas.microsoft.com/office/drawing/2014/main" id="{C9413C0F-2149-4FF0-A49B-7AB95426064D}"/>
                  </a:ext>
                </a:extLst>
              </p:cNvPr>
              <p:cNvSpPr>
                <a:spLocks noChangeShapeType="1"/>
              </p:cNvSpPr>
              <p:nvPr userDrawn="1"/>
            </p:nvSpPr>
            <p:spPr bwMode="auto">
              <a:xfrm>
                <a:off x="306" y="227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4" name="Line 24" hidden="1">
                <a:extLst>
                  <a:ext uri="{FF2B5EF4-FFF2-40B4-BE49-F238E27FC236}">
                    <a16:creationId xmlns:a16="http://schemas.microsoft.com/office/drawing/2014/main" id="{A968FF60-B1CA-4BC2-B215-D701FC945868}"/>
                  </a:ext>
                </a:extLst>
              </p:cNvPr>
              <p:cNvSpPr>
                <a:spLocks noChangeShapeType="1"/>
              </p:cNvSpPr>
              <p:nvPr userDrawn="1"/>
            </p:nvSpPr>
            <p:spPr bwMode="auto">
              <a:xfrm>
                <a:off x="306" y="218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5" name="Line 25" hidden="1">
                <a:extLst>
                  <a:ext uri="{FF2B5EF4-FFF2-40B4-BE49-F238E27FC236}">
                    <a16:creationId xmlns:a16="http://schemas.microsoft.com/office/drawing/2014/main" id="{FB13DDC9-196E-43E4-8AD7-6F221D8D8E9F}"/>
                  </a:ext>
                </a:extLst>
              </p:cNvPr>
              <p:cNvSpPr>
                <a:spLocks noChangeShapeType="1"/>
              </p:cNvSpPr>
              <p:nvPr userDrawn="1"/>
            </p:nvSpPr>
            <p:spPr bwMode="auto">
              <a:xfrm>
                <a:off x="306" y="209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6" name="Line 26" hidden="1">
                <a:extLst>
                  <a:ext uri="{FF2B5EF4-FFF2-40B4-BE49-F238E27FC236}">
                    <a16:creationId xmlns:a16="http://schemas.microsoft.com/office/drawing/2014/main" id="{F61C5DC4-1C25-452E-9686-C44C1668130E}"/>
                  </a:ext>
                </a:extLst>
              </p:cNvPr>
              <p:cNvSpPr>
                <a:spLocks noChangeShapeType="1"/>
              </p:cNvSpPr>
              <p:nvPr userDrawn="1"/>
            </p:nvSpPr>
            <p:spPr bwMode="auto">
              <a:xfrm>
                <a:off x="306" y="2007"/>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7" name="Line 27" hidden="1">
                <a:extLst>
                  <a:ext uri="{FF2B5EF4-FFF2-40B4-BE49-F238E27FC236}">
                    <a16:creationId xmlns:a16="http://schemas.microsoft.com/office/drawing/2014/main" id="{3EB8746A-FE6D-4DD1-986C-D5F8AFD2DC63}"/>
                  </a:ext>
                </a:extLst>
              </p:cNvPr>
              <p:cNvSpPr>
                <a:spLocks noChangeShapeType="1"/>
              </p:cNvSpPr>
              <p:nvPr userDrawn="1"/>
            </p:nvSpPr>
            <p:spPr bwMode="auto">
              <a:xfrm>
                <a:off x="306" y="191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8" name="Line 28" hidden="1">
                <a:extLst>
                  <a:ext uri="{FF2B5EF4-FFF2-40B4-BE49-F238E27FC236}">
                    <a16:creationId xmlns:a16="http://schemas.microsoft.com/office/drawing/2014/main" id="{236CE504-7E53-4E59-B770-6B7AA8E46333}"/>
                  </a:ext>
                </a:extLst>
              </p:cNvPr>
              <p:cNvSpPr>
                <a:spLocks noChangeShapeType="1"/>
              </p:cNvSpPr>
              <p:nvPr userDrawn="1"/>
            </p:nvSpPr>
            <p:spPr bwMode="auto">
              <a:xfrm>
                <a:off x="306" y="1826"/>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89" name="Line 29" hidden="1">
                <a:extLst>
                  <a:ext uri="{FF2B5EF4-FFF2-40B4-BE49-F238E27FC236}">
                    <a16:creationId xmlns:a16="http://schemas.microsoft.com/office/drawing/2014/main" id="{094016B3-32A3-4095-B309-0CC597151BB6}"/>
                  </a:ext>
                </a:extLst>
              </p:cNvPr>
              <p:cNvSpPr>
                <a:spLocks noChangeShapeType="1"/>
              </p:cNvSpPr>
              <p:nvPr userDrawn="1"/>
            </p:nvSpPr>
            <p:spPr bwMode="auto">
              <a:xfrm>
                <a:off x="306" y="1735"/>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0" name="Line 30" hidden="1">
                <a:extLst>
                  <a:ext uri="{FF2B5EF4-FFF2-40B4-BE49-F238E27FC236}">
                    <a16:creationId xmlns:a16="http://schemas.microsoft.com/office/drawing/2014/main" id="{D38B5647-FB1B-4E2C-ABB9-B9D093329AE7}"/>
                  </a:ext>
                </a:extLst>
              </p:cNvPr>
              <p:cNvSpPr>
                <a:spLocks noChangeShapeType="1"/>
              </p:cNvSpPr>
              <p:nvPr userDrawn="1"/>
            </p:nvSpPr>
            <p:spPr bwMode="auto">
              <a:xfrm>
                <a:off x="306" y="1644"/>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1" name="Line 31" hidden="1">
                <a:extLst>
                  <a:ext uri="{FF2B5EF4-FFF2-40B4-BE49-F238E27FC236}">
                    <a16:creationId xmlns:a16="http://schemas.microsoft.com/office/drawing/2014/main" id="{D46D2256-F63C-43E9-A002-04DFCD7EB0B5}"/>
                  </a:ext>
                </a:extLst>
              </p:cNvPr>
              <p:cNvSpPr>
                <a:spLocks noChangeShapeType="1"/>
              </p:cNvSpPr>
              <p:nvPr userDrawn="1"/>
            </p:nvSpPr>
            <p:spPr bwMode="auto">
              <a:xfrm>
                <a:off x="306" y="155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2" name="Line 32" hidden="1">
                <a:extLst>
                  <a:ext uri="{FF2B5EF4-FFF2-40B4-BE49-F238E27FC236}">
                    <a16:creationId xmlns:a16="http://schemas.microsoft.com/office/drawing/2014/main" id="{5D435269-E049-4057-A818-E03E37F6B77C}"/>
                  </a:ext>
                </a:extLst>
              </p:cNvPr>
              <p:cNvSpPr>
                <a:spLocks noChangeShapeType="1"/>
              </p:cNvSpPr>
              <p:nvPr userDrawn="1"/>
            </p:nvSpPr>
            <p:spPr bwMode="auto">
              <a:xfrm>
                <a:off x="306" y="1463"/>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3" name="Line 33" hidden="1">
                <a:extLst>
                  <a:ext uri="{FF2B5EF4-FFF2-40B4-BE49-F238E27FC236}">
                    <a16:creationId xmlns:a16="http://schemas.microsoft.com/office/drawing/2014/main" id="{A526EF4D-0FDE-4A5B-9E8C-04642186B1EC}"/>
                  </a:ext>
                </a:extLst>
              </p:cNvPr>
              <p:cNvSpPr>
                <a:spLocks noChangeShapeType="1"/>
              </p:cNvSpPr>
              <p:nvPr userDrawn="1"/>
            </p:nvSpPr>
            <p:spPr bwMode="auto">
              <a:xfrm>
                <a:off x="306" y="1372"/>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4" name="Line 34" hidden="1">
                <a:extLst>
                  <a:ext uri="{FF2B5EF4-FFF2-40B4-BE49-F238E27FC236}">
                    <a16:creationId xmlns:a16="http://schemas.microsoft.com/office/drawing/2014/main" id="{B1BA8013-DC38-472F-B156-1DD4191C7C7A}"/>
                  </a:ext>
                </a:extLst>
              </p:cNvPr>
              <p:cNvSpPr>
                <a:spLocks noChangeShapeType="1"/>
              </p:cNvSpPr>
              <p:nvPr userDrawn="1"/>
            </p:nvSpPr>
            <p:spPr bwMode="auto">
              <a:xfrm>
                <a:off x="306" y="1281"/>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5" name="Line 35" hidden="1">
                <a:extLst>
                  <a:ext uri="{FF2B5EF4-FFF2-40B4-BE49-F238E27FC236}">
                    <a16:creationId xmlns:a16="http://schemas.microsoft.com/office/drawing/2014/main" id="{075079BB-3925-4F8D-AB70-6DCCC85AA13D}"/>
                  </a:ext>
                </a:extLst>
              </p:cNvPr>
              <p:cNvSpPr>
                <a:spLocks noChangeShapeType="1"/>
              </p:cNvSpPr>
              <p:nvPr userDrawn="1"/>
            </p:nvSpPr>
            <p:spPr bwMode="auto">
              <a:xfrm>
                <a:off x="306" y="119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6" name="Line 36" hidden="1">
                <a:extLst>
                  <a:ext uri="{FF2B5EF4-FFF2-40B4-BE49-F238E27FC236}">
                    <a16:creationId xmlns:a16="http://schemas.microsoft.com/office/drawing/2014/main" id="{79E33459-C59F-461F-8DAB-8977E1F32800}"/>
                  </a:ext>
                </a:extLst>
              </p:cNvPr>
              <p:cNvSpPr>
                <a:spLocks noChangeShapeType="1"/>
              </p:cNvSpPr>
              <p:nvPr userDrawn="1"/>
            </p:nvSpPr>
            <p:spPr bwMode="auto">
              <a:xfrm>
                <a:off x="306" y="1100"/>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7" name="Line 37" hidden="1">
                <a:extLst>
                  <a:ext uri="{FF2B5EF4-FFF2-40B4-BE49-F238E27FC236}">
                    <a16:creationId xmlns:a16="http://schemas.microsoft.com/office/drawing/2014/main" id="{74D328A8-2957-4CE5-B53A-E4137E9F7663}"/>
                  </a:ext>
                </a:extLst>
              </p:cNvPr>
              <p:cNvSpPr>
                <a:spLocks noChangeShapeType="1"/>
              </p:cNvSpPr>
              <p:nvPr userDrawn="1"/>
            </p:nvSpPr>
            <p:spPr bwMode="auto">
              <a:xfrm>
                <a:off x="306" y="1009"/>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8" name="Line 38" hidden="1">
                <a:extLst>
                  <a:ext uri="{FF2B5EF4-FFF2-40B4-BE49-F238E27FC236}">
                    <a16:creationId xmlns:a16="http://schemas.microsoft.com/office/drawing/2014/main" id="{C9202A34-4F2B-41AC-8F98-B2D8B4233812}"/>
                  </a:ext>
                </a:extLst>
              </p:cNvPr>
              <p:cNvSpPr>
                <a:spLocks noChangeShapeType="1"/>
              </p:cNvSpPr>
              <p:nvPr userDrawn="1"/>
            </p:nvSpPr>
            <p:spPr bwMode="auto">
              <a:xfrm>
                <a:off x="306" y="91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99" name="Line 39" hidden="1">
                <a:extLst>
                  <a:ext uri="{FF2B5EF4-FFF2-40B4-BE49-F238E27FC236}">
                    <a16:creationId xmlns:a16="http://schemas.microsoft.com/office/drawing/2014/main" id="{63996AA2-BE74-4CA6-8B9B-20EEDBC88703}"/>
                  </a:ext>
                </a:extLst>
              </p:cNvPr>
              <p:cNvSpPr>
                <a:spLocks noChangeShapeType="1"/>
              </p:cNvSpPr>
              <p:nvPr userDrawn="1"/>
            </p:nvSpPr>
            <p:spPr bwMode="auto">
              <a:xfrm>
                <a:off x="306" y="828"/>
                <a:ext cx="5625" cy="0"/>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699" name="Group 40" hidden="1">
              <a:extLst>
                <a:ext uri="{FF2B5EF4-FFF2-40B4-BE49-F238E27FC236}">
                  <a16:creationId xmlns:a16="http://schemas.microsoft.com/office/drawing/2014/main" id="{973E6CD5-2A48-4EAD-BD0F-B0048EFF4240}"/>
                </a:ext>
              </a:extLst>
            </p:cNvPr>
            <p:cNvGrpSpPr>
              <a:grpSpLocks/>
            </p:cNvGrpSpPr>
            <p:nvPr userDrawn="1"/>
          </p:nvGrpSpPr>
          <p:grpSpPr bwMode="auto">
            <a:xfrm>
              <a:off x="397" y="782"/>
              <a:ext cx="5443" cy="3447"/>
              <a:chOff x="397" y="737"/>
              <a:chExt cx="5443" cy="3447"/>
            </a:xfrm>
          </p:grpSpPr>
          <p:sp>
            <p:nvSpPr>
              <p:cNvPr id="3704" name="Line 41" hidden="1">
                <a:extLst>
                  <a:ext uri="{FF2B5EF4-FFF2-40B4-BE49-F238E27FC236}">
                    <a16:creationId xmlns:a16="http://schemas.microsoft.com/office/drawing/2014/main" id="{CC3D33BC-D392-4156-A770-CAE18982CB3B}"/>
                  </a:ext>
                </a:extLst>
              </p:cNvPr>
              <p:cNvSpPr>
                <a:spLocks noChangeShapeType="1"/>
              </p:cNvSpPr>
              <p:nvPr userDrawn="1"/>
            </p:nvSpPr>
            <p:spPr bwMode="auto">
              <a:xfrm>
                <a:off x="4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5" name="Line 42" hidden="1">
                <a:extLst>
                  <a:ext uri="{FF2B5EF4-FFF2-40B4-BE49-F238E27FC236}">
                    <a16:creationId xmlns:a16="http://schemas.microsoft.com/office/drawing/2014/main" id="{8E7B66E6-5A8B-43F5-B1FA-E8533DAAFFB4}"/>
                  </a:ext>
                </a:extLst>
              </p:cNvPr>
              <p:cNvSpPr>
                <a:spLocks noChangeShapeType="1"/>
              </p:cNvSpPr>
              <p:nvPr userDrawn="1"/>
            </p:nvSpPr>
            <p:spPr bwMode="auto">
              <a:xfrm>
                <a:off x="5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6" name="Line 43" hidden="1">
                <a:extLst>
                  <a:ext uri="{FF2B5EF4-FFF2-40B4-BE49-F238E27FC236}">
                    <a16:creationId xmlns:a16="http://schemas.microsoft.com/office/drawing/2014/main" id="{B424920B-A06B-440B-B880-BA65DDA50B6C}"/>
                  </a:ext>
                </a:extLst>
              </p:cNvPr>
              <p:cNvSpPr>
                <a:spLocks noChangeShapeType="1"/>
              </p:cNvSpPr>
              <p:nvPr userDrawn="1"/>
            </p:nvSpPr>
            <p:spPr bwMode="auto">
              <a:xfrm>
                <a:off x="67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7" name="Line 44" hidden="1">
                <a:extLst>
                  <a:ext uri="{FF2B5EF4-FFF2-40B4-BE49-F238E27FC236}">
                    <a16:creationId xmlns:a16="http://schemas.microsoft.com/office/drawing/2014/main" id="{53264AD4-F7FA-4511-A4D5-A5FD142E63E0}"/>
                  </a:ext>
                </a:extLst>
              </p:cNvPr>
              <p:cNvSpPr>
                <a:spLocks noChangeShapeType="1"/>
              </p:cNvSpPr>
              <p:nvPr userDrawn="1"/>
            </p:nvSpPr>
            <p:spPr bwMode="auto">
              <a:xfrm>
                <a:off x="7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8" name="Line 45" hidden="1">
                <a:extLst>
                  <a:ext uri="{FF2B5EF4-FFF2-40B4-BE49-F238E27FC236}">
                    <a16:creationId xmlns:a16="http://schemas.microsoft.com/office/drawing/2014/main" id="{592F0C54-A837-4AC2-828A-78833A222343}"/>
                  </a:ext>
                </a:extLst>
              </p:cNvPr>
              <p:cNvSpPr>
                <a:spLocks noChangeShapeType="1"/>
              </p:cNvSpPr>
              <p:nvPr userDrawn="1"/>
            </p:nvSpPr>
            <p:spPr bwMode="auto">
              <a:xfrm>
                <a:off x="8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9" name="Line 46" hidden="1">
                <a:extLst>
                  <a:ext uri="{FF2B5EF4-FFF2-40B4-BE49-F238E27FC236}">
                    <a16:creationId xmlns:a16="http://schemas.microsoft.com/office/drawing/2014/main" id="{2EFAA5F7-565C-4125-8390-B2C6D33AACB4}"/>
                  </a:ext>
                </a:extLst>
              </p:cNvPr>
              <p:cNvSpPr>
                <a:spLocks noChangeShapeType="1"/>
              </p:cNvSpPr>
              <p:nvPr userDrawn="1"/>
            </p:nvSpPr>
            <p:spPr bwMode="auto">
              <a:xfrm>
                <a:off x="9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0" name="Line 47" hidden="1">
                <a:extLst>
                  <a:ext uri="{FF2B5EF4-FFF2-40B4-BE49-F238E27FC236}">
                    <a16:creationId xmlns:a16="http://schemas.microsoft.com/office/drawing/2014/main" id="{ADE6B937-8CB5-4EC4-9200-CD3E11C8A984}"/>
                  </a:ext>
                </a:extLst>
              </p:cNvPr>
              <p:cNvSpPr>
                <a:spLocks noChangeShapeType="1"/>
              </p:cNvSpPr>
              <p:nvPr userDrawn="1"/>
            </p:nvSpPr>
            <p:spPr bwMode="auto">
              <a:xfrm>
                <a:off x="103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1" name="Line 48" hidden="1">
                <a:extLst>
                  <a:ext uri="{FF2B5EF4-FFF2-40B4-BE49-F238E27FC236}">
                    <a16:creationId xmlns:a16="http://schemas.microsoft.com/office/drawing/2014/main" id="{224F2C7D-62BA-426A-AE02-9D3E1F2E7260}"/>
                  </a:ext>
                </a:extLst>
              </p:cNvPr>
              <p:cNvSpPr>
                <a:spLocks noChangeShapeType="1"/>
              </p:cNvSpPr>
              <p:nvPr userDrawn="1"/>
            </p:nvSpPr>
            <p:spPr bwMode="auto">
              <a:xfrm>
                <a:off x="11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2" name="Line 49" hidden="1">
                <a:extLst>
                  <a:ext uri="{FF2B5EF4-FFF2-40B4-BE49-F238E27FC236}">
                    <a16:creationId xmlns:a16="http://schemas.microsoft.com/office/drawing/2014/main" id="{00220EB1-0034-4A13-9B91-E4AF66BE6DB6}"/>
                  </a:ext>
                </a:extLst>
              </p:cNvPr>
              <p:cNvSpPr>
                <a:spLocks noChangeShapeType="1"/>
              </p:cNvSpPr>
              <p:nvPr userDrawn="1"/>
            </p:nvSpPr>
            <p:spPr bwMode="auto">
              <a:xfrm>
                <a:off x="12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3" name="Line 50" hidden="1">
                <a:extLst>
                  <a:ext uri="{FF2B5EF4-FFF2-40B4-BE49-F238E27FC236}">
                    <a16:creationId xmlns:a16="http://schemas.microsoft.com/office/drawing/2014/main" id="{0B0BCD63-B291-4997-9DD0-292521F2A491}"/>
                  </a:ext>
                </a:extLst>
              </p:cNvPr>
              <p:cNvSpPr>
                <a:spLocks noChangeShapeType="1"/>
              </p:cNvSpPr>
              <p:nvPr userDrawn="1"/>
            </p:nvSpPr>
            <p:spPr bwMode="auto">
              <a:xfrm>
                <a:off x="130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4" name="Line 51" hidden="1">
                <a:extLst>
                  <a:ext uri="{FF2B5EF4-FFF2-40B4-BE49-F238E27FC236}">
                    <a16:creationId xmlns:a16="http://schemas.microsoft.com/office/drawing/2014/main" id="{4A3931DC-3C35-4C75-83F3-C16B3DA645A4}"/>
                  </a:ext>
                </a:extLst>
              </p:cNvPr>
              <p:cNvSpPr>
                <a:spLocks noChangeShapeType="1"/>
              </p:cNvSpPr>
              <p:nvPr userDrawn="1"/>
            </p:nvSpPr>
            <p:spPr bwMode="auto">
              <a:xfrm>
                <a:off x="13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5" name="Line 52" hidden="1">
                <a:extLst>
                  <a:ext uri="{FF2B5EF4-FFF2-40B4-BE49-F238E27FC236}">
                    <a16:creationId xmlns:a16="http://schemas.microsoft.com/office/drawing/2014/main" id="{8F3C8F0D-C1B7-492F-8C77-54D1980E2ED1}"/>
                  </a:ext>
                </a:extLst>
              </p:cNvPr>
              <p:cNvSpPr>
                <a:spLocks noChangeShapeType="1"/>
              </p:cNvSpPr>
              <p:nvPr userDrawn="1"/>
            </p:nvSpPr>
            <p:spPr bwMode="auto">
              <a:xfrm>
                <a:off x="14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6" name="Line 53" hidden="1">
                <a:extLst>
                  <a:ext uri="{FF2B5EF4-FFF2-40B4-BE49-F238E27FC236}">
                    <a16:creationId xmlns:a16="http://schemas.microsoft.com/office/drawing/2014/main" id="{50B54B42-DAD7-45A3-B46B-C97A1B138DA2}"/>
                  </a:ext>
                </a:extLst>
              </p:cNvPr>
              <p:cNvSpPr>
                <a:spLocks noChangeShapeType="1"/>
              </p:cNvSpPr>
              <p:nvPr userDrawn="1"/>
            </p:nvSpPr>
            <p:spPr bwMode="auto">
              <a:xfrm>
                <a:off x="15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7" name="Line 54" hidden="1">
                <a:extLst>
                  <a:ext uri="{FF2B5EF4-FFF2-40B4-BE49-F238E27FC236}">
                    <a16:creationId xmlns:a16="http://schemas.microsoft.com/office/drawing/2014/main" id="{65036C4F-31DC-4ABF-B294-34CCD3403C62}"/>
                  </a:ext>
                </a:extLst>
              </p:cNvPr>
              <p:cNvSpPr>
                <a:spLocks noChangeShapeType="1"/>
              </p:cNvSpPr>
              <p:nvPr userDrawn="1"/>
            </p:nvSpPr>
            <p:spPr bwMode="auto">
              <a:xfrm>
                <a:off x="166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8" name="Line 55" hidden="1">
                <a:extLst>
                  <a:ext uri="{FF2B5EF4-FFF2-40B4-BE49-F238E27FC236}">
                    <a16:creationId xmlns:a16="http://schemas.microsoft.com/office/drawing/2014/main" id="{ABD10210-7D7E-4066-BEA2-57A95B8553F3}"/>
                  </a:ext>
                </a:extLst>
              </p:cNvPr>
              <p:cNvSpPr>
                <a:spLocks noChangeShapeType="1"/>
              </p:cNvSpPr>
              <p:nvPr userDrawn="1"/>
            </p:nvSpPr>
            <p:spPr bwMode="auto">
              <a:xfrm>
                <a:off x="17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19" name="Line 56" hidden="1">
                <a:extLst>
                  <a:ext uri="{FF2B5EF4-FFF2-40B4-BE49-F238E27FC236}">
                    <a16:creationId xmlns:a16="http://schemas.microsoft.com/office/drawing/2014/main" id="{EDF00716-47EC-4727-A07E-4F6869FBB48D}"/>
                  </a:ext>
                </a:extLst>
              </p:cNvPr>
              <p:cNvSpPr>
                <a:spLocks noChangeShapeType="1"/>
              </p:cNvSpPr>
              <p:nvPr userDrawn="1"/>
            </p:nvSpPr>
            <p:spPr bwMode="auto">
              <a:xfrm>
                <a:off x="18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0" name="Line 57" hidden="1">
                <a:extLst>
                  <a:ext uri="{FF2B5EF4-FFF2-40B4-BE49-F238E27FC236}">
                    <a16:creationId xmlns:a16="http://schemas.microsoft.com/office/drawing/2014/main" id="{3A7B49CF-7C8C-4DD7-993E-707A211C522B}"/>
                  </a:ext>
                </a:extLst>
              </p:cNvPr>
              <p:cNvSpPr>
                <a:spLocks noChangeShapeType="1"/>
              </p:cNvSpPr>
              <p:nvPr userDrawn="1"/>
            </p:nvSpPr>
            <p:spPr bwMode="auto">
              <a:xfrm>
                <a:off x="19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1" name="Line 58" hidden="1">
                <a:extLst>
                  <a:ext uri="{FF2B5EF4-FFF2-40B4-BE49-F238E27FC236}">
                    <a16:creationId xmlns:a16="http://schemas.microsoft.com/office/drawing/2014/main" id="{0B6B3009-DC49-4FE6-A401-B70D878AADAE}"/>
                  </a:ext>
                </a:extLst>
              </p:cNvPr>
              <p:cNvSpPr>
                <a:spLocks noChangeShapeType="1"/>
              </p:cNvSpPr>
              <p:nvPr userDrawn="1"/>
            </p:nvSpPr>
            <p:spPr bwMode="auto">
              <a:xfrm>
                <a:off x="203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2" name="Line 59" hidden="1">
                <a:extLst>
                  <a:ext uri="{FF2B5EF4-FFF2-40B4-BE49-F238E27FC236}">
                    <a16:creationId xmlns:a16="http://schemas.microsoft.com/office/drawing/2014/main" id="{A5EB1B47-AC9F-40B2-8912-064E8E8ECAB1}"/>
                  </a:ext>
                </a:extLst>
              </p:cNvPr>
              <p:cNvSpPr>
                <a:spLocks noChangeShapeType="1"/>
              </p:cNvSpPr>
              <p:nvPr userDrawn="1"/>
            </p:nvSpPr>
            <p:spPr bwMode="auto">
              <a:xfrm>
                <a:off x="212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3" name="Line 60" hidden="1">
                <a:extLst>
                  <a:ext uri="{FF2B5EF4-FFF2-40B4-BE49-F238E27FC236}">
                    <a16:creationId xmlns:a16="http://schemas.microsoft.com/office/drawing/2014/main" id="{A1F3EDDF-25BD-4D2B-878E-6CAF7E89FA7F}"/>
                  </a:ext>
                </a:extLst>
              </p:cNvPr>
              <p:cNvSpPr>
                <a:spLocks noChangeShapeType="1"/>
              </p:cNvSpPr>
              <p:nvPr userDrawn="1"/>
            </p:nvSpPr>
            <p:spPr bwMode="auto">
              <a:xfrm>
                <a:off x="221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4" name="Line 61" hidden="1">
                <a:extLst>
                  <a:ext uri="{FF2B5EF4-FFF2-40B4-BE49-F238E27FC236}">
                    <a16:creationId xmlns:a16="http://schemas.microsoft.com/office/drawing/2014/main" id="{31A7FCBC-EEA5-4BBD-AACE-612B4E6C927E}"/>
                  </a:ext>
                </a:extLst>
              </p:cNvPr>
              <p:cNvSpPr>
                <a:spLocks noChangeShapeType="1"/>
              </p:cNvSpPr>
              <p:nvPr userDrawn="1"/>
            </p:nvSpPr>
            <p:spPr bwMode="auto">
              <a:xfrm>
                <a:off x="230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5" name="Line 62" hidden="1">
                <a:extLst>
                  <a:ext uri="{FF2B5EF4-FFF2-40B4-BE49-F238E27FC236}">
                    <a16:creationId xmlns:a16="http://schemas.microsoft.com/office/drawing/2014/main" id="{0B930DC1-6551-4761-B6C1-EAB3B5ED2D1F}"/>
                  </a:ext>
                </a:extLst>
              </p:cNvPr>
              <p:cNvSpPr>
                <a:spLocks noChangeShapeType="1"/>
              </p:cNvSpPr>
              <p:nvPr userDrawn="1"/>
            </p:nvSpPr>
            <p:spPr bwMode="auto">
              <a:xfrm>
                <a:off x="239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6" name="Line 63" hidden="1">
                <a:extLst>
                  <a:ext uri="{FF2B5EF4-FFF2-40B4-BE49-F238E27FC236}">
                    <a16:creationId xmlns:a16="http://schemas.microsoft.com/office/drawing/2014/main" id="{521E0925-90DC-4991-B18C-AC7E954F6561}"/>
                  </a:ext>
                </a:extLst>
              </p:cNvPr>
              <p:cNvSpPr>
                <a:spLocks noChangeShapeType="1"/>
              </p:cNvSpPr>
              <p:nvPr userDrawn="1"/>
            </p:nvSpPr>
            <p:spPr bwMode="auto">
              <a:xfrm>
                <a:off x="248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7" name="Line 64" hidden="1">
                <a:extLst>
                  <a:ext uri="{FF2B5EF4-FFF2-40B4-BE49-F238E27FC236}">
                    <a16:creationId xmlns:a16="http://schemas.microsoft.com/office/drawing/2014/main" id="{453145FD-B518-469B-A6CB-E4CDA83D9090}"/>
                  </a:ext>
                </a:extLst>
              </p:cNvPr>
              <p:cNvSpPr>
                <a:spLocks noChangeShapeType="1"/>
              </p:cNvSpPr>
              <p:nvPr userDrawn="1"/>
            </p:nvSpPr>
            <p:spPr bwMode="auto">
              <a:xfrm>
                <a:off x="257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8" name="Line 65" hidden="1">
                <a:extLst>
                  <a:ext uri="{FF2B5EF4-FFF2-40B4-BE49-F238E27FC236}">
                    <a16:creationId xmlns:a16="http://schemas.microsoft.com/office/drawing/2014/main" id="{59451132-8DB4-4C82-A86A-88B55CEE3DFF}"/>
                  </a:ext>
                </a:extLst>
              </p:cNvPr>
              <p:cNvSpPr>
                <a:spLocks noChangeShapeType="1"/>
              </p:cNvSpPr>
              <p:nvPr userDrawn="1"/>
            </p:nvSpPr>
            <p:spPr bwMode="auto">
              <a:xfrm>
                <a:off x="266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29" name="Line 66" hidden="1">
                <a:extLst>
                  <a:ext uri="{FF2B5EF4-FFF2-40B4-BE49-F238E27FC236}">
                    <a16:creationId xmlns:a16="http://schemas.microsoft.com/office/drawing/2014/main" id="{A0015CBF-C86E-45FF-AD77-7D33339E4276}"/>
                  </a:ext>
                </a:extLst>
              </p:cNvPr>
              <p:cNvSpPr>
                <a:spLocks noChangeShapeType="1"/>
              </p:cNvSpPr>
              <p:nvPr userDrawn="1"/>
            </p:nvSpPr>
            <p:spPr bwMode="auto">
              <a:xfrm>
                <a:off x="275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0" name="Line 67" hidden="1">
                <a:extLst>
                  <a:ext uri="{FF2B5EF4-FFF2-40B4-BE49-F238E27FC236}">
                    <a16:creationId xmlns:a16="http://schemas.microsoft.com/office/drawing/2014/main" id="{AC7D1E67-CA11-4BDA-88A0-58CFD43078D1}"/>
                  </a:ext>
                </a:extLst>
              </p:cNvPr>
              <p:cNvSpPr>
                <a:spLocks noChangeShapeType="1"/>
              </p:cNvSpPr>
              <p:nvPr userDrawn="1"/>
            </p:nvSpPr>
            <p:spPr bwMode="auto">
              <a:xfrm>
                <a:off x="284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1" name="Line 68" hidden="1">
                <a:extLst>
                  <a:ext uri="{FF2B5EF4-FFF2-40B4-BE49-F238E27FC236}">
                    <a16:creationId xmlns:a16="http://schemas.microsoft.com/office/drawing/2014/main" id="{64D7AD52-F5A9-4A64-8B84-AF3851967FFC}"/>
                  </a:ext>
                </a:extLst>
              </p:cNvPr>
              <p:cNvSpPr>
                <a:spLocks noChangeShapeType="1"/>
              </p:cNvSpPr>
              <p:nvPr userDrawn="1"/>
            </p:nvSpPr>
            <p:spPr bwMode="auto">
              <a:xfrm>
                <a:off x="293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2" name="Line 69" hidden="1">
                <a:extLst>
                  <a:ext uri="{FF2B5EF4-FFF2-40B4-BE49-F238E27FC236}">
                    <a16:creationId xmlns:a16="http://schemas.microsoft.com/office/drawing/2014/main" id="{5D3220E8-F311-49C3-AE67-DC58D80DB2A4}"/>
                  </a:ext>
                </a:extLst>
              </p:cNvPr>
              <p:cNvSpPr>
                <a:spLocks noChangeShapeType="1"/>
              </p:cNvSpPr>
              <p:nvPr userDrawn="1"/>
            </p:nvSpPr>
            <p:spPr bwMode="auto">
              <a:xfrm>
                <a:off x="302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3" name="Line 70" hidden="1">
                <a:extLst>
                  <a:ext uri="{FF2B5EF4-FFF2-40B4-BE49-F238E27FC236}">
                    <a16:creationId xmlns:a16="http://schemas.microsoft.com/office/drawing/2014/main" id="{BCA88BD2-337E-43B8-865F-3CC48E0AC495}"/>
                  </a:ext>
                </a:extLst>
              </p:cNvPr>
              <p:cNvSpPr>
                <a:spLocks noChangeShapeType="1"/>
              </p:cNvSpPr>
              <p:nvPr userDrawn="1"/>
            </p:nvSpPr>
            <p:spPr bwMode="auto">
              <a:xfrm>
                <a:off x="320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4" name="Line 71" hidden="1">
                <a:extLst>
                  <a:ext uri="{FF2B5EF4-FFF2-40B4-BE49-F238E27FC236}">
                    <a16:creationId xmlns:a16="http://schemas.microsoft.com/office/drawing/2014/main" id="{306F3AC7-26E7-4D0D-90DB-1B46F77053CE}"/>
                  </a:ext>
                </a:extLst>
              </p:cNvPr>
              <p:cNvSpPr>
                <a:spLocks noChangeShapeType="1"/>
              </p:cNvSpPr>
              <p:nvPr userDrawn="1"/>
            </p:nvSpPr>
            <p:spPr bwMode="auto">
              <a:xfrm>
                <a:off x="329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5" name="Line 72" hidden="1">
                <a:extLst>
                  <a:ext uri="{FF2B5EF4-FFF2-40B4-BE49-F238E27FC236}">
                    <a16:creationId xmlns:a16="http://schemas.microsoft.com/office/drawing/2014/main" id="{DB71F46F-B806-4BEC-BD6F-04F5EBF2A2F4}"/>
                  </a:ext>
                </a:extLst>
              </p:cNvPr>
              <p:cNvSpPr>
                <a:spLocks noChangeShapeType="1"/>
              </p:cNvSpPr>
              <p:nvPr userDrawn="1"/>
            </p:nvSpPr>
            <p:spPr bwMode="auto">
              <a:xfrm>
                <a:off x="339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6" name="Line 73" hidden="1">
                <a:extLst>
                  <a:ext uri="{FF2B5EF4-FFF2-40B4-BE49-F238E27FC236}">
                    <a16:creationId xmlns:a16="http://schemas.microsoft.com/office/drawing/2014/main" id="{CF6037E8-0F85-4E79-998A-9BB242DD9004}"/>
                  </a:ext>
                </a:extLst>
              </p:cNvPr>
              <p:cNvSpPr>
                <a:spLocks noChangeShapeType="1"/>
              </p:cNvSpPr>
              <p:nvPr userDrawn="1"/>
            </p:nvSpPr>
            <p:spPr bwMode="auto">
              <a:xfrm>
                <a:off x="348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7" name="Line 74" hidden="1">
                <a:extLst>
                  <a:ext uri="{FF2B5EF4-FFF2-40B4-BE49-F238E27FC236}">
                    <a16:creationId xmlns:a16="http://schemas.microsoft.com/office/drawing/2014/main" id="{33AE2FA0-5154-44D3-BAA7-4251B6BA2171}"/>
                  </a:ext>
                </a:extLst>
              </p:cNvPr>
              <p:cNvSpPr>
                <a:spLocks noChangeShapeType="1"/>
              </p:cNvSpPr>
              <p:nvPr userDrawn="1"/>
            </p:nvSpPr>
            <p:spPr bwMode="auto">
              <a:xfrm>
                <a:off x="357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8" name="Line 75" hidden="1">
                <a:extLst>
                  <a:ext uri="{FF2B5EF4-FFF2-40B4-BE49-F238E27FC236}">
                    <a16:creationId xmlns:a16="http://schemas.microsoft.com/office/drawing/2014/main" id="{3505A4C4-29DC-45B9-A2A0-1564DCF3E6CE}"/>
                  </a:ext>
                </a:extLst>
              </p:cNvPr>
              <p:cNvSpPr>
                <a:spLocks noChangeShapeType="1"/>
              </p:cNvSpPr>
              <p:nvPr userDrawn="1"/>
            </p:nvSpPr>
            <p:spPr bwMode="auto">
              <a:xfrm>
                <a:off x="366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39" name="Line 76" hidden="1">
                <a:extLst>
                  <a:ext uri="{FF2B5EF4-FFF2-40B4-BE49-F238E27FC236}">
                    <a16:creationId xmlns:a16="http://schemas.microsoft.com/office/drawing/2014/main" id="{79C2C23A-02E0-4F2F-9D90-D2373346C84C}"/>
                  </a:ext>
                </a:extLst>
              </p:cNvPr>
              <p:cNvSpPr>
                <a:spLocks noChangeShapeType="1"/>
              </p:cNvSpPr>
              <p:nvPr userDrawn="1"/>
            </p:nvSpPr>
            <p:spPr bwMode="auto">
              <a:xfrm>
                <a:off x="375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0" name="Line 77" hidden="1">
                <a:extLst>
                  <a:ext uri="{FF2B5EF4-FFF2-40B4-BE49-F238E27FC236}">
                    <a16:creationId xmlns:a16="http://schemas.microsoft.com/office/drawing/2014/main" id="{4FA49DDA-112A-41EE-85E4-0E8BFB6B6D4A}"/>
                  </a:ext>
                </a:extLst>
              </p:cNvPr>
              <p:cNvSpPr>
                <a:spLocks noChangeShapeType="1"/>
              </p:cNvSpPr>
              <p:nvPr userDrawn="1"/>
            </p:nvSpPr>
            <p:spPr bwMode="auto">
              <a:xfrm>
                <a:off x="384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1" name="Line 78" hidden="1">
                <a:extLst>
                  <a:ext uri="{FF2B5EF4-FFF2-40B4-BE49-F238E27FC236}">
                    <a16:creationId xmlns:a16="http://schemas.microsoft.com/office/drawing/2014/main" id="{D7E3ECF2-F49D-4DDF-95EA-B6FB641C4C02}"/>
                  </a:ext>
                </a:extLst>
              </p:cNvPr>
              <p:cNvSpPr>
                <a:spLocks noChangeShapeType="1"/>
              </p:cNvSpPr>
              <p:nvPr userDrawn="1"/>
            </p:nvSpPr>
            <p:spPr bwMode="auto">
              <a:xfrm>
                <a:off x="393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2" name="Line 79" hidden="1">
                <a:extLst>
                  <a:ext uri="{FF2B5EF4-FFF2-40B4-BE49-F238E27FC236}">
                    <a16:creationId xmlns:a16="http://schemas.microsoft.com/office/drawing/2014/main" id="{73E3CA54-BF21-463C-BF31-79D702A6992D}"/>
                  </a:ext>
                </a:extLst>
              </p:cNvPr>
              <p:cNvSpPr>
                <a:spLocks noChangeShapeType="1"/>
              </p:cNvSpPr>
              <p:nvPr userDrawn="1"/>
            </p:nvSpPr>
            <p:spPr bwMode="auto">
              <a:xfrm>
                <a:off x="402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3" name="Line 80" hidden="1">
                <a:extLst>
                  <a:ext uri="{FF2B5EF4-FFF2-40B4-BE49-F238E27FC236}">
                    <a16:creationId xmlns:a16="http://schemas.microsoft.com/office/drawing/2014/main" id="{6320B812-27B2-4DF6-9040-25A0C5728D8A}"/>
                  </a:ext>
                </a:extLst>
              </p:cNvPr>
              <p:cNvSpPr>
                <a:spLocks noChangeShapeType="1"/>
              </p:cNvSpPr>
              <p:nvPr userDrawn="1"/>
            </p:nvSpPr>
            <p:spPr bwMode="auto">
              <a:xfrm>
                <a:off x="411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4" name="Line 81" hidden="1">
                <a:extLst>
                  <a:ext uri="{FF2B5EF4-FFF2-40B4-BE49-F238E27FC236}">
                    <a16:creationId xmlns:a16="http://schemas.microsoft.com/office/drawing/2014/main" id="{CBFA85EA-37C1-4E04-9008-E2522CA89359}"/>
                  </a:ext>
                </a:extLst>
              </p:cNvPr>
              <p:cNvSpPr>
                <a:spLocks noChangeShapeType="1"/>
              </p:cNvSpPr>
              <p:nvPr userDrawn="1"/>
            </p:nvSpPr>
            <p:spPr bwMode="auto">
              <a:xfrm>
                <a:off x="420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5" name="Line 82" hidden="1">
                <a:extLst>
                  <a:ext uri="{FF2B5EF4-FFF2-40B4-BE49-F238E27FC236}">
                    <a16:creationId xmlns:a16="http://schemas.microsoft.com/office/drawing/2014/main" id="{7D925E66-1BA8-42DA-A658-A91248FCD185}"/>
                  </a:ext>
                </a:extLst>
              </p:cNvPr>
              <p:cNvSpPr>
                <a:spLocks noChangeShapeType="1"/>
              </p:cNvSpPr>
              <p:nvPr userDrawn="1"/>
            </p:nvSpPr>
            <p:spPr bwMode="auto">
              <a:xfrm>
                <a:off x="42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6" name="Line 83" hidden="1">
                <a:extLst>
                  <a:ext uri="{FF2B5EF4-FFF2-40B4-BE49-F238E27FC236}">
                    <a16:creationId xmlns:a16="http://schemas.microsoft.com/office/drawing/2014/main" id="{84E672A3-5346-4CA1-ABE9-DCF52F8F50E8}"/>
                  </a:ext>
                </a:extLst>
              </p:cNvPr>
              <p:cNvSpPr>
                <a:spLocks noChangeShapeType="1"/>
              </p:cNvSpPr>
              <p:nvPr userDrawn="1"/>
            </p:nvSpPr>
            <p:spPr bwMode="auto">
              <a:xfrm>
                <a:off x="438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7" name="Line 84" hidden="1">
                <a:extLst>
                  <a:ext uri="{FF2B5EF4-FFF2-40B4-BE49-F238E27FC236}">
                    <a16:creationId xmlns:a16="http://schemas.microsoft.com/office/drawing/2014/main" id="{A6F39E7C-D077-4714-B73C-918ABF54746C}"/>
                  </a:ext>
                </a:extLst>
              </p:cNvPr>
              <p:cNvSpPr>
                <a:spLocks noChangeShapeType="1"/>
              </p:cNvSpPr>
              <p:nvPr userDrawn="1"/>
            </p:nvSpPr>
            <p:spPr bwMode="auto">
              <a:xfrm>
                <a:off x="447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8" name="Line 85" hidden="1">
                <a:extLst>
                  <a:ext uri="{FF2B5EF4-FFF2-40B4-BE49-F238E27FC236}">
                    <a16:creationId xmlns:a16="http://schemas.microsoft.com/office/drawing/2014/main" id="{5483750A-C8BB-4407-821E-290D457A0D7F}"/>
                  </a:ext>
                </a:extLst>
              </p:cNvPr>
              <p:cNvSpPr>
                <a:spLocks noChangeShapeType="1"/>
              </p:cNvSpPr>
              <p:nvPr userDrawn="1"/>
            </p:nvSpPr>
            <p:spPr bwMode="auto">
              <a:xfrm>
                <a:off x="456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49" name="Line 86" hidden="1">
                <a:extLst>
                  <a:ext uri="{FF2B5EF4-FFF2-40B4-BE49-F238E27FC236}">
                    <a16:creationId xmlns:a16="http://schemas.microsoft.com/office/drawing/2014/main" id="{A766C256-8AFC-49C1-A5C1-39E61D57D7EB}"/>
                  </a:ext>
                </a:extLst>
              </p:cNvPr>
              <p:cNvSpPr>
                <a:spLocks noChangeShapeType="1"/>
              </p:cNvSpPr>
              <p:nvPr userDrawn="1"/>
            </p:nvSpPr>
            <p:spPr bwMode="auto">
              <a:xfrm>
                <a:off x="466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0" name="Line 87" hidden="1">
                <a:extLst>
                  <a:ext uri="{FF2B5EF4-FFF2-40B4-BE49-F238E27FC236}">
                    <a16:creationId xmlns:a16="http://schemas.microsoft.com/office/drawing/2014/main" id="{76369209-A4F8-4340-9449-A348B8B60D75}"/>
                  </a:ext>
                </a:extLst>
              </p:cNvPr>
              <p:cNvSpPr>
                <a:spLocks noChangeShapeType="1"/>
              </p:cNvSpPr>
              <p:nvPr userDrawn="1"/>
            </p:nvSpPr>
            <p:spPr bwMode="auto">
              <a:xfrm>
                <a:off x="4751"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1" name="Line 88" hidden="1">
                <a:extLst>
                  <a:ext uri="{FF2B5EF4-FFF2-40B4-BE49-F238E27FC236}">
                    <a16:creationId xmlns:a16="http://schemas.microsoft.com/office/drawing/2014/main" id="{C3805FAB-AB41-4940-B41C-79829CFBDF4F}"/>
                  </a:ext>
                </a:extLst>
              </p:cNvPr>
              <p:cNvSpPr>
                <a:spLocks noChangeShapeType="1"/>
              </p:cNvSpPr>
              <p:nvPr userDrawn="1"/>
            </p:nvSpPr>
            <p:spPr bwMode="auto">
              <a:xfrm>
                <a:off x="484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2" name="Line 89" hidden="1">
                <a:extLst>
                  <a:ext uri="{FF2B5EF4-FFF2-40B4-BE49-F238E27FC236}">
                    <a16:creationId xmlns:a16="http://schemas.microsoft.com/office/drawing/2014/main" id="{8DE549EE-4173-45F4-A70A-572FF303620B}"/>
                  </a:ext>
                </a:extLst>
              </p:cNvPr>
              <p:cNvSpPr>
                <a:spLocks noChangeShapeType="1"/>
              </p:cNvSpPr>
              <p:nvPr userDrawn="1"/>
            </p:nvSpPr>
            <p:spPr bwMode="auto">
              <a:xfrm>
                <a:off x="4932"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3" name="Line 90" hidden="1">
                <a:extLst>
                  <a:ext uri="{FF2B5EF4-FFF2-40B4-BE49-F238E27FC236}">
                    <a16:creationId xmlns:a16="http://schemas.microsoft.com/office/drawing/2014/main" id="{5DB920FF-7D65-472A-A8D7-C1B09D6AC185}"/>
                  </a:ext>
                </a:extLst>
              </p:cNvPr>
              <p:cNvSpPr>
                <a:spLocks noChangeShapeType="1"/>
              </p:cNvSpPr>
              <p:nvPr userDrawn="1"/>
            </p:nvSpPr>
            <p:spPr bwMode="auto">
              <a:xfrm>
                <a:off x="5023"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4" name="Line 91" hidden="1">
                <a:extLst>
                  <a:ext uri="{FF2B5EF4-FFF2-40B4-BE49-F238E27FC236}">
                    <a16:creationId xmlns:a16="http://schemas.microsoft.com/office/drawing/2014/main" id="{6FD4F4EE-90EB-415A-9943-7F0D3F8591A0}"/>
                  </a:ext>
                </a:extLst>
              </p:cNvPr>
              <p:cNvSpPr>
                <a:spLocks noChangeShapeType="1"/>
              </p:cNvSpPr>
              <p:nvPr userDrawn="1"/>
            </p:nvSpPr>
            <p:spPr bwMode="auto">
              <a:xfrm>
                <a:off x="511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5" name="Line 92" hidden="1">
                <a:extLst>
                  <a:ext uri="{FF2B5EF4-FFF2-40B4-BE49-F238E27FC236}">
                    <a16:creationId xmlns:a16="http://schemas.microsoft.com/office/drawing/2014/main" id="{CE5D22E9-7B49-4E64-A46C-F92C48FF65CE}"/>
                  </a:ext>
                </a:extLst>
              </p:cNvPr>
              <p:cNvSpPr>
                <a:spLocks noChangeShapeType="1"/>
              </p:cNvSpPr>
              <p:nvPr userDrawn="1"/>
            </p:nvSpPr>
            <p:spPr bwMode="auto">
              <a:xfrm>
                <a:off x="5204"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6" name="Line 93" hidden="1">
                <a:extLst>
                  <a:ext uri="{FF2B5EF4-FFF2-40B4-BE49-F238E27FC236}">
                    <a16:creationId xmlns:a16="http://schemas.microsoft.com/office/drawing/2014/main" id="{43CE2D34-C777-4AA7-834C-A02CB9BFFEFE}"/>
                  </a:ext>
                </a:extLst>
              </p:cNvPr>
              <p:cNvSpPr>
                <a:spLocks noChangeShapeType="1"/>
              </p:cNvSpPr>
              <p:nvPr userDrawn="1"/>
            </p:nvSpPr>
            <p:spPr bwMode="auto">
              <a:xfrm>
                <a:off x="5295"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7" name="Line 94" hidden="1">
                <a:extLst>
                  <a:ext uri="{FF2B5EF4-FFF2-40B4-BE49-F238E27FC236}">
                    <a16:creationId xmlns:a16="http://schemas.microsoft.com/office/drawing/2014/main" id="{1FAC2A38-3597-4F7A-A809-8844F13F3E43}"/>
                  </a:ext>
                </a:extLst>
              </p:cNvPr>
              <p:cNvSpPr>
                <a:spLocks noChangeShapeType="1"/>
              </p:cNvSpPr>
              <p:nvPr userDrawn="1"/>
            </p:nvSpPr>
            <p:spPr bwMode="auto">
              <a:xfrm>
                <a:off x="5386"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8" name="Line 95" hidden="1">
                <a:extLst>
                  <a:ext uri="{FF2B5EF4-FFF2-40B4-BE49-F238E27FC236}">
                    <a16:creationId xmlns:a16="http://schemas.microsoft.com/office/drawing/2014/main" id="{9D23CC5B-74CB-4314-9D75-C23CCF34A5BE}"/>
                  </a:ext>
                </a:extLst>
              </p:cNvPr>
              <p:cNvSpPr>
                <a:spLocks noChangeShapeType="1"/>
              </p:cNvSpPr>
              <p:nvPr userDrawn="1"/>
            </p:nvSpPr>
            <p:spPr bwMode="auto">
              <a:xfrm>
                <a:off x="547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59" name="Line 96" hidden="1">
                <a:extLst>
                  <a:ext uri="{FF2B5EF4-FFF2-40B4-BE49-F238E27FC236}">
                    <a16:creationId xmlns:a16="http://schemas.microsoft.com/office/drawing/2014/main" id="{19DCC512-91C1-46ED-9632-062207BD14CC}"/>
                  </a:ext>
                </a:extLst>
              </p:cNvPr>
              <p:cNvSpPr>
                <a:spLocks noChangeShapeType="1"/>
              </p:cNvSpPr>
              <p:nvPr userDrawn="1"/>
            </p:nvSpPr>
            <p:spPr bwMode="auto">
              <a:xfrm>
                <a:off x="556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0" name="Line 97" hidden="1">
                <a:extLst>
                  <a:ext uri="{FF2B5EF4-FFF2-40B4-BE49-F238E27FC236}">
                    <a16:creationId xmlns:a16="http://schemas.microsoft.com/office/drawing/2014/main" id="{4910894A-09A7-4957-9998-D618038D77CD}"/>
                  </a:ext>
                </a:extLst>
              </p:cNvPr>
              <p:cNvSpPr>
                <a:spLocks noChangeShapeType="1"/>
              </p:cNvSpPr>
              <p:nvPr userDrawn="1"/>
            </p:nvSpPr>
            <p:spPr bwMode="auto">
              <a:xfrm>
                <a:off x="5658"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1" name="Line 98" hidden="1">
                <a:extLst>
                  <a:ext uri="{FF2B5EF4-FFF2-40B4-BE49-F238E27FC236}">
                    <a16:creationId xmlns:a16="http://schemas.microsoft.com/office/drawing/2014/main" id="{79BCD419-3220-4199-AEB6-EAF476F4EEFA}"/>
                  </a:ext>
                </a:extLst>
              </p:cNvPr>
              <p:cNvSpPr>
                <a:spLocks noChangeShapeType="1"/>
              </p:cNvSpPr>
              <p:nvPr userDrawn="1"/>
            </p:nvSpPr>
            <p:spPr bwMode="auto">
              <a:xfrm>
                <a:off x="5749"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2" name="Line 99" hidden="1">
                <a:extLst>
                  <a:ext uri="{FF2B5EF4-FFF2-40B4-BE49-F238E27FC236}">
                    <a16:creationId xmlns:a16="http://schemas.microsoft.com/office/drawing/2014/main" id="{CD5EA5E3-D2E5-4B93-8C9A-FB814DC39EDF}"/>
                  </a:ext>
                </a:extLst>
              </p:cNvPr>
              <p:cNvSpPr>
                <a:spLocks noChangeShapeType="1"/>
              </p:cNvSpPr>
              <p:nvPr userDrawn="1"/>
            </p:nvSpPr>
            <p:spPr bwMode="auto">
              <a:xfrm>
                <a:off x="397"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63" name="Line 100" hidden="1">
                <a:extLst>
                  <a:ext uri="{FF2B5EF4-FFF2-40B4-BE49-F238E27FC236}">
                    <a16:creationId xmlns:a16="http://schemas.microsoft.com/office/drawing/2014/main" id="{97AED7B1-E532-4150-A2B3-96030E0D777C}"/>
                  </a:ext>
                </a:extLst>
              </p:cNvPr>
              <p:cNvSpPr>
                <a:spLocks noChangeShapeType="1"/>
              </p:cNvSpPr>
              <p:nvPr userDrawn="1"/>
            </p:nvSpPr>
            <p:spPr bwMode="auto">
              <a:xfrm>
                <a:off x="5840" y="737"/>
                <a:ext cx="0" cy="3447"/>
              </a:xfrm>
              <a:prstGeom prst="line">
                <a:avLst/>
              </a:prstGeom>
              <a:noFill/>
              <a:ln w="9525">
                <a:solidFill>
                  <a:srgbClr val="EAEAE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700" name="Group 101" hidden="1">
              <a:extLst>
                <a:ext uri="{FF2B5EF4-FFF2-40B4-BE49-F238E27FC236}">
                  <a16:creationId xmlns:a16="http://schemas.microsoft.com/office/drawing/2014/main" id="{A6CC68EC-8C9D-42BC-898A-01B608115287}"/>
                </a:ext>
              </a:extLst>
            </p:cNvPr>
            <p:cNvGrpSpPr>
              <a:grpSpLocks/>
            </p:cNvGrpSpPr>
            <p:nvPr userDrawn="1"/>
          </p:nvGrpSpPr>
          <p:grpSpPr bwMode="auto">
            <a:xfrm>
              <a:off x="306" y="782"/>
              <a:ext cx="5625" cy="3447"/>
              <a:chOff x="306" y="737"/>
              <a:chExt cx="5625" cy="3447"/>
            </a:xfrm>
          </p:grpSpPr>
          <p:sp>
            <p:nvSpPr>
              <p:cNvPr id="3701" name="Line 102" hidden="1">
                <a:extLst>
                  <a:ext uri="{FF2B5EF4-FFF2-40B4-BE49-F238E27FC236}">
                    <a16:creationId xmlns:a16="http://schemas.microsoft.com/office/drawing/2014/main" id="{CBA78468-E545-40D9-A312-78B77C0F0EB8}"/>
                  </a:ext>
                </a:extLst>
              </p:cNvPr>
              <p:cNvSpPr>
                <a:spLocks noChangeShapeType="1"/>
              </p:cNvSpPr>
              <p:nvPr userDrawn="1"/>
            </p:nvSpPr>
            <p:spPr bwMode="auto">
              <a:xfrm>
                <a:off x="306" y="2461"/>
                <a:ext cx="5625" cy="0"/>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2" name="Line 103" hidden="1">
                <a:extLst>
                  <a:ext uri="{FF2B5EF4-FFF2-40B4-BE49-F238E27FC236}">
                    <a16:creationId xmlns:a16="http://schemas.microsoft.com/office/drawing/2014/main" id="{4898C426-0313-450D-860C-13B5DE31D292}"/>
                  </a:ext>
                </a:extLst>
              </p:cNvPr>
              <p:cNvSpPr>
                <a:spLocks noChangeShapeType="1"/>
              </p:cNvSpPr>
              <p:nvPr userDrawn="1"/>
            </p:nvSpPr>
            <p:spPr bwMode="auto">
              <a:xfrm>
                <a:off x="3119" y="737"/>
                <a:ext cx="0" cy="3447"/>
              </a:xfrm>
              <a:prstGeom prst="line">
                <a:avLst/>
              </a:prstGeom>
              <a:noFill/>
              <a:ln w="9525">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703" name="Rectangle 104" hidden="1">
                <a:extLst>
                  <a:ext uri="{FF2B5EF4-FFF2-40B4-BE49-F238E27FC236}">
                    <a16:creationId xmlns:a16="http://schemas.microsoft.com/office/drawing/2014/main" id="{4B8BB301-FBCC-4BE9-9002-E7B2DAE61243}"/>
                  </a:ext>
                </a:extLst>
              </p:cNvPr>
              <p:cNvSpPr>
                <a:spLocks noChangeArrowheads="1"/>
              </p:cNvSpPr>
              <p:nvPr userDrawn="1"/>
            </p:nvSpPr>
            <p:spPr bwMode="auto">
              <a:xfrm>
                <a:off x="306" y="737"/>
                <a:ext cx="5625" cy="3447"/>
              </a:xfrm>
              <a:prstGeom prst="rect">
                <a:avLst/>
              </a:prstGeom>
              <a:noFill/>
              <a:ln w="9525">
                <a:solidFill>
                  <a:srgbClr val="C0C0C0"/>
                </a:solidFill>
                <a:miter lim="800000"/>
                <a:headEnd/>
                <a:tailEnd/>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grpSp>
      <p:sp>
        <p:nvSpPr>
          <p:cNvPr id="159" name="テキスト プレースホルダー 158">
            <a:extLst>
              <a:ext uri="{FF2B5EF4-FFF2-40B4-BE49-F238E27FC236}">
                <a16:creationId xmlns:a16="http://schemas.microsoft.com/office/drawing/2014/main" id="{3DCEF191-16CA-4CAC-ABD7-FF2EBF68F396}"/>
              </a:ext>
            </a:extLst>
          </p:cNvPr>
          <p:cNvSpPr>
            <a:spLocks noGrp="1"/>
          </p:cNvSpPr>
          <p:nvPr>
            <p:ph type="body" idx="1"/>
          </p:nvPr>
        </p:nvSpPr>
        <p:spPr bwMode="gray">
          <a:xfrm>
            <a:off x="485775" y="1154113"/>
            <a:ext cx="8934450" cy="5086350"/>
          </a:xfrm>
          <a:prstGeom prst="rect">
            <a:avLst/>
          </a:prstGeom>
          <a:ln cmpd="sng">
            <a:noFill/>
          </a:ln>
        </p:spPr>
        <p:txBody>
          <a:bodyPr vert="horz" lIns="216000" tIns="36000" rIns="0" bIns="0" rtlCol="0">
            <a:noAutofit/>
          </a:body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endParaRPr lang="en-US" altLang="ja-JP" noProof="0"/>
          </a:p>
          <a:p>
            <a:pPr lvl="5"/>
            <a:r>
              <a:rPr lang="ja-JP" altLang="en-US" noProof="0"/>
              <a:t>第 </a:t>
            </a:r>
            <a:r>
              <a:rPr lang="en-US" altLang="ja-JP" noProof="0"/>
              <a:t>6 </a:t>
            </a:r>
            <a:r>
              <a:rPr lang="ja-JP" altLang="en-US" noProof="0"/>
              <a:t>レベル</a:t>
            </a:r>
          </a:p>
          <a:p>
            <a:pPr lvl="6"/>
            <a:r>
              <a:rPr lang="ja-JP" altLang="en-US" noProof="0"/>
              <a:t>第 </a:t>
            </a:r>
            <a:r>
              <a:rPr lang="en-US" altLang="ja-JP" noProof="0"/>
              <a:t>7 </a:t>
            </a:r>
            <a:r>
              <a:rPr lang="ja-JP" altLang="en-US" noProof="0"/>
              <a:t>レベル</a:t>
            </a:r>
          </a:p>
          <a:p>
            <a:pPr lvl="7"/>
            <a:r>
              <a:rPr lang="ja-JP" altLang="en-US" noProof="0"/>
              <a:t>第 </a:t>
            </a:r>
            <a:r>
              <a:rPr lang="en-US" altLang="ja-JP" noProof="0"/>
              <a:t>8 </a:t>
            </a:r>
            <a:r>
              <a:rPr lang="ja-JP" altLang="en-US" noProof="0"/>
              <a:t>レベル</a:t>
            </a:r>
          </a:p>
          <a:p>
            <a:pPr lvl="8"/>
            <a:r>
              <a:rPr lang="ja-JP" altLang="en-US" noProof="0"/>
              <a:t>第 </a:t>
            </a:r>
            <a:r>
              <a:rPr lang="en-US" altLang="ja-JP" noProof="0"/>
              <a:t>9 </a:t>
            </a:r>
            <a:r>
              <a:rPr lang="ja-JP" altLang="en-US" noProof="0"/>
              <a:t>レベル</a:t>
            </a:r>
          </a:p>
        </p:txBody>
      </p:sp>
      <p:grpSp>
        <p:nvGrpSpPr>
          <p:cNvPr id="3076" name="グループ化 130">
            <a:extLst>
              <a:ext uri="{FF2B5EF4-FFF2-40B4-BE49-F238E27FC236}">
                <a16:creationId xmlns:a16="http://schemas.microsoft.com/office/drawing/2014/main" id="{B3BA25B4-6FC3-4308-A3A2-91728B2D438B}"/>
              </a:ext>
            </a:extLst>
          </p:cNvPr>
          <p:cNvGrpSpPr>
            <a:grpSpLocks/>
          </p:cNvGrpSpPr>
          <p:nvPr/>
        </p:nvGrpSpPr>
        <p:grpSpPr bwMode="auto">
          <a:xfrm>
            <a:off x="341313" y="476250"/>
            <a:ext cx="9223375" cy="409575"/>
            <a:chOff x="341313" y="512763"/>
            <a:chExt cx="9218612" cy="439737"/>
          </a:xfrm>
        </p:grpSpPr>
        <p:sp>
          <p:nvSpPr>
            <p:cNvPr id="3694" name="Rectangle 114">
              <a:extLst>
                <a:ext uri="{FF2B5EF4-FFF2-40B4-BE49-F238E27FC236}">
                  <a16:creationId xmlns:a16="http://schemas.microsoft.com/office/drawing/2014/main" id="{D914B5A8-27B1-4B05-A07B-C2B2ACED69D8}"/>
                </a:ext>
              </a:extLst>
            </p:cNvPr>
            <p:cNvSpPr>
              <a:spLocks noChangeArrowheads="1"/>
            </p:cNvSpPr>
            <p:nvPr userDrawn="1"/>
          </p:nvSpPr>
          <p:spPr bwMode="gray">
            <a:xfrm>
              <a:off x="341313" y="880915"/>
              <a:ext cx="9218612" cy="52837"/>
            </a:xfrm>
            <a:prstGeom prst="rect">
              <a:avLst/>
            </a:prstGeom>
            <a:solidFill>
              <a:srgbClr val="004831"/>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3695" name="Rectangle 115">
              <a:extLst>
                <a:ext uri="{FF2B5EF4-FFF2-40B4-BE49-F238E27FC236}">
                  <a16:creationId xmlns:a16="http://schemas.microsoft.com/office/drawing/2014/main" id="{BB2147AE-2D06-4B44-AD06-EEFA5A402FF3}"/>
                </a:ext>
              </a:extLst>
            </p:cNvPr>
            <p:cNvSpPr>
              <a:spLocks noChangeArrowheads="1"/>
            </p:cNvSpPr>
            <p:nvPr userDrawn="1"/>
          </p:nvSpPr>
          <p:spPr bwMode="gray">
            <a:xfrm>
              <a:off x="341313" y="933752"/>
              <a:ext cx="9218612" cy="18748"/>
            </a:xfrm>
            <a:prstGeom prst="rect">
              <a:avLst/>
            </a:prstGeom>
            <a:solidFill>
              <a:srgbClr val="C4D700"/>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3696" name="Rectangle 116">
              <a:extLst>
                <a:ext uri="{FF2B5EF4-FFF2-40B4-BE49-F238E27FC236}">
                  <a16:creationId xmlns:a16="http://schemas.microsoft.com/office/drawing/2014/main" id="{5B7EF94F-544B-4B18-A017-3255BF4287E4}"/>
                </a:ext>
              </a:extLst>
            </p:cNvPr>
            <p:cNvSpPr>
              <a:spLocks noChangeArrowheads="1"/>
            </p:cNvSpPr>
            <p:nvPr userDrawn="1"/>
          </p:nvSpPr>
          <p:spPr bwMode="gray">
            <a:xfrm>
              <a:off x="341313" y="696839"/>
              <a:ext cx="142801" cy="144875"/>
            </a:xfrm>
            <a:prstGeom prst="rect">
              <a:avLst/>
            </a:prstGeom>
            <a:solidFill>
              <a:srgbClr val="C4D700"/>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sp>
          <p:nvSpPr>
            <p:cNvPr id="3697" name="Rectangle 117">
              <a:extLst>
                <a:ext uri="{FF2B5EF4-FFF2-40B4-BE49-F238E27FC236}">
                  <a16:creationId xmlns:a16="http://schemas.microsoft.com/office/drawing/2014/main" id="{7948E474-4DD8-42A8-A330-CC03EE5E9800}"/>
                </a:ext>
              </a:extLst>
            </p:cNvPr>
            <p:cNvSpPr>
              <a:spLocks noChangeArrowheads="1"/>
            </p:cNvSpPr>
            <p:nvPr userDrawn="1"/>
          </p:nvSpPr>
          <p:spPr bwMode="gray">
            <a:xfrm>
              <a:off x="341313" y="512763"/>
              <a:ext cx="142801" cy="144875"/>
            </a:xfrm>
            <a:prstGeom prst="rect">
              <a:avLst/>
            </a:prstGeom>
            <a:solidFill>
              <a:srgbClr val="004831"/>
            </a:solid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sp>
        <p:nvSpPr>
          <p:cNvPr id="5" name="フッター プレースホルダー 4">
            <a:extLst>
              <a:ext uri="{FF2B5EF4-FFF2-40B4-BE49-F238E27FC236}">
                <a16:creationId xmlns:a16="http://schemas.microsoft.com/office/drawing/2014/main" id="{75CA7E2E-9249-4ED6-9B9A-19443031DEDD}"/>
              </a:ext>
            </a:extLst>
          </p:cNvPr>
          <p:cNvSpPr>
            <a:spLocks noGrp="1"/>
          </p:cNvSpPr>
          <p:nvPr>
            <p:ph type="ftr" sz="quarter" idx="3"/>
          </p:nvPr>
        </p:nvSpPr>
        <p:spPr bwMode="gray">
          <a:xfrm>
            <a:off x="2432050" y="6438900"/>
            <a:ext cx="631825" cy="254000"/>
          </a:xfrm>
          <a:prstGeom prst="rect">
            <a:avLst/>
          </a:prstGeom>
          <a:noFill/>
          <a:ln>
            <a:noFill/>
          </a:ln>
          <a:effectLst/>
        </p:spPr>
        <p:txBody>
          <a:bodyPr vert="horz" wrap="square" lIns="98734" tIns="49367" rIns="98734" bIns="49367" numCol="1" anchor="t" anchorCtr="0" compatLnSpc="1">
            <a:prstTxWarp prst="textNoShape">
              <a:avLst/>
            </a:prstTxWarp>
            <a:spAutoFit/>
          </a:bodyPr>
          <a:lstStyle>
            <a:lvl1pPr algn="r">
              <a:defRPr lang="ja-JP" altLang="en-US" sz="1001">
                <a:solidFill>
                  <a:srgbClr val="000000"/>
                </a:solidFill>
                <a:latin typeface="ＭＳ Ｐゴシック" pitchFamily="50" charset="-128"/>
                <a:ea typeface="ＭＳ Ｐゴシック" pitchFamily="50" charset="-128"/>
              </a:defRPr>
            </a:lvl1pPr>
          </a:lstStyle>
          <a:p>
            <a:pPr>
              <a:defRPr/>
            </a:pPr>
            <a:endParaRPr/>
          </a:p>
        </p:txBody>
      </p:sp>
      <p:sp>
        <p:nvSpPr>
          <p:cNvPr id="6" name="スライド番号プレースホルダー 5">
            <a:extLst>
              <a:ext uri="{FF2B5EF4-FFF2-40B4-BE49-F238E27FC236}">
                <a16:creationId xmlns:a16="http://schemas.microsoft.com/office/drawing/2014/main" id="{B0861E54-4368-4F91-80B1-A9BE23E9D7F5}"/>
              </a:ext>
            </a:extLst>
          </p:cNvPr>
          <p:cNvSpPr>
            <a:spLocks noGrp="1"/>
          </p:cNvSpPr>
          <p:nvPr>
            <p:ph type="sldNum" sz="quarter" idx="4"/>
          </p:nvPr>
        </p:nvSpPr>
        <p:spPr bwMode="gray">
          <a:xfrm>
            <a:off x="9234488" y="6389688"/>
            <a:ext cx="660400" cy="468312"/>
          </a:xfrm>
          <a:prstGeom prst="rect">
            <a:avLst/>
          </a:prstGeom>
          <a:noFill/>
          <a:ln>
            <a:noFill/>
          </a:ln>
          <a:effectLst/>
        </p:spPr>
        <p:txBody>
          <a:bodyPr vert="horz" wrap="none" lIns="98734" tIns="49367" rIns="98734" bIns="49367" numCol="1" anchor="t" anchorCtr="0" compatLnSpc="1">
            <a:prstTxWarp prst="textNoShape">
              <a:avLst/>
            </a:prstTxWarp>
            <a:spAutoFit/>
          </a:bodyPr>
          <a:lstStyle>
            <a:lvl1pPr algn="r">
              <a:defRPr sz="2400">
                <a:solidFill>
                  <a:srgbClr val="004831"/>
                </a:solidFill>
              </a:defRPr>
            </a:lvl1pPr>
          </a:lstStyle>
          <a:p>
            <a:pPr>
              <a:defRPr/>
            </a:pPr>
            <a:fld id="{3167F83E-1485-4CBD-B2F0-72721D13549A}" type="slidenum">
              <a:rPr lang="en-US" altLang="ja-JP"/>
              <a:pPr>
                <a:defRPr/>
              </a:pPr>
              <a:t>‹#›</a:t>
            </a:fld>
            <a:endParaRPr lang="en-US" altLang="ja-JP"/>
          </a:p>
        </p:txBody>
      </p:sp>
      <p:sp>
        <p:nvSpPr>
          <p:cNvPr id="3079" name="タイトル プレースホルダー 1">
            <a:extLst>
              <a:ext uri="{FF2B5EF4-FFF2-40B4-BE49-F238E27FC236}">
                <a16:creationId xmlns:a16="http://schemas.microsoft.com/office/drawing/2014/main" id="{A8E17E4C-AB29-4928-93E0-A28C926BACAB}"/>
              </a:ext>
            </a:extLst>
          </p:cNvPr>
          <p:cNvSpPr>
            <a:spLocks noGrp="1"/>
          </p:cNvSpPr>
          <p:nvPr>
            <p:ph type="title"/>
          </p:nvPr>
        </p:nvSpPr>
        <p:spPr bwMode="gray">
          <a:xfrm>
            <a:off x="558800" y="392113"/>
            <a:ext cx="898683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0" rIns="90000" bIns="0" numCol="1" anchor="b" anchorCtr="0" compatLnSpc="1">
            <a:prstTxWarp prst="textNoShape">
              <a:avLst/>
            </a:prstTxWarp>
            <a:spAutoFit/>
          </a:bodyPr>
          <a:lstStyle/>
          <a:p>
            <a:pPr lvl="0"/>
            <a:r>
              <a:rPr lang="ja-JP" altLang="en-US"/>
              <a:t>マスター タイトルの書式設定</a:t>
            </a:r>
          </a:p>
        </p:txBody>
      </p:sp>
      <p:sp>
        <p:nvSpPr>
          <p:cNvPr id="156" name="テキスト ボックス 155">
            <a:extLst>
              <a:ext uri="{FF2B5EF4-FFF2-40B4-BE49-F238E27FC236}">
                <a16:creationId xmlns:a16="http://schemas.microsoft.com/office/drawing/2014/main" id="{756BEBE3-EE1B-4D6E-B41C-FD6420DBCF42}"/>
              </a:ext>
            </a:extLst>
          </p:cNvPr>
          <p:cNvSpPr txBox="1"/>
          <p:nvPr/>
        </p:nvSpPr>
        <p:spPr bwMode="gray">
          <a:xfrm>
            <a:off x="5649913" y="6557963"/>
            <a:ext cx="3554412" cy="123825"/>
          </a:xfrm>
          <a:prstGeom prst="rect">
            <a:avLst/>
          </a:prstGeom>
          <a:noFill/>
          <a:ln>
            <a:noFill/>
          </a:ln>
          <a:effectLst/>
        </p:spPr>
        <p:txBody>
          <a:bodyPr wrap="none" lIns="0" tIns="0" rIns="0" bIns="0">
            <a:spAutoFit/>
          </a:bodyPr>
          <a:lstStyle>
            <a:defPPr>
              <a:defRPr lang="ja-JP"/>
            </a:defPPr>
            <a:lvl1pPr algn="r" defTabSz="987425">
              <a:defRPr sz="800">
                <a:solidFill>
                  <a:srgbClr val="808080"/>
                </a:solidFill>
                <a:latin typeface="Arial" charset="0"/>
                <a:ea typeface="ＭＳ Ｐゴシック" pitchFamily="50" charset="-128"/>
              </a:defRPr>
            </a:lvl1pPr>
            <a:lvl2pPr defTabSz="987425">
              <a:defRPr>
                <a:latin typeface="Arial" charset="0"/>
                <a:ea typeface="ＭＳ Ｐゴシック" pitchFamily="50" charset="-128"/>
              </a:defRPr>
            </a:lvl2pPr>
            <a:lvl3pPr defTabSz="987425">
              <a:defRPr>
                <a:latin typeface="Arial" charset="0"/>
                <a:ea typeface="ＭＳ Ｐゴシック" pitchFamily="50" charset="-128"/>
              </a:defRPr>
            </a:lvl3pPr>
            <a:lvl4pPr defTabSz="987425">
              <a:defRPr>
                <a:latin typeface="Arial" charset="0"/>
                <a:ea typeface="ＭＳ Ｐゴシック" pitchFamily="50" charset="-128"/>
              </a:defRPr>
            </a:lvl4pPr>
            <a:lvl5pPr defTabSz="987425">
              <a:defRPr>
                <a:latin typeface="Arial" charset="0"/>
                <a:ea typeface="ＭＳ Ｐゴシック" pitchFamily="50" charset="-128"/>
              </a:defRPr>
            </a:lvl5pPr>
            <a:lvl6pPr defTabSz="987425" fontAlgn="base">
              <a:spcBef>
                <a:spcPct val="0"/>
              </a:spcBef>
              <a:spcAft>
                <a:spcPct val="0"/>
              </a:spcAft>
              <a:defRPr>
                <a:latin typeface="Arial" charset="0"/>
                <a:ea typeface="ＭＳ Ｐゴシック" pitchFamily="50" charset="-128"/>
              </a:defRPr>
            </a:lvl6pPr>
            <a:lvl7pPr defTabSz="987425" fontAlgn="base">
              <a:spcBef>
                <a:spcPct val="0"/>
              </a:spcBef>
              <a:spcAft>
                <a:spcPct val="0"/>
              </a:spcAft>
              <a:defRPr>
                <a:latin typeface="Arial" charset="0"/>
                <a:ea typeface="ＭＳ Ｐゴシック" pitchFamily="50" charset="-128"/>
              </a:defRPr>
            </a:lvl7pPr>
            <a:lvl8pPr defTabSz="987425" fontAlgn="base">
              <a:spcBef>
                <a:spcPct val="0"/>
              </a:spcBef>
              <a:spcAft>
                <a:spcPct val="0"/>
              </a:spcAft>
              <a:defRPr>
                <a:latin typeface="Arial" charset="0"/>
                <a:ea typeface="ＭＳ Ｐゴシック" pitchFamily="50" charset="-128"/>
              </a:defRPr>
            </a:lvl8pPr>
            <a:lvl9pPr defTabSz="987425" fontAlgn="base">
              <a:spcBef>
                <a:spcPct val="0"/>
              </a:spcBef>
              <a:spcAft>
                <a:spcPct val="0"/>
              </a:spcAft>
              <a:defRPr>
                <a:latin typeface="Arial" charset="0"/>
                <a:ea typeface="ＭＳ Ｐゴシック" pitchFamily="50" charset="-128"/>
              </a:defRPr>
            </a:lvl9pPr>
          </a:lstStyle>
          <a:p>
            <a:pPr fontAlgn="auto">
              <a:spcBef>
                <a:spcPts val="0"/>
              </a:spcBef>
              <a:spcAft>
                <a:spcPts val="0"/>
              </a:spcAft>
              <a:defRPr/>
            </a:pPr>
            <a:r>
              <a:rPr lang="en-US" altLang="ja-JP"/>
              <a:t>Copyright © 2020 Sumitomo Mitsui Banking Corporation. All Rights Reserved.</a:t>
            </a:r>
          </a:p>
        </p:txBody>
      </p:sp>
      <p:pic>
        <p:nvPicPr>
          <p:cNvPr id="3081" name="Picture 2">
            <a:extLst>
              <a:ext uri="{FF2B5EF4-FFF2-40B4-BE49-F238E27FC236}">
                <a16:creationId xmlns:a16="http://schemas.microsoft.com/office/drawing/2014/main" id="{65CBA4C3-8E9E-4DE1-8F4C-AB283F368BF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2900" y="6423025"/>
            <a:ext cx="2195513"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82" name="グループ化 115">
            <a:extLst>
              <a:ext uri="{FF2B5EF4-FFF2-40B4-BE49-F238E27FC236}">
                <a16:creationId xmlns:a16="http://schemas.microsoft.com/office/drawing/2014/main" id="{6842486A-B0EF-41A5-B7DF-48E5BE0B9943}"/>
              </a:ext>
            </a:extLst>
          </p:cNvPr>
          <p:cNvGrpSpPr>
            <a:grpSpLocks/>
          </p:cNvGrpSpPr>
          <p:nvPr/>
        </p:nvGrpSpPr>
        <p:grpSpPr bwMode="auto">
          <a:xfrm>
            <a:off x="485775" y="1154113"/>
            <a:ext cx="8932863" cy="5084762"/>
            <a:chOff x="485775" y="1241425"/>
            <a:chExt cx="8928100" cy="5472113"/>
          </a:xfrm>
        </p:grpSpPr>
        <p:grpSp>
          <p:nvGrpSpPr>
            <p:cNvPr id="3389" name="Design_Grid_2013">
              <a:extLst>
                <a:ext uri="{FF2B5EF4-FFF2-40B4-BE49-F238E27FC236}">
                  <a16:creationId xmlns:a16="http://schemas.microsoft.com/office/drawing/2014/main" id="{9EF98986-4D25-4246-84B9-7744CF9032A1}"/>
                </a:ext>
              </a:extLst>
            </p:cNvPr>
            <p:cNvGrpSpPr>
              <a:grpSpLocks/>
            </p:cNvGrpSpPr>
            <p:nvPr userDrawn="1"/>
          </p:nvGrpSpPr>
          <p:grpSpPr bwMode="auto">
            <a:xfrm>
              <a:off x="485775" y="1241425"/>
              <a:ext cx="8928100" cy="5472113"/>
              <a:chOff x="306" y="782"/>
              <a:chExt cx="5625" cy="3447"/>
            </a:xfrm>
          </p:grpSpPr>
          <p:grpSp>
            <p:nvGrpSpPr>
              <p:cNvPr id="3592" name="Group 3">
                <a:extLst>
                  <a:ext uri="{FF2B5EF4-FFF2-40B4-BE49-F238E27FC236}">
                    <a16:creationId xmlns:a16="http://schemas.microsoft.com/office/drawing/2014/main" id="{E8974E6E-8C98-4A57-919B-AB3F8CF3E2AA}"/>
                  </a:ext>
                </a:extLst>
              </p:cNvPr>
              <p:cNvGrpSpPr>
                <a:grpSpLocks/>
              </p:cNvGrpSpPr>
              <p:nvPr userDrawn="1"/>
            </p:nvGrpSpPr>
            <p:grpSpPr bwMode="auto">
              <a:xfrm>
                <a:off x="306" y="873"/>
                <a:ext cx="5625" cy="3266"/>
                <a:chOff x="306" y="828"/>
                <a:chExt cx="5625" cy="3266"/>
              </a:xfrm>
            </p:grpSpPr>
            <p:sp>
              <p:nvSpPr>
                <p:cNvPr id="3658" name="Line 4">
                  <a:extLst>
                    <a:ext uri="{FF2B5EF4-FFF2-40B4-BE49-F238E27FC236}">
                      <a16:creationId xmlns:a16="http://schemas.microsoft.com/office/drawing/2014/main" id="{A5F00A64-6260-451C-B748-10CEF945AFAB}"/>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9" name="Line 5">
                  <a:extLst>
                    <a:ext uri="{FF2B5EF4-FFF2-40B4-BE49-F238E27FC236}">
                      <a16:creationId xmlns:a16="http://schemas.microsoft.com/office/drawing/2014/main" id="{75FFD85B-B6A5-4B9D-B2B4-495912AC53B5}"/>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0" name="Line 6">
                  <a:extLst>
                    <a:ext uri="{FF2B5EF4-FFF2-40B4-BE49-F238E27FC236}">
                      <a16:creationId xmlns:a16="http://schemas.microsoft.com/office/drawing/2014/main" id="{47054895-8C4D-4388-BB04-CE526FDEAA27}"/>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1" name="Line 7">
                  <a:extLst>
                    <a:ext uri="{FF2B5EF4-FFF2-40B4-BE49-F238E27FC236}">
                      <a16:creationId xmlns:a16="http://schemas.microsoft.com/office/drawing/2014/main" id="{22F4ECDE-7F50-42B5-946B-54E30FC19E92}"/>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2" name="Line 8">
                  <a:extLst>
                    <a:ext uri="{FF2B5EF4-FFF2-40B4-BE49-F238E27FC236}">
                      <a16:creationId xmlns:a16="http://schemas.microsoft.com/office/drawing/2014/main" id="{A4BD62A0-E034-4EA0-9D65-F7788D47BB70}"/>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3" name="Line 9">
                  <a:extLst>
                    <a:ext uri="{FF2B5EF4-FFF2-40B4-BE49-F238E27FC236}">
                      <a16:creationId xmlns:a16="http://schemas.microsoft.com/office/drawing/2014/main" id="{8CBBC03D-1A9A-448B-B556-1D69F237D469}"/>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4" name="Line 10">
                  <a:extLst>
                    <a:ext uri="{FF2B5EF4-FFF2-40B4-BE49-F238E27FC236}">
                      <a16:creationId xmlns:a16="http://schemas.microsoft.com/office/drawing/2014/main" id="{917D61BA-6FC4-4742-9EF1-8F2C8344C165}"/>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5" name="Line 11">
                  <a:extLst>
                    <a:ext uri="{FF2B5EF4-FFF2-40B4-BE49-F238E27FC236}">
                      <a16:creationId xmlns:a16="http://schemas.microsoft.com/office/drawing/2014/main" id="{8131CE70-83B1-4D0E-BA62-498305D712DF}"/>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6" name="Line 12">
                  <a:extLst>
                    <a:ext uri="{FF2B5EF4-FFF2-40B4-BE49-F238E27FC236}">
                      <a16:creationId xmlns:a16="http://schemas.microsoft.com/office/drawing/2014/main" id="{A2A9918F-4023-47F6-879E-F035D161CABC}"/>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7" name="Line 13">
                  <a:extLst>
                    <a:ext uri="{FF2B5EF4-FFF2-40B4-BE49-F238E27FC236}">
                      <a16:creationId xmlns:a16="http://schemas.microsoft.com/office/drawing/2014/main" id="{EEA8D47A-10FE-43FD-A775-3BED5B70047B}"/>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8" name="Line 14">
                  <a:extLst>
                    <a:ext uri="{FF2B5EF4-FFF2-40B4-BE49-F238E27FC236}">
                      <a16:creationId xmlns:a16="http://schemas.microsoft.com/office/drawing/2014/main" id="{DABCF3AE-586A-40F9-891F-9F675074773A}"/>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69" name="Line 15">
                  <a:extLst>
                    <a:ext uri="{FF2B5EF4-FFF2-40B4-BE49-F238E27FC236}">
                      <a16:creationId xmlns:a16="http://schemas.microsoft.com/office/drawing/2014/main" id="{F0F29E8E-1DFA-48BD-81FA-C3A0530E2375}"/>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0" name="Line 16">
                  <a:extLst>
                    <a:ext uri="{FF2B5EF4-FFF2-40B4-BE49-F238E27FC236}">
                      <a16:creationId xmlns:a16="http://schemas.microsoft.com/office/drawing/2014/main" id="{AAE25684-A625-4221-8D71-788F6F0BDDEA}"/>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1" name="Line 17">
                  <a:extLst>
                    <a:ext uri="{FF2B5EF4-FFF2-40B4-BE49-F238E27FC236}">
                      <a16:creationId xmlns:a16="http://schemas.microsoft.com/office/drawing/2014/main" id="{1A10C9A1-80B7-4B04-8FBD-DB754754A21F}"/>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2" name="Line 18">
                  <a:extLst>
                    <a:ext uri="{FF2B5EF4-FFF2-40B4-BE49-F238E27FC236}">
                      <a16:creationId xmlns:a16="http://schemas.microsoft.com/office/drawing/2014/main" id="{B14AB960-88B9-4E03-AD58-E41793792B3C}"/>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3" name="Line 19">
                  <a:extLst>
                    <a:ext uri="{FF2B5EF4-FFF2-40B4-BE49-F238E27FC236}">
                      <a16:creationId xmlns:a16="http://schemas.microsoft.com/office/drawing/2014/main" id="{932F275A-BC72-4294-8156-3648034CD7A4}"/>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4" name="Line 20">
                  <a:extLst>
                    <a:ext uri="{FF2B5EF4-FFF2-40B4-BE49-F238E27FC236}">
                      <a16:creationId xmlns:a16="http://schemas.microsoft.com/office/drawing/2014/main" id="{FD14EFDE-4DC3-4F14-9768-9ADD003D7654}"/>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5" name="Line 21">
                  <a:extLst>
                    <a:ext uri="{FF2B5EF4-FFF2-40B4-BE49-F238E27FC236}">
                      <a16:creationId xmlns:a16="http://schemas.microsoft.com/office/drawing/2014/main" id="{E3524936-E1A1-434D-A3B3-5F7507B364BE}"/>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6" name="Line 22">
                  <a:extLst>
                    <a:ext uri="{FF2B5EF4-FFF2-40B4-BE49-F238E27FC236}">
                      <a16:creationId xmlns:a16="http://schemas.microsoft.com/office/drawing/2014/main" id="{1D109387-9AC0-49D2-95DF-6A8D8C53B65F}"/>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7" name="Line 23">
                  <a:extLst>
                    <a:ext uri="{FF2B5EF4-FFF2-40B4-BE49-F238E27FC236}">
                      <a16:creationId xmlns:a16="http://schemas.microsoft.com/office/drawing/2014/main" id="{BED678BF-3FF0-4C4C-9FB4-35BB1D107B2C}"/>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8" name="Line 24">
                  <a:extLst>
                    <a:ext uri="{FF2B5EF4-FFF2-40B4-BE49-F238E27FC236}">
                      <a16:creationId xmlns:a16="http://schemas.microsoft.com/office/drawing/2014/main" id="{BC14C722-B261-4FC9-A5D4-CF06E9048A32}"/>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79" name="Line 25">
                  <a:extLst>
                    <a:ext uri="{FF2B5EF4-FFF2-40B4-BE49-F238E27FC236}">
                      <a16:creationId xmlns:a16="http://schemas.microsoft.com/office/drawing/2014/main" id="{1F8D61E5-5A63-4354-9835-A44A34013F46}"/>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0" name="Line 26">
                  <a:extLst>
                    <a:ext uri="{FF2B5EF4-FFF2-40B4-BE49-F238E27FC236}">
                      <a16:creationId xmlns:a16="http://schemas.microsoft.com/office/drawing/2014/main" id="{A2765816-AC2F-4D6E-924A-BA3C65D981D7}"/>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1" name="Line 27">
                  <a:extLst>
                    <a:ext uri="{FF2B5EF4-FFF2-40B4-BE49-F238E27FC236}">
                      <a16:creationId xmlns:a16="http://schemas.microsoft.com/office/drawing/2014/main" id="{34697CFC-35AA-4AD3-9D19-264CF06002BF}"/>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2" name="Line 28">
                  <a:extLst>
                    <a:ext uri="{FF2B5EF4-FFF2-40B4-BE49-F238E27FC236}">
                      <a16:creationId xmlns:a16="http://schemas.microsoft.com/office/drawing/2014/main" id="{939E8FCC-E4DB-4162-B21C-2F0E5745AB49}"/>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3" name="Line 29">
                  <a:extLst>
                    <a:ext uri="{FF2B5EF4-FFF2-40B4-BE49-F238E27FC236}">
                      <a16:creationId xmlns:a16="http://schemas.microsoft.com/office/drawing/2014/main" id="{EB161D5B-ABEE-49CD-B82C-BB742F7152CC}"/>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4" name="Line 30">
                  <a:extLst>
                    <a:ext uri="{FF2B5EF4-FFF2-40B4-BE49-F238E27FC236}">
                      <a16:creationId xmlns:a16="http://schemas.microsoft.com/office/drawing/2014/main" id="{F27DF7A2-FFE9-45EF-8532-116B505109AB}"/>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5" name="Line 31">
                  <a:extLst>
                    <a:ext uri="{FF2B5EF4-FFF2-40B4-BE49-F238E27FC236}">
                      <a16:creationId xmlns:a16="http://schemas.microsoft.com/office/drawing/2014/main" id="{42F38CB0-4102-42E1-9D15-56D4090E921B}"/>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6" name="Line 32">
                  <a:extLst>
                    <a:ext uri="{FF2B5EF4-FFF2-40B4-BE49-F238E27FC236}">
                      <a16:creationId xmlns:a16="http://schemas.microsoft.com/office/drawing/2014/main" id="{99123449-1EB3-478A-8A97-A2FAD6A2696A}"/>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7" name="Line 33">
                  <a:extLst>
                    <a:ext uri="{FF2B5EF4-FFF2-40B4-BE49-F238E27FC236}">
                      <a16:creationId xmlns:a16="http://schemas.microsoft.com/office/drawing/2014/main" id="{4849E9F7-A3BB-413E-94D6-9552F2A37E26}"/>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8" name="Line 34">
                  <a:extLst>
                    <a:ext uri="{FF2B5EF4-FFF2-40B4-BE49-F238E27FC236}">
                      <a16:creationId xmlns:a16="http://schemas.microsoft.com/office/drawing/2014/main" id="{0A17FE0F-6DBD-478C-85B7-8D86B5D2462C}"/>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89" name="Line 35">
                  <a:extLst>
                    <a:ext uri="{FF2B5EF4-FFF2-40B4-BE49-F238E27FC236}">
                      <a16:creationId xmlns:a16="http://schemas.microsoft.com/office/drawing/2014/main" id="{A7DA564D-F63E-4834-A215-42E79FECEAD4}"/>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90" name="Line 36">
                  <a:extLst>
                    <a:ext uri="{FF2B5EF4-FFF2-40B4-BE49-F238E27FC236}">
                      <a16:creationId xmlns:a16="http://schemas.microsoft.com/office/drawing/2014/main" id="{620A2391-DEFC-4E44-A422-EEB5555D6DA8}"/>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91" name="Line 37">
                  <a:extLst>
                    <a:ext uri="{FF2B5EF4-FFF2-40B4-BE49-F238E27FC236}">
                      <a16:creationId xmlns:a16="http://schemas.microsoft.com/office/drawing/2014/main" id="{F6BF4A22-A8EE-48DE-AAA1-89EE388B8DF1}"/>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92" name="Line 38">
                  <a:extLst>
                    <a:ext uri="{FF2B5EF4-FFF2-40B4-BE49-F238E27FC236}">
                      <a16:creationId xmlns:a16="http://schemas.microsoft.com/office/drawing/2014/main" id="{7B036C6F-DD4F-43B3-B435-006C93599B99}"/>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93" name="Line 39">
                  <a:extLst>
                    <a:ext uri="{FF2B5EF4-FFF2-40B4-BE49-F238E27FC236}">
                      <a16:creationId xmlns:a16="http://schemas.microsoft.com/office/drawing/2014/main" id="{82CF3437-072C-4C9D-BEDE-50F86C0C8FD0}"/>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593" name="Group 40">
                <a:extLst>
                  <a:ext uri="{FF2B5EF4-FFF2-40B4-BE49-F238E27FC236}">
                    <a16:creationId xmlns:a16="http://schemas.microsoft.com/office/drawing/2014/main" id="{B19A2F0F-FFB6-4DDB-936B-EE8157CBD421}"/>
                  </a:ext>
                </a:extLst>
              </p:cNvPr>
              <p:cNvGrpSpPr>
                <a:grpSpLocks/>
              </p:cNvGrpSpPr>
              <p:nvPr userDrawn="1"/>
            </p:nvGrpSpPr>
            <p:grpSpPr bwMode="auto">
              <a:xfrm>
                <a:off x="397" y="782"/>
                <a:ext cx="5443" cy="3447"/>
                <a:chOff x="397" y="737"/>
                <a:chExt cx="5443" cy="3447"/>
              </a:xfrm>
            </p:grpSpPr>
            <p:sp>
              <p:nvSpPr>
                <p:cNvPr id="3598" name="Line 41">
                  <a:extLst>
                    <a:ext uri="{FF2B5EF4-FFF2-40B4-BE49-F238E27FC236}">
                      <a16:creationId xmlns:a16="http://schemas.microsoft.com/office/drawing/2014/main" id="{018359B0-D29B-49BA-BC65-80129FB635F3}"/>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99" name="Line 42">
                  <a:extLst>
                    <a:ext uri="{FF2B5EF4-FFF2-40B4-BE49-F238E27FC236}">
                      <a16:creationId xmlns:a16="http://schemas.microsoft.com/office/drawing/2014/main" id="{A8D8E7EB-4E81-49C3-A498-00C96112C607}"/>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0" name="Line 43">
                  <a:extLst>
                    <a:ext uri="{FF2B5EF4-FFF2-40B4-BE49-F238E27FC236}">
                      <a16:creationId xmlns:a16="http://schemas.microsoft.com/office/drawing/2014/main" id="{FFD734FE-1053-4588-9C94-BC2E0E5F6F97}"/>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1" name="Line 44">
                  <a:extLst>
                    <a:ext uri="{FF2B5EF4-FFF2-40B4-BE49-F238E27FC236}">
                      <a16:creationId xmlns:a16="http://schemas.microsoft.com/office/drawing/2014/main" id="{95D9D07D-2519-479D-981C-11EDA6F21EEF}"/>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2" name="Line 45">
                  <a:extLst>
                    <a:ext uri="{FF2B5EF4-FFF2-40B4-BE49-F238E27FC236}">
                      <a16:creationId xmlns:a16="http://schemas.microsoft.com/office/drawing/2014/main" id="{FD32F4CA-B610-42B9-BBD3-64366DD4CB55}"/>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3" name="Line 46">
                  <a:extLst>
                    <a:ext uri="{FF2B5EF4-FFF2-40B4-BE49-F238E27FC236}">
                      <a16:creationId xmlns:a16="http://schemas.microsoft.com/office/drawing/2014/main" id="{A5D067CE-D944-4CBC-8BD3-8A34AF04EED3}"/>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4" name="Line 47">
                  <a:extLst>
                    <a:ext uri="{FF2B5EF4-FFF2-40B4-BE49-F238E27FC236}">
                      <a16:creationId xmlns:a16="http://schemas.microsoft.com/office/drawing/2014/main" id="{C3939BA2-62FC-473C-A9D0-4CF0F6579002}"/>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5" name="Line 48">
                  <a:extLst>
                    <a:ext uri="{FF2B5EF4-FFF2-40B4-BE49-F238E27FC236}">
                      <a16:creationId xmlns:a16="http://schemas.microsoft.com/office/drawing/2014/main" id="{B212D4AB-4AD4-477A-9EB7-9B9F5C9BE55A}"/>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6" name="Line 49">
                  <a:extLst>
                    <a:ext uri="{FF2B5EF4-FFF2-40B4-BE49-F238E27FC236}">
                      <a16:creationId xmlns:a16="http://schemas.microsoft.com/office/drawing/2014/main" id="{9ABD484A-CE54-47D5-A8B8-EB6AA8CCF4F2}"/>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7" name="Line 50">
                  <a:extLst>
                    <a:ext uri="{FF2B5EF4-FFF2-40B4-BE49-F238E27FC236}">
                      <a16:creationId xmlns:a16="http://schemas.microsoft.com/office/drawing/2014/main" id="{418EB5CF-5F5E-4E5D-9C3E-97FC05C07CD5}"/>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8" name="Line 51">
                  <a:extLst>
                    <a:ext uri="{FF2B5EF4-FFF2-40B4-BE49-F238E27FC236}">
                      <a16:creationId xmlns:a16="http://schemas.microsoft.com/office/drawing/2014/main" id="{7701667B-C216-490B-9948-ECAE6528EB9B}"/>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09" name="Line 52">
                  <a:extLst>
                    <a:ext uri="{FF2B5EF4-FFF2-40B4-BE49-F238E27FC236}">
                      <a16:creationId xmlns:a16="http://schemas.microsoft.com/office/drawing/2014/main" id="{A4401437-5F6E-444F-ACC6-57F91714816C}"/>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0" name="Line 53">
                  <a:extLst>
                    <a:ext uri="{FF2B5EF4-FFF2-40B4-BE49-F238E27FC236}">
                      <a16:creationId xmlns:a16="http://schemas.microsoft.com/office/drawing/2014/main" id="{B2BF6151-A5EA-4889-8904-C191B2DE337B}"/>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1" name="Line 54">
                  <a:extLst>
                    <a:ext uri="{FF2B5EF4-FFF2-40B4-BE49-F238E27FC236}">
                      <a16:creationId xmlns:a16="http://schemas.microsoft.com/office/drawing/2014/main" id="{21251F24-7280-437B-A719-2370796A715E}"/>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2" name="Line 55">
                  <a:extLst>
                    <a:ext uri="{FF2B5EF4-FFF2-40B4-BE49-F238E27FC236}">
                      <a16:creationId xmlns:a16="http://schemas.microsoft.com/office/drawing/2014/main" id="{0A081075-3D03-4A64-B8C4-53247A1615A4}"/>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3" name="Line 56">
                  <a:extLst>
                    <a:ext uri="{FF2B5EF4-FFF2-40B4-BE49-F238E27FC236}">
                      <a16:creationId xmlns:a16="http://schemas.microsoft.com/office/drawing/2014/main" id="{1A3EFE07-53CA-41CF-B865-BACFCE9F4315}"/>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4" name="Line 57">
                  <a:extLst>
                    <a:ext uri="{FF2B5EF4-FFF2-40B4-BE49-F238E27FC236}">
                      <a16:creationId xmlns:a16="http://schemas.microsoft.com/office/drawing/2014/main" id="{86123923-1555-4383-B5B8-507B05E74E4D}"/>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5" name="Line 58">
                  <a:extLst>
                    <a:ext uri="{FF2B5EF4-FFF2-40B4-BE49-F238E27FC236}">
                      <a16:creationId xmlns:a16="http://schemas.microsoft.com/office/drawing/2014/main" id="{F23DA2D1-C1D6-433C-8B44-958772A101CE}"/>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6" name="Line 59">
                  <a:extLst>
                    <a:ext uri="{FF2B5EF4-FFF2-40B4-BE49-F238E27FC236}">
                      <a16:creationId xmlns:a16="http://schemas.microsoft.com/office/drawing/2014/main" id="{97BA10E2-7C1B-4D45-828E-FE71814A1DFC}"/>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7" name="Line 60">
                  <a:extLst>
                    <a:ext uri="{FF2B5EF4-FFF2-40B4-BE49-F238E27FC236}">
                      <a16:creationId xmlns:a16="http://schemas.microsoft.com/office/drawing/2014/main" id="{ABDBF74A-AB49-4FEE-8316-E53CEF260D40}"/>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8" name="Line 61">
                  <a:extLst>
                    <a:ext uri="{FF2B5EF4-FFF2-40B4-BE49-F238E27FC236}">
                      <a16:creationId xmlns:a16="http://schemas.microsoft.com/office/drawing/2014/main" id="{F4DC0640-8D05-4089-BD4D-1D21A635CEF6}"/>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19" name="Line 62">
                  <a:extLst>
                    <a:ext uri="{FF2B5EF4-FFF2-40B4-BE49-F238E27FC236}">
                      <a16:creationId xmlns:a16="http://schemas.microsoft.com/office/drawing/2014/main" id="{7D0DA7B3-AC5F-4C13-8393-3328EC20569A}"/>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0" name="Line 63">
                  <a:extLst>
                    <a:ext uri="{FF2B5EF4-FFF2-40B4-BE49-F238E27FC236}">
                      <a16:creationId xmlns:a16="http://schemas.microsoft.com/office/drawing/2014/main" id="{D2F08BB8-CAAD-4463-AE30-1E558469CF22}"/>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1" name="Line 64">
                  <a:extLst>
                    <a:ext uri="{FF2B5EF4-FFF2-40B4-BE49-F238E27FC236}">
                      <a16:creationId xmlns:a16="http://schemas.microsoft.com/office/drawing/2014/main" id="{BF2ABC57-D18C-4B67-BD90-0F6B8FB551BE}"/>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2" name="Line 65">
                  <a:extLst>
                    <a:ext uri="{FF2B5EF4-FFF2-40B4-BE49-F238E27FC236}">
                      <a16:creationId xmlns:a16="http://schemas.microsoft.com/office/drawing/2014/main" id="{54560D38-D8A1-45B1-B44C-ECF0596389BD}"/>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3" name="Line 66">
                  <a:extLst>
                    <a:ext uri="{FF2B5EF4-FFF2-40B4-BE49-F238E27FC236}">
                      <a16:creationId xmlns:a16="http://schemas.microsoft.com/office/drawing/2014/main" id="{4F673719-67B1-4211-8B58-AD0743ECB5EB}"/>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4" name="Line 67">
                  <a:extLst>
                    <a:ext uri="{FF2B5EF4-FFF2-40B4-BE49-F238E27FC236}">
                      <a16:creationId xmlns:a16="http://schemas.microsoft.com/office/drawing/2014/main" id="{EA6CAAC9-20AF-4D9C-9173-FD8C7D65C7C3}"/>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5" name="Line 68">
                  <a:extLst>
                    <a:ext uri="{FF2B5EF4-FFF2-40B4-BE49-F238E27FC236}">
                      <a16:creationId xmlns:a16="http://schemas.microsoft.com/office/drawing/2014/main" id="{64AE6D3F-CF27-49FC-A008-291D494288D0}"/>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6" name="Line 69">
                  <a:extLst>
                    <a:ext uri="{FF2B5EF4-FFF2-40B4-BE49-F238E27FC236}">
                      <a16:creationId xmlns:a16="http://schemas.microsoft.com/office/drawing/2014/main" id="{FE1FEB1B-AEF2-4595-8FEF-6D2DA4D38A34}"/>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7" name="Line 70">
                  <a:extLst>
                    <a:ext uri="{FF2B5EF4-FFF2-40B4-BE49-F238E27FC236}">
                      <a16:creationId xmlns:a16="http://schemas.microsoft.com/office/drawing/2014/main" id="{30CC988B-8BB6-463F-AB8A-6EE8FE6C1097}"/>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8" name="Line 71">
                  <a:extLst>
                    <a:ext uri="{FF2B5EF4-FFF2-40B4-BE49-F238E27FC236}">
                      <a16:creationId xmlns:a16="http://schemas.microsoft.com/office/drawing/2014/main" id="{1D5AE55D-8CBF-4F18-B71A-FBC93DAE25C6}"/>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29" name="Line 72">
                  <a:extLst>
                    <a:ext uri="{FF2B5EF4-FFF2-40B4-BE49-F238E27FC236}">
                      <a16:creationId xmlns:a16="http://schemas.microsoft.com/office/drawing/2014/main" id="{01796C8F-32B6-4D26-8154-953BC3F13CDB}"/>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0" name="Line 73">
                  <a:extLst>
                    <a:ext uri="{FF2B5EF4-FFF2-40B4-BE49-F238E27FC236}">
                      <a16:creationId xmlns:a16="http://schemas.microsoft.com/office/drawing/2014/main" id="{F9CF33F4-9CDA-4E5C-8642-395E4B0C5976}"/>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1" name="Line 74">
                  <a:extLst>
                    <a:ext uri="{FF2B5EF4-FFF2-40B4-BE49-F238E27FC236}">
                      <a16:creationId xmlns:a16="http://schemas.microsoft.com/office/drawing/2014/main" id="{983A9BC3-84F4-4987-8871-07713AD53BB0}"/>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2" name="Line 75">
                  <a:extLst>
                    <a:ext uri="{FF2B5EF4-FFF2-40B4-BE49-F238E27FC236}">
                      <a16:creationId xmlns:a16="http://schemas.microsoft.com/office/drawing/2014/main" id="{45EC80EF-2E34-4FE9-9F1B-C4C3F9C8A574}"/>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3" name="Line 76">
                  <a:extLst>
                    <a:ext uri="{FF2B5EF4-FFF2-40B4-BE49-F238E27FC236}">
                      <a16:creationId xmlns:a16="http://schemas.microsoft.com/office/drawing/2014/main" id="{9CB0D14E-E7AE-4AF0-B737-8306486FDDD4}"/>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4" name="Line 77">
                  <a:extLst>
                    <a:ext uri="{FF2B5EF4-FFF2-40B4-BE49-F238E27FC236}">
                      <a16:creationId xmlns:a16="http://schemas.microsoft.com/office/drawing/2014/main" id="{36D235F8-4510-4964-ABA6-F78F607A3C3D}"/>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5" name="Line 78">
                  <a:extLst>
                    <a:ext uri="{FF2B5EF4-FFF2-40B4-BE49-F238E27FC236}">
                      <a16:creationId xmlns:a16="http://schemas.microsoft.com/office/drawing/2014/main" id="{635B2472-F45A-4730-9AC8-4C723CD38BDC}"/>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6" name="Line 79">
                  <a:extLst>
                    <a:ext uri="{FF2B5EF4-FFF2-40B4-BE49-F238E27FC236}">
                      <a16:creationId xmlns:a16="http://schemas.microsoft.com/office/drawing/2014/main" id="{BC4D2AEF-2361-475D-B838-84E67989E9C5}"/>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7" name="Line 80">
                  <a:extLst>
                    <a:ext uri="{FF2B5EF4-FFF2-40B4-BE49-F238E27FC236}">
                      <a16:creationId xmlns:a16="http://schemas.microsoft.com/office/drawing/2014/main" id="{52CAA138-8D47-46AE-B1D9-0C057AD8A1EE}"/>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8" name="Line 81">
                  <a:extLst>
                    <a:ext uri="{FF2B5EF4-FFF2-40B4-BE49-F238E27FC236}">
                      <a16:creationId xmlns:a16="http://schemas.microsoft.com/office/drawing/2014/main" id="{55F101BC-20EB-48B1-90BD-89A483197EF6}"/>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39" name="Line 82">
                  <a:extLst>
                    <a:ext uri="{FF2B5EF4-FFF2-40B4-BE49-F238E27FC236}">
                      <a16:creationId xmlns:a16="http://schemas.microsoft.com/office/drawing/2014/main" id="{3D25A907-B4E2-49E7-827F-0F25E07287C7}"/>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0" name="Line 83">
                  <a:extLst>
                    <a:ext uri="{FF2B5EF4-FFF2-40B4-BE49-F238E27FC236}">
                      <a16:creationId xmlns:a16="http://schemas.microsoft.com/office/drawing/2014/main" id="{4C3FE566-9347-45EE-9EFE-2DDEAF6277E1}"/>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1" name="Line 84">
                  <a:extLst>
                    <a:ext uri="{FF2B5EF4-FFF2-40B4-BE49-F238E27FC236}">
                      <a16:creationId xmlns:a16="http://schemas.microsoft.com/office/drawing/2014/main" id="{EE07F9AD-3AE8-455D-B162-4613B4C2EB9F}"/>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2" name="Line 85">
                  <a:extLst>
                    <a:ext uri="{FF2B5EF4-FFF2-40B4-BE49-F238E27FC236}">
                      <a16:creationId xmlns:a16="http://schemas.microsoft.com/office/drawing/2014/main" id="{B4899442-8ECE-4CE0-9292-C6D2CF166D45}"/>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3" name="Line 86">
                  <a:extLst>
                    <a:ext uri="{FF2B5EF4-FFF2-40B4-BE49-F238E27FC236}">
                      <a16:creationId xmlns:a16="http://schemas.microsoft.com/office/drawing/2014/main" id="{FED9CAB5-9D0E-446D-86ED-9FB8130254B6}"/>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4" name="Line 87">
                  <a:extLst>
                    <a:ext uri="{FF2B5EF4-FFF2-40B4-BE49-F238E27FC236}">
                      <a16:creationId xmlns:a16="http://schemas.microsoft.com/office/drawing/2014/main" id="{996D0800-AA09-46DD-9190-916BBF16EC87}"/>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5" name="Line 88">
                  <a:extLst>
                    <a:ext uri="{FF2B5EF4-FFF2-40B4-BE49-F238E27FC236}">
                      <a16:creationId xmlns:a16="http://schemas.microsoft.com/office/drawing/2014/main" id="{70C6AF47-B7B5-441F-ACD1-F592A43FC594}"/>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6" name="Line 89">
                  <a:extLst>
                    <a:ext uri="{FF2B5EF4-FFF2-40B4-BE49-F238E27FC236}">
                      <a16:creationId xmlns:a16="http://schemas.microsoft.com/office/drawing/2014/main" id="{708BAD74-EB4E-4B1C-A406-98F9F8C4DBE4}"/>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7" name="Line 90">
                  <a:extLst>
                    <a:ext uri="{FF2B5EF4-FFF2-40B4-BE49-F238E27FC236}">
                      <a16:creationId xmlns:a16="http://schemas.microsoft.com/office/drawing/2014/main" id="{FD99A902-5B93-430D-8C10-FD5F4D50A322}"/>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8" name="Line 91">
                  <a:extLst>
                    <a:ext uri="{FF2B5EF4-FFF2-40B4-BE49-F238E27FC236}">
                      <a16:creationId xmlns:a16="http://schemas.microsoft.com/office/drawing/2014/main" id="{C7C2E77A-2C7B-4386-9382-3E5853836BC6}"/>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49" name="Line 92">
                  <a:extLst>
                    <a:ext uri="{FF2B5EF4-FFF2-40B4-BE49-F238E27FC236}">
                      <a16:creationId xmlns:a16="http://schemas.microsoft.com/office/drawing/2014/main" id="{5C6F15AF-47A2-4813-90ED-D6FA59CB92BB}"/>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0" name="Line 93">
                  <a:extLst>
                    <a:ext uri="{FF2B5EF4-FFF2-40B4-BE49-F238E27FC236}">
                      <a16:creationId xmlns:a16="http://schemas.microsoft.com/office/drawing/2014/main" id="{3A5366D9-E0A4-486F-8008-7B87F481A982}"/>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1" name="Line 94">
                  <a:extLst>
                    <a:ext uri="{FF2B5EF4-FFF2-40B4-BE49-F238E27FC236}">
                      <a16:creationId xmlns:a16="http://schemas.microsoft.com/office/drawing/2014/main" id="{A7A44BDC-5449-44B7-B588-29F1957E9DA0}"/>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2" name="Line 95">
                  <a:extLst>
                    <a:ext uri="{FF2B5EF4-FFF2-40B4-BE49-F238E27FC236}">
                      <a16:creationId xmlns:a16="http://schemas.microsoft.com/office/drawing/2014/main" id="{1CE5551B-7AD9-4922-B264-97CBE1052E19}"/>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3" name="Line 96">
                  <a:extLst>
                    <a:ext uri="{FF2B5EF4-FFF2-40B4-BE49-F238E27FC236}">
                      <a16:creationId xmlns:a16="http://schemas.microsoft.com/office/drawing/2014/main" id="{E6EBC745-C7AA-49C7-B912-03C6B1E4DAEE}"/>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4" name="Line 97">
                  <a:extLst>
                    <a:ext uri="{FF2B5EF4-FFF2-40B4-BE49-F238E27FC236}">
                      <a16:creationId xmlns:a16="http://schemas.microsoft.com/office/drawing/2014/main" id="{0187C78D-BC83-4166-A7B5-B2E30288C263}"/>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5" name="Line 98">
                  <a:extLst>
                    <a:ext uri="{FF2B5EF4-FFF2-40B4-BE49-F238E27FC236}">
                      <a16:creationId xmlns:a16="http://schemas.microsoft.com/office/drawing/2014/main" id="{E64EDD92-CA22-442C-A595-1E7AC3F76CB7}"/>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6" name="Line 99">
                  <a:extLst>
                    <a:ext uri="{FF2B5EF4-FFF2-40B4-BE49-F238E27FC236}">
                      <a16:creationId xmlns:a16="http://schemas.microsoft.com/office/drawing/2014/main" id="{5BBBA2F9-D6CD-4817-A67D-2489570C5158}"/>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657" name="Line 100">
                  <a:extLst>
                    <a:ext uri="{FF2B5EF4-FFF2-40B4-BE49-F238E27FC236}">
                      <a16:creationId xmlns:a16="http://schemas.microsoft.com/office/drawing/2014/main" id="{9E5076CA-9346-439A-80FE-0C5C32AA2955}"/>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594" name="Group 101">
                <a:extLst>
                  <a:ext uri="{FF2B5EF4-FFF2-40B4-BE49-F238E27FC236}">
                    <a16:creationId xmlns:a16="http://schemas.microsoft.com/office/drawing/2014/main" id="{6C1C3F73-E62C-40E7-9D4E-A02867970FED}"/>
                  </a:ext>
                </a:extLst>
              </p:cNvPr>
              <p:cNvGrpSpPr>
                <a:grpSpLocks/>
              </p:cNvGrpSpPr>
              <p:nvPr userDrawn="1"/>
            </p:nvGrpSpPr>
            <p:grpSpPr bwMode="auto">
              <a:xfrm>
                <a:off x="306" y="782"/>
                <a:ext cx="5625" cy="3447"/>
                <a:chOff x="306" y="737"/>
                <a:chExt cx="5625" cy="3447"/>
              </a:xfrm>
            </p:grpSpPr>
            <p:sp>
              <p:nvSpPr>
                <p:cNvPr id="3595" name="Line 102">
                  <a:extLst>
                    <a:ext uri="{FF2B5EF4-FFF2-40B4-BE49-F238E27FC236}">
                      <a16:creationId xmlns:a16="http://schemas.microsoft.com/office/drawing/2014/main" id="{F711A1CD-E68B-43F7-BCEE-9262EB44A4E7}"/>
                    </a:ext>
                  </a:extLst>
                </p:cNvPr>
                <p:cNvSpPr>
                  <a:spLocks noChangeShapeType="1"/>
                </p:cNvSpPr>
                <p:nvPr userDrawn="1"/>
              </p:nvSpPr>
              <p:spPr bwMode="gray">
                <a:xfrm>
                  <a:off x="306" y="246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96" name="Line 103">
                  <a:extLst>
                    <a:ext uri="{FF2B5EF4-FFF2-40B4-BE49-F238E27FC236}">
                      <a16:creationId xmlns:a16="http://schemas.microsoft.com/office/drawing/2014/main" id="{FF09EA7E-9D0C-4B51-A624-53C6EAAE44AA}"/>
                    </a:ext>
                  </a:extLst>
                </p:cNvPr>
                <p:cNvSpPr>
                  <a:spLocks noChangeShapeType="1"/>
                </p:cNvSpPr>
                <p:nvPr userDrawn="1"/>
              </p:nvSpPr>
              <p:spPr bwMode="gray">
                <a:xfrm>
                  <a:off x="311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97" name="Rectangle 104">
                  <a:extLst>
                    <a:ext uri="{FF2B5EF4-FFF2-40B4-BE49-F238E27FC236}">
                      <a16:creationId xmlns:a16="http://schemas.microsoft.com/office/drawing/2014/main" id="{C1806A45-EA41-435C-89A0-5D312917ADFE}"/>
                    </a:ext>
                  </a:extLst>
                </p:cNvPr>
                <p:cNvSpPr>
                  <a:spLocks noChangeArrowheads="1"/>
                </p:cNvSpPr>
                <p:nvPr userDrawn="1"/>
              </p:nvSpPr>
              <p:spPr bwMode="gray">
                <a:xfrm>
                  <a:off x="306" y="737"/>
                  <a:ext cx="5625" cy="3447"/>
                </a:xfrm>
                <a:prstGeom prst="rect">
                  <a:avLst/>
                </a:prstGeom>
                <a:no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grpSp>
        <p:grpSp>
          <p:nvGrpSpPr>
            <p:cNvPr id="3390" name="Group 3">
              <a:extLst>
                <a:ext uri="{FF2B5EF4-FFF2-40B4-BE49-F238E27FC236}">
                  <a16:creationId xmlns:a16="http://schemas.microsoft.com/office/drawing/2014/main" id="{DA955B8E-6FC2-49BE-AB13-6D189AA156E1}"/>
                </a:ext>
              </a:extLst>
            </p:cNvPr>
            <p:cNvGrpSpPr>
              <a:grpSpLocks/>
            </p:cNvGrpSpPr>
            <p:nvPr userDrawn="1"/>
          </p:nvGrpSpPr>
          <p:grpSpPr bwMode="auto">
            <a:xfrm>
              <a:off x="485775" y="1385888"/>
              <a:ext cx="8928100" cy="5184775"/>
              <a:chOff x="306" y="828"/>
              <a:chExt cx="5625" cy="3266"/>
            </a:xfrm>
          </p:grpSpPr>
          <p:sp>
            <p:nvSpPr>
              <p:cNvPr id="3556" name="Line 4">
                <a:extLst>
                  <a:ext uri="{FF2B5EF4-FFF2-40B4-BE49-F238E27FC236}">
                    <a16:creationId xmlns:a16="http://schemas.microsoft.com/office/drawing/2014/main" id="{F7E65658-7F75-4704-BDE4-2EB7DD764E60}"/>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7" name="Line 5">
                <a:extLst>
                  <a:ext uri="{FF2B5EF4-FFF2-40B4-BE49-F238E27FC236}">
                    <a16:creationId xmlns:a16="http://schemas.microsoft.com/office/drawing/2014/main" id="{84A8795D-7468-4BC3-B5E5-5D04F51D8C04}"/>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8" name="Line 6">
                <a:extLst>
                  <a:ext uri="{FF2B5EF4-FFF2-40B4-BE49-F238E27FC236}">
                    <a16:creationId xmlns:a16="http://schemas.microsoft.com/office/drawing/2014/main" id="{B7FAFFAA-95BB-43E4-90DD-75E7B06D6E36}"/>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9" name="Line 7">
                <a:extLst>
                  <a:ext uri="{FF2B5EF4-FFF2-40B4-BE49-F238E27FC236}">
                    <a16:creationId xmlns:a16="http://schemas.microsoft.com/office/drawing/2014/main" id="{3406200B-4A2B-4E32-A5EC-67F74CC7F175}"/>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0" name="Line 8">
                <a:extLst>
                  <a:ext uri="{FF2B5EF4-FFF2-40B4-BE49-F238E27FC236}">
                    <a16:creationId xmlns:a16="http://schemas.microsoft.com/office/drawing/2014/main" id="{40112761-09AA-49D5-9CBA-FDC784B9A300}"/>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1" name="Line 9">
                <a:extLst>
                  <a:ext uri="{FF2B5EF4-FFF2-40B4-BE49-F238E27FC236}">
                    <a16:creationId xmlns:a16="http://schemas.microsoft.com/office/drawing/2014/main" id="{BA09F20F-A639-4359-920C-8785E725AE40}"/>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2" name="Line 10">
                <a:extLst>
                  <a:ext uri="{FF2B5EF4-FFF2-40B4-BE49-F238E27FC236}">
                    <a16:creationId xmlns:a16="http://schemas.microsoft.com/office/drawing/2014/main" id="{A5303504-82E5-4635-8BBE-B99498D02CBD}"/>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3" name="Line 11">
                <a:extLst>
                  <a:ext uri="{FF2B5EF4-FFF2-40B4-BE49-F238E27FC236}">
                    <a16:creationId xmlns:a16="http://schemas.microsoft.com/office/drawing/2014/main" id="{57F23442-B698-440E-8EC6-4F45FCE643D5}"/>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4" name="Line 12">
                <a:extLst>
                  <a:ext uri="{FF2B5EF4-FFF2-40B4-BE49-F238E27FC236}">
                    <a16:creationId xmlns:a16="http://schemas.microsoft.com/office/drawing/2014/main" id="{6637E892-019A-49CB-B618-45A4420D53BD}"/>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5" name="Line 13">
                <a:extLst>
                  <a:ext uri="{FF2B5EF4-FFF2-40B4-BE49-F238E27FC236}">
                    <a16:creationId xmlns:a16="http://schemas.microsoft.com/office/drawing/2014/main" id="{80D6743A-066B-4C05-AFAD-E2B2F3A72751}"/>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6" name="Line 14">
                <a:extLst>
                  <a:ext uri="{FF2B5EF4-FFF2-40B4-BE49-F238E27FC236}">
                    <a16:creationId xmlns:a16="http://schemas.microsoft.com/office/drawing/2014/main" id="{553A913D-0D14-4F4B-A0F0-0F7446547D4C}"/>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7" name="Line 15">
                <a:extLst>
                  <a:ext uri="{FF2B5EF4-FFF2-40B4-BE49-F238E27FC236}">
                    <a16:creationId xmlns:a16="http://schemas.microsoft.com/office/drawing/2014/main" id="{10B36170-4ECC-4BDF-AEFF-37A2EC4533CA}"/>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8" name="Line 16">
                <a:extLst>
                  <a:ext uri="{FF2B5EF4-FFF2-40B4-BE49-F238E27FC236}">
                    <a16:creationId xmlns:a16="http://schemas.microsoft.com/office/drawing/2014/main" id="{5CB6E15B-8372-4376-9066-11224BCF2EE5}"/>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69" name="Line 17">
                <a:extLst>
                  <a:ext uri="{FF2B5EF4-FFF2-40B4-BE49-F238E27FC236}">
                    <a16:creationId xmlns:a16="http://schemas.microsoft.com/office/drawing/2014/main" id="{68F5DF2C-BE47-4E65-9291-AFE2B6766967}"/>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0" name="Line 18">
                <a:extLst>
                  <a:ext uri="{FF2B5EF4-FFF2-40B4-BE49-F238E27FC236}">
                    <a16:creationId xmlns:a16="http://schemas.microsoft.com/office/drawing/2014/main" id="{63C10BA8-E79C-4299-9F9C-5A9FCA75F1B2}"/>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1" name="Line 19">
                <a:extLst>
                  <a:ext uri="{FF2B5EF4-FFF2-40B4-BE49-F238E27FC236}">
                    <a16:creationId xmlns:a16="http://schemas.microsoft.com/office/drawing/2014/main" id="{73FC64C6-4A87-4760-923A-4811F152D1AD}"/>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2" name="Line 20">
                <a:extLst>
                  <a:ext uri="{FF2B5EF4-FFF2-40B4-BE49-F238E27FC236}">
                    <a16:creationId xmlns:a16="http://schemas.microsoft.com/office/drawing/2014/main" id="{08A8ACEE-98E0-4A7A-A6DE-8A80E9EC644C}"/>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3" name="Line 21">
                <a:extLst>
                  <a:ext uri="{FF2B5EF4-FFF2-40B4-BE49-F238E27FC236}">
                    <a16:creationId xmlns:a16="http://schemas.microsoft.com/office/drawing/2014/main" id="{B05E4AED-5F7A-4301-9C1C-91CBCD04BFEC}"/>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4" name="Line 22">
                <a:extLst>
                  <a:ext uri="{FF2B5EF4-FFF2-40B4-BE49-F238E27FC236}">
                    <a16:creationId xmlns:a16="http://schemas.microsoft.com/office/drawing/2014/main" id="{DF7B4AC0-C510-4559-818C-598D8E44A1B0}"/>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5" name="Line 23">
                <a:extLst>
                  <a:ext uri="{FF2B5EF4-FFF2-40B4-BE49-F238E27FC236}">
                    <a16:creationId xmlns:a16="http://schemas.microsoft.com/office/drawing/2014/main" id="{4C2BCAD7-ACD6-4DFC-A321-6CF47661B632}"/>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6" name="Line 24">
                <a:extLst>
                  <a:ext uri="{FF2B5EF4-FFF2-40B4-BE49-F238E27FC236}">
                    <a16:creationId xmlns:a16="http://schemas.microsoft.com/office/drawing/2014/main" id="{8C2C0CAF-B185-4AE6-8DCB-9E57657DED96}"/>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7" name="Line 25">
                <a:extLst>
                  <a:ext uri="{FF2B5EF4-FFF2-40B4-BE49-F238E27FC236}">
                    <a16:creationId xmlns:a16="http://schemas.microsoft.com/office/drawing/2014/main" id="{50B24B40-0D14-4F51-94D7-76572AB8F4C1}"/>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8" name="Line 26">
                <a:extLst>
                  <a:ext uri="{FF2B5EF4-FFF2-40B4-BE49-F238E27FC236}">
                    <a16:creationId xmlns:a16="http://schemas.microsoft.com/office/drawing/2014/main" id="{C54D7E30-A6E8-4917-8920-F8C8FD1D2C0C}"/>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79" name="Line 27">
                <a:extLst>
                  <a:ext uri="{FF2B5EF4-FFF2-40B4-BE49-F238E27FC236}">
                    <a16:creationId xmlns:a16="http://schemas.microsoft.com/office/drawing/2014/main" id="{773304F8-0A11-46F5-93D2-86BC2665EEA0}"/>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0" name="Line 28">
                <a:extLst>
                  <a:ext uri="{FF2B5EF4-FFF2-40B4-BE49-F238E27FC236}">
                    <a16:creationId xmlns:a16="http://schemas.microsoft.com/office/drawing/2014/main" id="{658E8D42-5849-4420-8131-FCFD9807A9BF}"/>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1" name="Line 29">
                <a:extLst>
                  <a:ext uri="{FF2B5EF4-FFF2-40B4-BE49-F238E27FC236}">
                    <a16:creationId xmlns:a16="http://schemas.microsoft.com/office/drawing/2014/main" id="{E33885D8-73E5-4AAE-A8E9-08FE09ECB5E1}"/>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2" name="Line 30">
                <a:extLst>
                  <a:ext uri="{FF2B5EF4-FFF2-40B4-BE49-F238E27FC236}">
                    <a16:creationId xmlns:a16="http://schemas.microsoft.com/office/drawing/2014/main" id="{E11BB5AE-BA45-4CFF-8D1A-4330541508BA}"/>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3" name="Line 31">
                <a:extLst>
                  <a:ext uri="{FF2B5EF4-FFF2-40B4-BE49-F238E27FC236}">
                    <a16:creationId xmlns:a16="http://schemas.microsoft.com/office/drawing/2014/main" id="{E8904266-DE3F-41A6-81A6-9002B9F234C7}"/>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4" name="Line 32">
                <a:extLst>
                  <a:ext uri="{FF2B5EF4-FFF2-40B4-BE49-F238E27FC236}">
                    <a16:creationId xmlns:a16="http://schemas.microsoft.com/office/drawing/2014/main" id="{A22B8E27-FA4E-43A5-A881-D6FEECCBFCEE}"/>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5" name="Line 33">
                <a:extLst>
                  <a:ext uri="{FF2B5EF4-FFF2-40B4-BE49-F238E27FC236}">
                    <a16:creationId xmlns:a16="http://schemas.microsoft.com/office/drawing/2014/main" id="{804DA7DC-9FF7-455D-A032-6D5BAB448AAC}"/>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6" name="Line 34">
                <a:extLst>
                  <a:ext uri="{FF2B5EF4-FFF2-40B4-BE49-F238E27FC236}">
                    <a16:creationId xmlns:a16="http://schemas.microsoft.com/office/drawing/2014/main" id="{FEB747E6-CD7B-42C2-9B5D-55ED292F40AC}"/>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7" name="Line 35">
                <a:extLst>
                  <a:ext uri="{FF2B5EF4-FFF2-40B4-BE49-F238E27FC236}">
                    <a16:creationId xmlns:a16="http://schemas.microsoft.com/office/drawing/2014/main" id="{75235D66-D90F-4465-ACC2-2E948F27E039}"/>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8" name="Line 36">
                <a:extLst>
                  <a:ext uri="{FF2B5EF4-FFF2-40B4-BE49-F238E27FC236}">
                    <a16:creationId xmlns:a16="http://schemas.microsoft.com/office/drawing/2014/main" id="{B8C22F0F-66D0-4CAE-BE24-97C9DE612F52}"/>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89" name="Line 37">
                <a:extLst>
                  <a:ext uri="{FF2B5EF4-FFF2-40B4-BE49-F238E27FC236}">
                    <a16:creationId xmlns:a16="http://schemas.microsoft.com/office/drawing/2014/main" id="{4FE19602-CF93-4218-8FB4-522622BCFAE5}"/>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90" name="Line 38">
                <a:extLst>
                  <a:ext uri="{FF2B5EF4-FFF2-40B4-BE49-F238E27FC236}">
                    <a16:creationId xmlns:a16="http://schemas.microsoft.com/office/drawing/2014/main" id="{2DCE015B-C209-43EB-898D-94993A0A8FA7}"/>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91" name="Line 39">
                <a:extLst>
                  <a:ext uri="{FF2B5EF4-FFF2-40B4-BE49-F238E27FC236}">
                    <a16:creationId xmlns:a16="http://schemas.microsoft.com/office/drawing/2014/main" id="{CF9E4CE7-CAF9-4209-8E49-AFED83087386}"/>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391" name="Group 40">
              <a:extLst>
                <a:ext uri="{FF2B5EF4-FFF2-40B4-BE49-F238E27FC236}">
                  <a16:creationId xmlns:a16="http://schemas.microsoft.com/office/drawing/2014/main" id="{CFACDD4F-7ED3-4D99-8513-25EAB0089AE2}"/>
                </a:ext>
              </a:extLst>
            </p:cNvPr>
            <p:cNvGrpSpPr>
              <a:grpSpLocks/>
            </p:cNvGrpSpPr>
            <p:nvPr userDrawn="1"/>
          </p:nvGrpSpPr>
          <p:grpSpPr bwMode="auto">
            <a:xfrm>
              <a:off x="630212" y="1241425"/>
              <a:ext cx="8639226" cy="5472113"/>
              <a:chOff x="397" y="737"/>
              <a:chExt cx="5443" cy="3447"/>
            </a:xfrm>
          </p:grpSpPr>
          <p:sp>
            <p:nvSpPr>
              <p:cNvPr id="3496" name="Line 41">
                <a:extLst>
                  <a:ext uri="{FF2B5EF4-FFF2-40B4-BE49-F238E27FC236}">
                    <a16:creationId xmlns:a16="http://schemas.microsoft.com/office/drawing/2014/main" id="{BBC8AFFB-82DB-494B-811B-586394B456FB}"/>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7" name="Line 42">
                <a:extLst>
                  <a:ext uri="{FF2B5EF4-FFF2-40B4-BE49-F238E27FC236}">
                    <a16:creationId xmlns:a16="http://schemas.microsoft.com/office/drawing/2014/main" id="{CD15B4C7-A2F2-4D9E-86B0-9B410EEC8BBA}"/>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8" name="Line 43">
                <a:extLst>
                  <a:ext uri="{FF2B5EF4-FFF2-40B4-BE49-F238E27FC236}">
                    <a16:creationId xmlns:a16="http://schemas.microsoft.com/office/drawing/2014/main" id="{A6DB3E6F-8D6A-44C6-8595-477382A07C27}"/>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9" name="Line 44">
                <a:extLst>
                  <a:ext uri="{FF2B5EF4-FFF2-40B4-BE49-F238E27FC236}">
                    <a16:creationId xmlns:a16="http://schemas.microsoft.com/office/drawing/2014/main" id="{38DEEDFA-6D56-403D-ABFD-6142BCD77A08}"/>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0" name="Line 45">
                <a:extLst>
                  <a:ext uri="{FF2B5EF4-FFF2-40B4-BE49-F238E27FC236}">
                    <a16:creationId xmlns:a16="http://schemas.microsoft.com/office/drawing/2014/main" id="{90851C37-40C5-4543-850B-B7F128ECF38C}"/>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1" name="Line 46">
                <a:extLst>
                  <a:ext uri="{FF2B5EF4-FFF2-40B4-BE49-F238E27FC236}">
                    <a16:creationId xmlns:a16="http://schemas.microsoft.com/office/drawing/2014/main" id="{8A6CAB37-0249-4B53-A27D-18647AB20C56}"/>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2" name="Line 47">
                <a:extLst>
                  <a:ext uri="{FF2B5EF4-FFF2-40B4-BE49-F238E27FC236}">
                    <a16:creationId xmlns:a16="http://schemas.microsoft.com/office/drawing/2014/main" id="{D6CA997C-1D6A-4C50-982A-BA9E1E4E0A41}"/>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3" name="Line 48">
                <a:extLst>
                  <a:ext uri="{FF2B5EF4-FFF2-40B4-BE49-F238E27FC236}">
                    <a16:creationId xmlns:a16="http://schemas.microsoft.com/office/drawing/2014/main" id="{133FA438-1112-4D8D-B60C-F6C449FC29E1}"/>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4" name="Line 49">
                <a:extLst>
                  <a:ext uri="{FF2B5EF4-FFF2-40B4-BE49-F238E27FC236}">
                    <a16:creationId xmlns:a16="http://schemas.microsoft.com/office/drawing/2014/main" id="{59CB9798-1277-4D36-BA48-1BA4F09897F5}"/>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5" name="Line 50">
                <a:extLst>
                  <a:ext uri="{FF2B5EF4-FFF2-40B4-BE49-F238E27FC236}">
                    <a16:creationId xmlns:a16="http://schemas.microsoft.com/office/drawing/2014/main" id="{161659F9-8F08-429D-9601-19A85E07B90E}"/>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6" name="Line 51">
                <a:extLst>
                  <a:ext uri="{FF2B5EF4-FFF2-40B4-BE49-F238E27FC236}">
                    <a16:creationId xmlns:a16="http://schemas.microsoft.com/office/drawing/2014/main" id="{90D6A2A6-1C68-458F-92B4-F881F68A25D8}"/>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7" name="Line 52">
                <a:extLst>
                  <a:ext uri="{FF2B5EF4-FFF2-40B4-BE49-F238E27FC236}">
                    <a16:creationId xmlns:a16="http://schemas.microsoft.com/office/drawing/2014/main" id="{D5EF08AD-FD7B-4D78-B806-12D565F68717}"/>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8" name="Line 53">
                <a:extLst>
                  <a:ext uri="{FF2B5EF4-FFF2-40B4-BE49-F238E27FC236}">
                    <a16:creationId xmlns:a16="http://schemas.microsoft.com/office/drawing/2014/main" id="{6258AE36-EE92-4035-A823-9A0B7AC4A967}"/>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09" name="Line 54">
                <a:extLst>
                  <a:ext uri="{FF2B5EF4-FFF2-40B4-BE49-F238E27FC236}">
                    <a16:creationId xmlns:a16="http://schemas.microsoft.com/office/drawing/2014/main" id="{FC46220D-F06B-4C0D-9756-E446F708F80F}"/>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0" name="Line 55">
                <a:extLst>
                  <a:ext uri="{FF2B5EF4-FFF2-40B4-BE49-F238E27FC236}">
                    <a16:creationId xmlns:a16="http://schemas.microsoft.com/office/drawing/2014/main" id="{26059840-29C9-4873-9975-BC4F34023212}"/>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1" name="Line 56">
                <a:extLst>
                  <a:ext uri="{FF2B5EF4-FFF2-40B4-BE49-F238E27FC236}">
                    <a16:creationId xmlns:a16="http://schemas.microsoft.com/office/drawing/2014/main" id="{522D47AE-BE69-4F6F-8AEC-A72BF4418CD5}"/>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2" name="Line 57">
                <a:extLst>
                  <a:ext uri="{FF2B5EF4-FFF2-40B4-BE49-F238E27FC236}">
                    <a16:creationId xmlns:a16="http://schemas.microsoft.com/office/drawing/2014/main" id="{540B7533-2ACA-44B4-AF88-81CDEA91507C}"/>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3" name="Line 58">
                <a:extLst>
                  <a:ext uri="{FF2B5EF4-FFF2-40B4-BE49-F238E27FC236}">
                    <a16:creationId xmlns:a16="http://schemas.microsoft.com/office/drawing/2014/main" id="{CC6B0436-FA05-4602-9D16-3FBAC45B6C20}"/>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4" name="Line 59">
                <a:extLst>
                  <a:ext uri="{FF2B5EF4-FFF2-40B4-BE49-F238E27FC236}">
                    <a16:creationId xmlns:a16="http://schemas.microsoft.com/office/drawing/2014/main" id="{CC290EBC-0CD9-44B6-86DF-1D2A470EB44F}"/>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5" name="Line 60">
                <a:extLst>
                  <a:ext uri="{FF2B5EF4-FFF2-40B4-BE49-F238E27FC236}">
                    <a16:creationId xmlns:a16="http://schemas.microsoft.com/office/drawing/2014/main" id="{415B5F82-201E-4029-B5F3-47BA9AF76AFF}"/>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6" name="Line 61">
                <a:extLst>
                  <a:ext uri="{FF2B5EF4-FFF2-40B4-BE49-F238E27FC236}">
                    <a16:creationId xmlns:a16="http://schemas.microsoft.com/office/drawing/2014/main" id="{B1F7902E-1D55-4576-A844-0E06C44F8251}"/>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7" name="Line 62">
                <a:extLst>
                  <a:ext uri="{FF2B5EF4-FFF2-40B4-BE49-F238E27FC236}">
                    <a16:creationId xmlns:a16="http://schemas.microsoft.com/office/drawing/2014/main" id="{BD022CBF-7016-4835-B020-D26A4EDC0705}"/>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8" name="Line 63">
                <a:extLst>
                  <a:ext uri="{FF2B5EF4-FFF2-40B4-BE49-F238E27FC236}">
                    <a16:creationId xmlns:a16="http://schemas.microsoft.com/office/drawing/2014/main" id="{58737AA3-632A-4BA1-B40F-0D5787E303FC}"/>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19" name="Line 64">
                <a:extLst>
                  <a:ext uri="{FF2B5EF4-FFF2-40B4-BE49-F238E27FC236}">
                    <a16:creationId xmlns:a16="http://schemas.microsoft.com/office/drawing/2014/main" id="{1973FD35-6F45-459C-A002-B678DCBDB646}"/>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0" name="Line 65">
                <a:extLst>
                  <a:ext uri="{FF2B5EF4-FFF2-40B4-BE49-F238E27FC236}">
                    <a16:creationId xmlns:a16="http://schemas.microsoft.com/office/drawing/2014/main" id="{D8098596-ECE1-4B0A-856E-0A3FDA268E9F}"/>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1" name="Line 66">
                <a:extLst>
                  <a:ext uri="{FF2B5EF4-FFF2-40B4-BE49-F238E27FC236}">
                    <a16:creationId xmlns:a16="http://schemas.microsoft.com/office/drawing/2014/main" id="{501FBC58-95E7-402E-B56F-23ACDBC0E4D4}"/>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2" name="Line 67">
                <a:extLst>
                  <a:ext uri="{FF2B5EF4-FFF2-40B4-BE49-F238E27FC236}">
                    <a16:creationId xmlns:a16="http://schemas.microsoft.com/office/drawing/2014/main" id="{FE2EEA52-4E70-41B2-95F2-242EB070FABB}"/>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3" name="Line 68">
                <a:extLst>
                  <a:ext uri="{FF2B5EF4-FFF2-40B4-BE49-F238E27FC236}">
                    <a16:creationId xmlns:a16="http://schemas.microsoft.com/office/drawing/2014/main" id="{3102DFAE-03BB-4FE4-8F1F-F474B3B3F34A}"/>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4" name="Line 69">
                <a:extLst>
                  <a:ext uri="{FF2B5EF4-FFF2-40B4-BE49-F238E27FC236}">
                    <a16:creationId xmlns:a16="http://schemas.microsoft.com/office/drawing/2014/main" id="{A35F33AA-6899-4F70-BFC2-2AA7E85AAB8D}"/>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5" name="Line 70">
                <a:extLst>
                  <a:ext uri="{FF2B5EF4-FFF2-40B4-BE49-F238E27FC236}">
                    <a16:creationId xmlns:a16="http://schemas.microsoft.com/office/drawing/2014/main" id="{1B229A2F-C6BA-4D49-A1EF-CA71AF2E49F0}"/>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6" name="Line 71">
                <a:extLst>
                  <a:ext uri="{FF2B5EF4-FFF2-40B4-BE49-F238E27FC236}">
                    <a16:creationId xmlns:a16="http://schemas.microsoft.com/office/drawing/2014/main" id="{D111922A-5627-4418-A8F3-A26E2C5E89CF}"/>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7" name="Line 72">
                <a:extLst>
                  <a:ext uri="{FF2B5EF4-FFF2-40B4-BE49-F238E27FC236}">
                    <a16:creationId xmlns:a16="http://schemas.microsoft.com/office/drawing/2014/main" id="{200B62CB-FEFF-41E1-B992-2A795A254EBC}"/>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8" name="Line 73">
                <a:extLst>
                  <a:ext uri="{FF2B5EF4-FFF2-40B4-BE49-F238E27FC236}">
                    <a16:creationId xmlns:a16="http://schemas.microsoft.com/office/drawing/2014/main" id="{9BFE8929-6064-4FD2-B6DA-34ABA5C5EC63}"/>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29" name="Line 74">
                <a:extLst>
                  <a:ext uri="{FF2B5EF4-FFF2-40B4-BE49-F238E27FC236}">
                    <a16:creationId xmlns:a16="http://schemas.microsoft.com/office/drawing/2014/main" id="{31CDA1BF-90C0-4358-B3A2-BB781FC5BE32}"/>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0" name="Line 75">
                <a:extLst>
                  <a:ext uri="{FF2B5EF4-FFF2-40B4-BE49-F238E27FC236}">
                    <a16:creationId xmlns:a16="http://schemas.microsoft.com/office/drawing/2014/main" id="{1F87C961-E498-43A4-996D-2905BE518F4F}"/>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1" name="Line 76">
                <a:extLst>
                  <a:ext uri="{FF2B5EF4-FFF2-40B4-BE49-F238E27FC236}">
                    <a16:creationId xmlns:a16="http://schemas.microsoft.com/office/drawing/2014/main" id="{D755ADD6-4656-4AE3-9806-1683079F01E6}"/>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2" name="Line 77">
                <a:extLst>
                  <a:ext uri="{FF2B5EF4-FFF2-40B4-BE49-F238E27FC236}">
                    <a16:creationId xmlns:a16="http://schemas.microsoft.com/office/drawing/2014/main" id="{C633B6AF-FEB3-4700-831B-4C996D6B9177}"/>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3" name="Line 78">
                <a:extLst>
                  <a:ext uri="{FF2B5EF4-FFF2-40B4-BE49-F238E27FC236}">
                    <a16:creationId xmlns:a16="http://schemas.microsoft.com/office/drawing/2014/main" id="{DB64C751-FE33-419E-A1CB-6E74BC601023}"/>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4" name="Line 79">
                <a:extLst>
                  <a:ext uri="{FF2B5EF4-FFF2-40B4-BE49-F238E27FC236}">
                    <a16:creationId xmlns:a16="http://schemas.microsoft.com/office/drawing/2014/main" id="{F163BD68-CA74-494E-8726-623DBA0463AC}"/>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5" name="Line 80">
                <a:extLst>
                  <a:ext uri="{FF2B5EF4-FFF2-40B4-BE49-F238E27FC236}">
                    <a16:creationId xmlns:a16="http://schemas.microsoft.com/office/drawing/2014/main" id="{3BEB06CA-2835-411D-80FE-39FBA88111EE}"/>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6" name="Line 81">
                <a:extLst>
                  <a:ext uri="{FF2B5EF4-FFF2-40B4-BE49-F238E27FC236}">
                    <a16:creationId xmlns:a16="http://schemas.microsoft.com/office/drawing/2014/main" id="{D4C0F7A1-8F57-45CB-AA86-ABA08433CA0B}"/>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7" name="Line 82">
                <a:extLst>
                  <a:ext uri="{FF2B5EF4-FFF2-40B4-BE49-F238E27FC236}">
                    <a16:creationId xmlns:a16="http://schemas.microsoft.com/office/drawing/2014/main" id="{E97A3C46-FCD2-4B54-A364-A64AD9A9120C}"/>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8" name="Line 83">
                <a:extLst>
                  <a:ext uri="{FF2B5EF4-FFF2-40B4-BE49-F238E27FC236}">
                    <a16:creationId xmlns:a16="http://schemas.microsoft.com/office/drawing/2014/main" id="{53D2644F-841B-4063-AEB6-E7ED30FB5D59}"/>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39" name="Line 84">
                <a:extLst>
                  <a:ext uri="{FF2B5EF4-FFF2-40B4-BE49-F238E27FC236}">
                    <a16:creationId xmlns:a16="http://schemas.microsoft.com/office/drawing/2014/main" id="{8F5322B2-EE3E-4D1C-91F5-575EC2AD2675}"/>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0" name="Line 85">
                <a:extLst>
                  <a:ext uri="{FF2B5EF4-FFF2-40B4-BE49-F238E27FC236}">
                    <a16:creationId xmlns:a16="http://schemas.microsoft.com/office/drawing/2014/main" id="{E659EF68-B62D-4BBA-8A5E-B578BB9981D4}"/>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1" name="Line 86">
                <a:extLst>
                  <a:ext uri="{FF2B5EF4-FFF2-40B4-BE49-F238E27FC236}">
                    <a16:creationId xmlns:a16="http://schemas.microsoft.com/office/drawing/2014/main" id="{29BF0B3C-A0F0-4AAB-A1C6-8CD9F4A88C9F}"/>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2" name="Line 87">
                <a:extLst>
                  <a:ext uri="{FF2B5EF4-FFF2-40B4-BE49-F238E27FC236}">
                    <a16:creationId xmlns:a16="http://schemas.microsoft.com/office/drawing/2014/main" id="{23E2D41B-BE70-4DD6-8D69-0BF088E1B196}"/>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3" name="Line 88">
                <a:extLst>
                  <a:ext uri="{FF2B5EF4-FFF2-40B4-BE49-F238E27FC236}">
                    <a16:creationId xmlns:a16="http://schemas.microsoft.com/office/drawing/2014/main" id="{F86EDE33-3E57-43DC-B36B-15DDB37D7A59}"/>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4" name="Line 89">
                <a:extLst>
                  <a:ext uri="{FF2B5EF4-FFF2-40B4-BE49-F238E27FC236}">
                    <a16:creationId xmlns:a16="http://schemas.microsoft.com/office/drawing/2014/main" id="{2E2EDC76-0FC5-43AC-9036-C54051775B03}"/>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5" name="Line 90">
                <a:extLst>
                  <a:ext uri="{FF2B5EF4-FFF2-40B4-BE49-F238E27FC236}">
                    <a16:creationId xmlns:a16="http://schemas.microsoft.com/office/drawing/2014/main" id="{1AFB990D-EF4E-4500-83CB-FDD5F44247EB}"/>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6" name="Line 91">
                <a:extLst>
                  <a:ext uri="{FF2B5EF4-FFF2-40B4-BE49-F238E27FC236}">
                    <a16:creationId xmlns:a16="http://schemas.microsoft.com/office/drawing/2014/main" id="{725EA899-DEA8-4560-A518-C44177B36161}"/>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7" name="Line 92">
                <a:extLst>
                  <a:ext uri="{FF2B5EF4-FFF2-40B4-BE49-F238E27FC236}">
                    <a16:creationId xmlns:a16="http://schemas.microsoft.com/office/drawing/2014/main" id="{5D7499A2-2CF9-4F67-91B3-597536F36C05}"/>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8" name="Line 93">
                <a:extLst>
                  <a:ext uri="{FF2B5EF4-FFF2-40B4-BE49-F238E27FC236}">
                    <a16:creationId xmlns:a16="http://schemas.microsoft.com/office/drawing/2014/main" id="{F65E4FA6-C579-43F0-A4B7-83172393BF18}"/>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49" name="Line 94">
                <a:extLst>
                  <a:ext uri="{FF2B5EF4-FFF2-40B4-BE49-F238E27FC236}">
                    <a16:creationId xmlns:a16="http://schemas.microsoft.com/office/drawing/2014/main" id="{296971C0-0133-4CB6-B185-9A13DD0DFC8E}"/>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0" name="Line 95">
                <a:extLst>
                  <a:ext uri="{FF2B5EF4-FFF2-40B4-BE49-F238E27FC236}">
                    <a16:creationId xmlns:a16="http://schemas.microsoft.com/office/drawing/2014/main" id="{5F67A75D-0F99-4CE1-B3CD-E3935E439A3B}"/>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1" name="Line 96">
                <a:extLst>
                  <a:ext uri="{FF2B5EF4-FFF2-40B4-BE49-F238E27FC236}">
                    <a16:creationId xmlns:a16="http://schemas.microsoft.com/office/drawing/2014/main" id="{917CD92A-41AD-40D0-A968-916B15CCEF87}"/>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2" name="Line 97">
                <a:extLst>
                  <a:ext uri="{FF2B5EF4-FFF2-40B4-BE49-F238E27FC236}">
                    <a16:creationId xmlns:a16="http://schemas.microsoft.com/office/drawing/2014/main" id="{12EDE481-1C7E-4C30-8A7F-487633967D51}"/>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3" name="Line 98">
                <a:extLst>
                  <a:ext uri="{FF2B5EF4-FFF2-40B4-BE49-F238E27FC236}">
                    <a16:creationId xmlns:a16="http://schemas.microsoft.com/office/drawing/2014/main" id="{3C9B0E88-9D54-4D8A-ACB2-A411922B0167}"/>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4" name="Line 99">
                <a:extLst>
                  <a:ext uri="{FF2B5EF4-FFF2-40B4-BE49-F238E27FC236}">
                    <a16:creationId xmlns:a16="http://schemas.microsoft.com/office/drawing/2014/main" id="{5BA8A4ED-66A0-4744-BAA6-7EC0ADFA9E23}"/>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555" name="Line 100">
                <a:extLst>
                  <a:ext uri="{FF2B5EF4-FFF2-40B4-BE49-F238E27FC236}">
                    <a16:creationId xmlns:a16="http://schemas.microsoft.com/office/drawing/2014/main" id="{BB67C8EA-9B7B-4719-8E46-B71238BD5AA7}"/>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392" name="Group 101">
              <a:extLst>
                <a:ext uri="{FF2B5EF4-FFF2-40B4-BE49-F238E27FC236}">
                  <a16:creationId xmlns:a16="http://schemas.microsoft.com/office/drawing/2014/main" id="{A359FBE9-2049-4DA7-B410-61D5873FBE9A}"/>
                </a:ext>
              </a:extLst>
            </p:cNvPr>
            <p:cNvGrpSpPr>
              <a:grpSpLocks/>
            </p:cNvGrpSpPr>
            <p:nvPr userDrawn="1"/>
          </p:nvGrpSpPr>
          <p:grpSpPr bwMode="auto">
            <a:xfrm>
              <a:off x="485775" y="1241425"/>
              <a:ext cx="8928100" cy="5472113"/>
              <a:chOff x="306" y="737"/>
              <a:chExt cx="5625" cy="3447"/>
            </a:xfrm>
          </p:grpSpPr>
          <p:sp>
            <p:nvSpPr>
              <p:cNvPr id="3493" name="Line 102">
                <a:extLst>
                  <a:ext uri="{FF2B5EF4-FFF2-40B4-BE49-F238E27FC236}">
                    <a16:creationId xmlns:a16="http://schemas.microsoft.com/office/drawing/2014/main" id="{2B83AC50-1661-4FDD-88D0-C7CC45CD0640}"/>
                  </a:ext>
                </a:extLst>
              </p:cNvPr>
              <p:cNvSpPr>
                <a:spLocks noChangeShapeType="1"/>
              </p:cNvSpPr>
              <p:nvPr userDrawn="1"/>
            </p:nvSpPr>
            <p:spPr bwMode="gray">
              <a:xfrm>
                <a:off x="306" y="246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4" name="Line 103">
                <a:extLst>
                  <a:ext uri="{FF2B5EF4-FFF2-40B4-BE49-F238E27FC236}">
                    <a16:creationId xmlns:a16="http://schemas.microsoft.com/office/drawing/2014/main" id="{BF02741E-A843-4058-B253-8C72CF44C335}"/>
                  </a:ext>
                </a:extLst>
              </p:cNvPr>
              <p:cNvSpPr>
                <a:spLocks noChangeShapeType="1"/>
              </p:cNvSpPr>
              <p:nvPr userDrawn="1"/>
            </p:nvSpPr>
            <p:spPr bwMode="gray">
              <a:xfrm>
                <a:off x="311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5" name="Rectangle 104">
                <a:extLst>
                  <a:ext uri="{FF2B5EF4-FFF2-40B4-BE49-F238E27FC236}">
                    <a16:creationId xmlns:a16="http://schemas.microsoft.com/office/drawing/2014/main" id="{156C5BC1-09B3-4CC9-B558-18FE4F9D4DC4}"/>
                  </a:ext>
                </a:extLst>
              </p:cNvPr>
              <p:cNvSpPr>
                <a:spLocks noChangeArrowheads="1"/>
              </p:cNvSpPr>
              <p:nvPr userDrawn="1"/>
            </p:nvSpPr>
            <p:spPr bwMode="gray">
              <a:xfrm>
                <a:off x="306" y="737"/>
                <a:ext cx="5625" cy="3447"/>
              </a:xfrm>
              <a:prstGeom prst="rect">
                <a:avLst/>
              </a:prstGeom>
              <a:no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sp>
          <p:nvSpPr>
            <p:cNvPr id="3393" name="Line 102">
              <a:extLst>
                <a:ext uri="{FF2B5EF4-FFF2-40B4-BE49-F238E27FC236}">
                  <a16:creationId xmlns:a16="http://schemas.microsoft.com/office/drawing/2014/main" id="{A5619C3C-F27E-4461-A254-A206CB8DED5B}"/>
                </a:ext>
              </a:extLst>
            </p:cNvPr>
            <p:cNvSpPr>
              <a:spLocks noChangeShapeType="1"/>
            </p:cNvSpPr>
            <p:nvPr userDrawn="1"/>
          </p:nvSpPr>
          <p:spPr bwMode="gray">
            <a:xfrm>
              <a:off x="485775" y="3978275"/>
              <a:ext cx="89281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94" name="Line 103">
              <a:extLst>
                <a:ext uri="{FF2B5EF4-FFF2-40B4-BE49-F238E27FC236}">
                  <a16:creationId xmlns:a16="http://schemas.microsoft.com/office/drawing/2014/main" id="{143ED1E7-9FCB-4FC6-BA58-B3CF467FEED5}"/>
                </a:ext>
              </a:extLst>
            </p:cNvPr>
            <p:cNvSpPr>
              <a:spLocks noChangeShapeType="1"/>
            </p:cNvSpPr>
            <p:nvPr userDrawn="1"/>
          </p:nvSpPr>
          <p:spPr bwMode="gray">
            <a:xfrm>
              <a:off x="4950619" y="1241425"/>
              <a:ext cx="0" cy="54721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3395" name="Group 3">
              <a:extLst>
                <a:ext uri="{FF2B5EF4-FFF2-40B4-BE49-F238E27FC236}">
                  <a16:creationId xmlns:a16="http://schemas.microsoft.com/office/drawing/2014/main" id="{D4DA2E86-0972-4949-96A0-8CE1BEF72560}"/>
                </a:ext>
              </a:extLst>
            </p:cNvPr>
            <p:cNvGrpSpPr>
              <a:grpSpLocks/>
            </p:cNvGrpSpPr>
            <p:nvPr userDrawn="1"/>
          </p:nvGrpSpPr>
          <p:grpSpPr bwMode="auto">
            <a:xfrm>
              <a:off x="485775" y="1385888"/>
              <a:ext cx="8928100" cy="5184775"/>
              <a:chOff x="306" y="828"/>
              <a:chExt cx="5625" cy="3266"/>
            </a:xfrm>
          </p:grpSpPr>
          <p:sp>
            <p:nvSpPr>
              <p:cNvPr id="3457" name="Line 4">
                <a:extLst>
                  <a:ext uri="{FF2B5EF4-FFF2-40B4-BE49-F238E27FC236}">
                    <a16:creationId xmlns:a16="http://schemas.microsoft.com/office/drawing/2014/main" id="{C0FF936F-6268-41CD-8EE0-4B5E9A1B9A5C}"/>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8" name="Line 5">
                <a:extLst>
                  <a:ext uri="{FF2B5EF4-FFF2-40B4-BE49-F238E27FC236}">
                    <a16:creationId xmlns:a16="http://schemas.microsoft.com/office/drawing/2014/main" id="{2B18418C-5480-49E3-86CF-F57C0F3BA192}"/>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9" name="Line 6">
                <a:extLst>
                  <a:ext uri="{FF2B5EF4-FFF2-40B4-BE49-F238E27FC236}">
                    <a16:creationId xmlns:a16="http://schemas.microsoft.com/office/drawing/2014/main" id="{B55462D5-58FD-4085-9FAC-AE75FBE6E12B}"/>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0" name="Line 7">
                <a:extLst>
                  <a:ext uri="{FF2B5EF4-FFF2-40B4-BE49-F238E27FC236}">
                    <a16:creationId xmlns:a16="http://schemas.microsoft.com/office/drawing/2014/main" id="{85053D9E-D274-4C3E-99DB-F559682651BD}"/>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1" name="Line 8">
                <a:extLst>
                  <a:ext uri="{FF2B5EF4-FFF2-40B4-BE49-F238E27FC236}">
                    <a16:creationId xmlns:a16="http://schemas.microsoft.com/office/drawing/2014/main" id="{153822FE-8C2E-4D26-BDA8-8913E7AD54C9}"/>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2" name="Line 9">
                <a:extLst>
                  <a:ext uri="{FF2B5EF4-FFF2-40B4-BE49-F238E27FC236}">
                    <a16:creationId xmlns:a16="http://schemas.microsoft.com/office/drawing/2014/main" id="{ADB83F80-233B-4F4A-BEDA-DB0B00F42C62}"/>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3" name="Line 10">
                <a:extLst>
                  <a:ext uri="{FF2B5EF4-FFF2-40B4-BE49-F238E27FC236}">
                    <a16:creationId xmlns:a16="http://schemas.microsoft.com/office/drawing/2014/main" id="{A581A2BE-E833-487A-9EC0-8E6AE4F88552}"/>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4" name="Line 11">
                <a:extLst>
                  <a:ext uri="{FF2B5EF4-FFF2-40B4-BE49-F238E27FC236}">
                    <a16:creationId xmlns:a16="http://schemas.microsoft.com/office/drawing/2014/main" id="{28D163C3-7304-41C4-AE58-82C955716FFB}"/>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5" name="Line 12">
                <a:extLst>
                  <a:ext uri="{FF2B5EF4-FFF2-40B4-BE49-F238E27FC236}">
                    <a16:creationId xmlns:a16="http://schemas.microsoft.com/office/drawing/2014/main" id="{2BE5CA8E-3055-4C95-B7EA-63E0F7C9F2B7}"/>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6" name="Line 13">
                <a:extLst>
                  <a:ext uri="{FF2B5EF4-FFF2-40B4-BE49-F238E27FC236}">
                    <a16:creationId xmlns:a16="http://schemas.microsoft.com/office/drawing/2014/main" id="{78851654-CBCD-4494-BAD9-6E032E5A8E7B}"/>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7" name="Line 14">
                <a:extLst>
                  <a:ext uri="{FF2B5EF4-FFF2-40B4-BE49-F238E27FC236}">
                    <a16:creationId xmlns:a16="http://schemas.microsoft.com/office/drawing/2014/main" id="{8FAE026C-8BAB-4548-A648-8D28E6C7348D}"/>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8" name="Line 15">
                <a:extLst>
                  <a:ext uri="{FF2B5EF4-FFF2-40B4-BE49-F238E27FC236}">
                    <a16:creationId xmlns:a16="http://schemas.microsoft.com/office/drawing/2014/main" id="{3FF6FF86-1567-4085-86C1-FF09156E9196}"/>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69" name="Line 16">
                <a:extLst>
                  <a:ext uri="{FF2B5EF4-FFF2-40B4-BE49-F238E27FC236}">
                    <a16:creationId xmlns:a16="http://schemas.microsoft.com/office/drawing/2014/main" id="{0B65D23E-D7CF-486B-9852-201D1024913F}"/>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0" name="Line 17">
                <a:extLst>
                  <a:ext uri="{FF2B5EF4-FFF2-40B4-BE49-F238E27FC236}">
                    <a16:creationId xmlns:a16="http://schemas.microsoft.com/office/drawing/2014/main" id="{C7C22482-AE26-43D7-8E9A-129721AB6481}"/>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1" name="Line 18">
                <a:extLst>
                  <a:ext uri="{FF2B5EF4-FFF2-40B4-BE49-F238E27FC236}">
                    <a16:creationId xmlns:a16="http://schemas.microsoft.com/office/drawing/2014/main" id="{AA3BF12B-F9FC-4F70-954D-32CF90B31F80}"/>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2" name="Line 19">
                <a:extLst>
                  <a:ext uri="{FF2B5EF4-FFF2-40B4-BE49-F238E27FC236}">
                    <a16:creationId xmlns:a16="http://schemas.microsoft.com/office/drawing/2014/main" id="{E7235CEF-BFDA-4D3D-9554-D2ECC3CA0FB8}"/>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3" name="Line 20">
                <a:extLst>
                  <a:ext uri="{FF2B5EF4-FFF2-40B4-BE49-F238E27FC236}">
                    <a16:creationId xmlns:a16="http://schemas.microsoft.com/office/drawing/2014/main" id="{FE33E4FE-DB0E-4147-9B56-FF9DEC5E56A1}"/>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4" name="Line 21">
                <a:extLst>
                  <a:ext uri="{FF2B5EF4-FFF2-40B4-BE49-F238E27FC236}">
                    <a16:creationId xmlns:a16="http://schemas.microsoft.com/office/drawing/2014/main" id="{E3BFCB98-53BE-476D-B484-94680602EFA7}"/>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5" name="Line 22">
                <a:extLst>
                  <a:ext uri="{FF2B5EF4-FFF2-40B4-BE49-F238E27FC236}">
                    <a16:creationId xmlns:a16="http://schemas.microsoft.com/office/drawing/2014/main" id="{58513C5B-FE72-49A2-BF02-D04D1F41ADA5}"/>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6" name="Line 23">
                <a:extLst>
                  <a:ext uri="{FF2B5EF4-FFF2-40B4-BE49-F238E27FC236}">
                    <a16:creationId xmlns:a16="http://schemas.microsoft.com/office/drawing/2014/main" id="{8CA7B028-3C11-4209-8639-37CDC0DF6539}"/>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7" name="Line 24">
                <a:extLst>
                  <a:ext uri="{FF2B5EF4-FFF2-40B4-BE49-F238E27FC236}">
                    <a16:creationId xmlns:a16="http://schemas.microsoft.com/office/drawing/2014/main" id="{22C9036B-EE1D-49EB-A1D2-568AC1DA7602}"/>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8" name="Line 25">
                <a:extLst>
                  <a:ext uri="{FF2B5EF4-FFF2-40B4-BE49-F238E27FC236}">
                    <a16:creationId xmlns:a16="http://schemas.microsoft.com/office/drawing/2014/main" id="{42AA0431-285E-428E-B1AC-08CF6D2175C9}"/>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79" name="Line 26">
                <a:extLst>
                  <a:ext uri="{FF2B5EF4-FFF2-40B4-BE49-F238E27FC236}">
                    <a16:creationId xmlns:a16="http://schemas.microsoft.com/office/drawing/2014/main" id="{D9125792-B37B-4A85-ADDD-DE048DC30FB2}"/>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0" name="Line 27">
                <a:extLst>
                  <a:ext uri="{FF2B5EF4-FFF2-40B4-BE49-F238E27FC236}">
                    <a16:creationId xmlns:a16="http://schemas.microsoft.com/office/drawing/2014/main" id="{40DE05C1-C194-446E-B94E-E9AAFBAF9BF6}"/>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1" name="Line 28">
                <a:extLst>
                  <a:ext uri="{FF2B5EF4-FFF2-40B4-BE49-F238E27FC236}">
                    <a16:creationId xmlns:a16="http://schemas.microsoft.com/office/drawing/2014/main" id="{A1A6D36D-BD4A-48AB-B9C6-CD3C72E1BBC1}"/>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2" name="Line 29">
                <a:extLst>
                  <a:ext uri="{FF2B5EF4-FFF2-40B4-BE49-F238E27FC236}">
                    <a16:creationId xmlns:a16="http://schemas.microsoft.com/office/drawing/2014/main" id="{08FAE235-7F5E-4C62-A559-FB12A3F61F7A}"/>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3" name="Line 30">
                <a:extLst>
                  <a:ext uri="{FF2B5EF4-FFF2-40B4-BE49-F238E27FC236}">
                    <a16:creationId xmlns:a16="http://schemas.microsoft.com/office/drawing/2014/main" id="{9E57C8E0-963F-404E-8F8E-F5B64114BB9E}"/>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4" name="Line 31">
                <a:extLst>
                  <a:ext uri="{FF2B5EF4-FFF2-40B4-BE49-F238E27FC236}">
                    <a16:creationId xmlns:a16="http://schemas.microsoft.com/office/drawing/2014/main" id="{4B80DABC-6E92-481D-96D8-1E87DB724495}"/>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5" name="Line 32">
                <a:extLst>
                  <a:ext uri="{FF2B5EF4-FFF2-40B4-BE49-F238E27FC236}">
                    <a16:creationId xmlns:a16="http://schemas.microsoft.com/office/drawing/2014/main" id="{579429F3-2EC1-4795-AA8C-C85D00A322C8}"/>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6" name="Line 33">
                <a:extLst>
                  <a:ext uri="{FF2B5EF4-FFF2-40B4-BE49-F238E27FC236}">
                    <a16:creationId xmlns:a16="http://schemas.microsoft.com/office/drawing/2014/main" id="{7D082FB1-2138-4EC1-B7E1-CBF05D5269F7}"/>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7" name="Line 34">
                <a:extLst>
                  <a:ext uri="{FF2B5EF4-FFF2-40B4-BE49-F238E27FC236}">
                    <a16:creationId xmlns:a16="http://schemas.microsoft.com/office/drawing/2014/main" id="{F2E7CF39-115C-411F-9B5A-313D4509A21E}"/>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8" name="Line 35">
                <a:extLst>
                  <a:ext uri="{FF2B5EF4-FFF2-40B4-BE49-F238E27FC236}">
                    <a16:creationId xmlns:a16="http://schemas.microsoft.com/office/drawing/2014/main" id="{B94C1DE1-3BB7-4DAB-9C9C-E84A1D610DB3}"/>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89" name="Line 36">
                <a:extLst>
                  <a:ext uri="{FF2B5EF4-FFF2-40B4-BE49-F238E27FC236}">
                    <a16:creationId xmlns:a16="http://schemas.microsoft.com/office/drawing/2014/main" id="{52F90643-7177-4AFF-9658-5F4BF01A352A}"/>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0" name="Line 37">
                <a:extLst>
                  <a:ext uri="{FF2B5EF4-FFF2-40B4-BE49-F238E27FC236}">
                    <a16:creationId xmlns:a16="http://schemas.microsoft.com/office/drawing/2014/main" id="{D151FA14-0DEA-43D2-B305-D47138476B9A}"/>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1" name="Line 38">
                <a:extLst>
                  <a:ext uri="{FF2B5EF4-FFF2-40B4-BE49-F238E27FC236}">
                    <a16:creationId xmlns:a16="http://schemas.microsoft.com/office/drawing/2014/main" id="{9FF82716-F0B9-4847-92E2-758EB61FADDB}"/>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92" name="Line 39">
                <a:extLst>
                  <a:ext uri="{FF2B5EF4-FFF2-40B4-BE49-F238E27FC236}">
                    <a16:creationId xmlns:a16="http://schemas.microsoft.com/office/drawing/2014/main" id="{714770DD-3AAB-4109-BE43-4C2901446821}"/>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396" name="Group 40">
              <a:extLst>
                <a:ext uri="{FF2B5EF4-FFF2-40B4-BE49-F238E27FC236}">
                  <a16:creationId xmlns:a16="http://schemas.microsoft.com/office/drawing/2014/main" id="{23FB0420-E204-4A8E-B5B8-FC367D308C06}"/>
                </a:ext>
              </a:extLst>
            </p:cNvPr>
            <p:cNvGrpSpPr>
              <a:grpSpLocks/>
            </p:cNvGrpSpPr>
            <p:nvPr userDrawn="1"/>
          </p:nvGrpSpPr>
          <p:grpSpPr bwMode="auto">
            <a:xfrm>
              <a:off x="630212" y="1241425"/>
              <a:ext cx="8639226" cy="5472113"/>
              <a:chOff x="397" y="737"/>
              <a:chExt cx="5443" cy="3447"/>
            </a:xfrm>
          </p:grpSpPr>
          <p:sp>
            <p:nvSpPr>
              <p:cNvPr id="3397" name="Line 41">
                <a:extLst>
                  <a:ext uri="{FF2B5EF4-FFF2-40B4-BE49-F238E27FC236}">
                    <a16:creationId xmlns:a16="http://schemas.microsoft.com/office/drawing/2014/main" id="{8AA81220-D41D-4743-979D-44D940571111}"/>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98" name="Line 42">
                <a:extLst>
                  <a:ext uri="{FF2B5EF4-FFF2-40B4-BE49-F238E27FC236}">
                    <a16:creationId xmlns:a16="http://schemas.microsoft.com/office/drawing/2014/main" id="{1BD77CBA-9225-4AF5-B51A-4CF52A3A5685}"/>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99" name="Line 43">
                <a:extLst>
                  <a:ext uri="{FF2B5EF4-FFF2-40B4-BE49-F238E27FC236}">
                    <a16:creationId xmlns:a16="http://schemas.microsoft.com/office/drawing/2014/main" id="{D9BFC7C1-F21E-4CDF-9138-8A9245DEE72F}"/>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0" name="Line 44">
                <a:extLst>
                  <a:ext uri="{FF2B5EF4-FFF2-40B4-BE49-F238E27FC236}">
                    <a16:creationId xmlns:a16="http://schemas.microsoft.com/office/drawing/2014/main" id="{01C3DBEE-3D85-42F3-9B45-3F38AFEF8F14}"/>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1" name="Line 45">
                <a:extLst>
                  <a:ext uri="{FF2B5EF4-FFF2-40B4-BE49-F238E27FC236}">
                    <a16:creationId xmlns:a16="http://schemas.microsoft.com/office/drawing/2014/main" id="{496DB10B-D4CC-4E78-90DF-3CEE868A85DE}"/>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2" name="Line 46">
                <a:extLst>
                  <a:ext uri="{FF2B5EF4-FFF2-40B4-BE49-F238E27FC236}">
                    <a16:creationId xmlns:a16="http://schemas.microsoft.com/office/drawing/2014/main" id="{B5F1435F-058D-47E3-95CA-46577DA81894}"/>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3" name="Line 47">
                <a:extLst>
                  <a:ext uri="{FF2B5EF4-FFF2-40B4-BE49-F238E27FC236}">
                    <a16:creationId xmlns:a16="http://schemas.microsoft.com/office/drawing/2014/main" id="{22808E24-545D-45AC-9393-96DF8E599EB5}"/>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4" name="Line 48">
                <a:extLst>
                  <a:ext uri="{FF2B5EF4-FFF2-40B4-BE49-F238E27FC236}">
                    <a16:creationId xmlns:a16="http://schemas.microsoft.com/office/drawing/2014/main" id="{160A05CA-2914-400B-8AE9-FE585712CBEB}"/>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5" name="Line 49">
                <a:extLst>
                  <a:ext uri="{FF2B5EF4-FFF2-40B4-BE49-F238E27FC236}">
                    <a16:creationId xmlns:a16="http://schemas.microsoft.com/office/drawing/2014/main" id="{968E8E29-FDBB-42BA-8AF9-358199AE5F7E}"/>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6" name="Line 50">
                <a:extLst>
                  <a:ext uri="{FF2B5EF4-FFF2-40B4-BE49-F238E27FC236}">
                    <a16:creationId xmlns:a16="http://schemas.microsoft.com/office/drawing/2014/main" id="{2D30A834-CCEC-4CAC-B526-BDD4B609A4D4}"/>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7" name="Line 51">
                <a:extLst>
                  <a:ext uri="{FF2B5EF4-FFF2-40B4-BE49-F238E27FC236}">
                    <a16:creationId xmlns:a16="http://schemas.microsoft.com/office/drawing/2014/main" id="{4B708D96-1B19-4DD7-A569-690C2489AFAE}"/>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8" name="Line 52">
                <a:extLst>
                  <a:ext uri="{FF2B5EF4-FFF2-40B4-BE49-F238E27FC236}">
                    <a16:creationId xmlns:a16="http://schemas.microsoft.com/office/drawing/2014/main" id="{5AAC9541-BB47-4F5A-A0FF-09778B71A942}"/>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09" name="Line 53">
                <a:extLst>
                  <a:ext uri="{FF2B5EF4-FFF2-40B4-BE49-F238E27FC236}">
                    <a16:creationId xmlns:a16="http://schemas.microsoft.com/office/drawing/2014/main" id="{A34A27A4-D47B-416C-9492-7D1742F3D32C}"/>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0" name="Line 54">
                <a:extLst>
                  <a:ext uri="{FF2B5EF4-FFF2-40B4-BE49-F238E27FC236}">
                    <a16:creationId xmlns:a16="http://schemas.microsoft.com/office/drawing/2014/main" id="{41A18555-90D1-48E4-A651-1E1174027416}"/>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1" name="Line 55">
                <a:extLst>
                  <a:ext uri="{FF2B5EF4-FFF2-40B4-BE49-F238E27FC236}">
                    <a16:creationId xmlns:a16="http://schemas.microsoft.com/office/drawing/2014/main" id="{7C49E1C1-5EEB-40ED-B5A8-DA7A3008300E}"/>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2" name="Line 56">
                <a:extLst>
                  <a:ext uri="{FF2B5EF4-FFF2-40B4-BE49-F238E27FC236}">
                    <a16:creationId xmlns:a16="http://schemas.microsoft.com/office/drawing/2014/main" id="{538414EB-AFA4-4EEF-879B-C317F0F8E20F}"/>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3" name="Line 57">
                <a:extLst>
                  <a:ext uri="{FF2B5EF4-FFF2-40B4-BE49-F238E27FC236}">
                    <a16:creationId xmlns:a16="http://schemas.microsoft.com/office/drawing/2014/main" id="{B8E7A241-F620-4936-BB0E-A081528082BF}"/>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4" name="Line 58">
                <a:extLst>
                  <a:ext uri="{FF2B5EF4-FFF2-40B4-BE49-F238E27FC236}">
                    <a16:creationId xmlns:a16="http://schemas.microsoft.com/office/drawing/2014/main" id="{28F1D6D6-6249-4EC1-BB05-80CE571658F2}"/>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5" name="Line 59">
                <a:extLst>
                  <a:ext uri="{FF2B5EF4-FFF2-40B4-BE49-F238E27FC236}">
                    <a16:creationId xmlns:a16="http://schemas.microsoft.com/office/drawing/2014/main" id="{9DCD9E1A-160A-4B6F-A2BC-DEE2ECAF4B2B}"/>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6" name="Line 60">
                <a:extLst>
                  <a:ext uri="{FF2B5EF4-FFF2-40B4-BE49-F238E27FC236}">
                    <a16:creationId xmlns:a16="http://schemas.microsoft.com/office/drawing/2014/main" id="{858430B9-6534-4D67-81A5-CB002754D082}"/>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7" name="Line 61">
                <a:extLst>
                  <a:ext uri="{FF2B5EF4-FFF2-40B4-BE49-F238E27FC236}">
                    <a16:creationId xmlns:a16="http://schemas.microsoft.com/office/drawing/2014/main" id="{3167992A-B8F9-4656-AECF-DBDF3DADCBA8}"/>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8" name="Line 62">
                <a:extLst>
                  <a:ext uri="{FF2B5EF4-FFF2-40B4-BE49-F238E27FC236}">
                    <a16:creationId xmlns:a16="http://schemas.microsoft.com/office/drawing/2014/main" id="{A6CA2B4A-B18C-4229-BD7A-ECBFB01C8957}"/>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19" name="Line 63">
                <a:extLst>
                  <a:ext uri="{FF2B5EF4-FFF2-40B4-BE49-F238E27FC236}">
                    <a16:creationId xmlns:a16="http://schemas.microsoft.com/office/drawing/2014/main" id="{E793C9B3-C083-46D9-B44B-A036E0E5B41B}"/>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0" name="Line 64">
                <a:extLst>
                  <a:ext uri="{FF2B5EF4-FFF2-40B4-BE49-F238E27FC236}">
                    <a16:creationId xmlns:a16="http://schemas.microsoft.com/office/drawing/2014/main" id="{FC4CCADE-BB27-4B73-A344-358E1C879BE4}"/>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1" name="Line 65">
                <a:extLst>
                  <a:ext uri="{FF2B5EF4-FFF2-40B4-BE49-F238E27FC236}">
                    <a16:creationId xmlns:a16="http://schemas.microsoft.com/office/drawing/2014/main" id="{5FE6A9C7-9E3F-4BE7-96E5-03E2F07EDAB9}"/>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2" name="Line 66">
                <a:extLst>
                  <a:ext uri="{FF2B5EF4-FFF2-40B4-BE49-F238E27FC236}">
                    <a16:creationId xmlns:a16="http://schemas.microsoft.com/office/drawing/2014/main" id="{781E9ECE-32D5-4391-8D19-5D874F7D252D}"/>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3" name="Line 67">
                <a:extLst>
                  <a:ext uri="{FF2B5EF4-FFF2-40B4-BE49-F238E27FC236}">
                    <a16:creationId xmlns:a16="http://schemas.microsoft.com/office/drawing/2014/main" id="{5CC7CC24-AD95-4117-ABA4-EB54F7F0D7D9}"/>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4" name="Line 68">
                <a:extLst>
                  <a:ext uri="{FF2B5EF4-FFF2-40B4-BE49-F238E27FC236}">
                    <a16:creationId xmlns:a16="http://schemas.microsoft.com/office/drawing/2014/main" id="{93951FD1-256A-4AB8-AA5D-CFDA40521938}"/>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5" name="Line 69">
                <a:extLst>
                  <a:ext uri="{FF2B5EF4-FFF2-40B4-BE49-F238E27FC236}">
                    <a16:creationId xmlns:a16="http://schemas.microsoft.com/office/drawing/2014/main" id="{45A46DF6-B079-49EE-8B08-871CE965C5ED}"/>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6" name="Line 70">
                <a:extLst>
                  <a:ext uri="{FF2B5EF4-FFF2-40B4-BE49-F238E27FC236}">
                    <a16:creationId xmlns:a16="http://schemas.microsoft.com/office/drawing/2014/main" id="{4B8C19C6-C8BC-4928-AD4C-C44E999E748B}"/>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7" name="Line 71">
                <a:extLst>
                  <a:ext uri="{FF2B5EF4-FFF2-40B4-BE49-F238E27FC236}">
                    <a16:creationId xmlns:a16="http://schemas.microsoft.com/office/drawing/2014/main" id="{54068B9B-E1DA-4092-94AA-079220323AD2}"/>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8" name="Line 72">
                <a:extLst>
                  <a:ext uri="{FF2B5EF4-FFF2-40B4-BE49-F238E27FC236}">
                    <a16:creationId xmlns:a16="http://schemas.microsoft.com/office/drawing/2014/main" id="{CAEFB6F3-889C-43E0-AB1C-F1957B2EC2CE}"/>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29" name="Line 73">
                <a:extLst>
                  <a:ext uri="{FF2B5EF4-FFF2-40B4-BE49-F238E27FC236}">
                    <a16:creationId xmlns:a16="http://schemas.microsoft.com/office/drawing/2014/main" id="{361064DD-6815-4CE3-AE4D-89CA2DDD45B6}"/>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0" name="Line 74">
                <a:extLst>
                  <a:ext uri="{FF2B5EF4-FFF2-40B4-BE49-F238E27FC236}">
                    <a16:creationId xmlns:a16="http://schemas.microsoft.com/office/drawing/2014/main" id="{026FED78-7B34-45C6-980C-8E370F18CA61}"/>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1" name="Line 75">
                <a:extLst>
                  <a:ext uri="{FF2B5EF4-FFF2-40B4-BE49-F238E27FC236}">
                    <a16:creationId xmlns:a16="http://schemas.microsoft.com/office/drawing/2014/main" id="{484E07B6-ED29-4646-B808-D1DC520F309B}"/>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2" name="Line 76">
                <a:extLst>
                  <a:ext uri="{FF2B5EF4-FFF2-40B4-BE49-F238E27FC236}">
                    <a16:creationId xmlns:a16="http://schemas.microsoft.com/office/drawing/2014/main" id="{7D889E12-AE05-40F8-B184-986EB9EE1D79}"/>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3" name="Line 77">
                <a:extLst>
                  <a:ext uri="{FF2B5EF4-FFF2-40B4-BE49-F238E27FC236}">
                    <a16:creationId xmlns:a16="http://schemas.microsoft.com/office/drawing/2014/main" id="{769D8D41-14C7-465B-B9DA-C1CEEFE5CED1}"/>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4" name="Line 78">
                <a:extLst>
                  <a:ext uri="{FF2B5EF4-FFF2-40B4-BE49-F238E27FC236}">
                    <a16:creationId xmlns:a16="http://schemas.microsoft.com/office/drawing/2014/main" id="{8DAA1922-0197-4B70-ACA1-D830EAC09892}"/>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5" name="Line 79">
                <a:extLst>
                  <a:ext uri="{FF2B5EF4-FFF2-40B4-BE49-F238E27FC236}">
                    <a16:creationId xmlns:a16="http://schemas.microsoft.com/office/drawing/2014/main" id="{174C7C97-CECA-4AE0-A59D-212C8010A4E3}"/>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6" name="Line 80">
                <a:extLst>
                  <a:ext uri="{FF2B5EF4-FFF2-40B4-BE49-F238E27FC236}">
                    <a16:creationId xmlns:a16="http://schemas.microsoft.com/office/drawing/2014/main" id="{2AF6A725-8072-431B-8D85-290AD7B1A8AB}"/>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7" name="Line 81">
                <a:extLst>
                  <a:ext uri="{FF2B5EF4-FFF2-40B4-BE49-F238E27FC236}">
                    <a16:creationId xmlns:a16="http://schemas.microsoft.com/office/drawing/2014/main" id="{EB2113A9-1D8A-4949-9BD7-17FBA92281A1}"/>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8" name="Line 82">
                <a:extLst>
                  <a:ext uri="{FF2B5EF4-FFF2-40B4-BE49-F238E27FC236}">
                    <a16:creationId xmlns:a16="http://schemas.microsoft.com/office/drawing/2014/main" id="{BF022E83-21C8-43AA-91FB-018941FA5832}"/>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39" name="Line 83">
                <a:extLst>
                  <a:ext uri="{FF2B5EF4-FFF2-40B4-BE49-F238E27FC236}">
                    <a16:creationId xmlns:a16="http://schemas.microsoft.com/office/drawing/2014/main" id="{4B836C7A-2A60-4D6C-ABD5-32E5A342BF76}"/>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0" name="Line 84">
                <a:extLst>
                  <a:ext uri="{FF2B5EF4-FFF2-40B4-BE49-F238E27FC236}">
                    <a16:creationId xmlns:a16="http://schemas.microsoft.com/office/drawing/2014/main" id="{0D40D2D1-A171-43D6-8FF6-D722A693D2BF}"/>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1" name="Line 85">
                <a:extLst>
                  <a:ext uri="{FF2B5EF4-FFF2-40B4-BE49-F238E27FC236}">
                    <a16:creationId xmlns:a16="http://schemas.microsoft.com/office/drawing/2014/main" id="{4A9D2E5D-6FB8-408C-9622-A19AF64959AC}"/>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2" name="Line 86">
                <a:extLst>
                  <a:ext uri="{FF2B5EF4-FFF2-40B4-BE49-F238E27FC236}">
                    <a16:creationId xmlns:a16="http://schemas.microsoft.com/office/drawing/2014/main" id="{E4E045D9-5A58-4884-858C-70E3C50E8487}"/>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3" name="Line 87">
                <a:extLst>
                  <a:ext uri="{FF2B5EF4-FFF2-40B4-BE49-F238E27FC236}">
                    <a16:creationId xmlns:a16="http://schemas.microsoft.com/office/drawing/2014/main" id="{ED94354E-19F9-4703-B187-F26352F8A20F}"/>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4" name="Line 88">
                <a:extLst>
                  <a:ext uri="{FF2B5EF4-FFF2-40B4-BE49-F238E27FC236}">
                    <a16:creationId xmlns:a16="http://schemas.microsoft.com/office/drawing/2014/main" id="{EA01B361-D305-43BC-B87C-C7B9BCFA5316}"/>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5" name="Line 89">
                <a:extLst>
                  <a:ext uri="{FF2B5EF4-FFF2-40B4-BE49-F238E27FC236}">
                    <a16:creationId xmlns:a16="http://schemas.microsoft.com/office/drawing/2014/main" id="{9C1EADBD-5DB7-4362-B7FB-5DF153F183F7}"/>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6" name="Line 90">
                <a:extLst>
                  <a:ext uri="{FF2B5EF4-FFF2-40B4-BE49-F238E27FC236}">
                    <a16:creationId xmlns:a16="http://schemas.microsoft.com/office/drawing/2014/main" id="{19B057AF-0B90-490C-BFCC-F7818C08212F}"/>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7" name="Line 91">
                <a:extLst>
                  <a:ext uri="{FF2B5EF4-FFF2-40B4-BE49-F238E27FC236}">
                    <a16:creationId xmlns:a16="http://schemas.microsoft.com/office/drawing/2014/main" id="{83AE0525-6B63-4FCF-8929-7BB96F1EDAC4}"/>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8" name="Line 92">
                <a:extLst>
                  <a:ext uri="{FF2B5EF4-FFF2-40B4-BE49-F238E27FC236}">
                    <a16:creationId xmlns:a16="http://schemas.microsoft.com/office/drawing/2014/main" id="{6753F024-8911-420B-BAC9-3760E737BB0B}"/>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49" name="Line 93">
                <a:extLst>
                  <a:ext uri="{FF2B5EF4-FFF2-40B4-BE49-F238E27FC236}">
                    <a16:creationId xmlns:a16="http://schemas.microsoft.com/office/drawing/2014/main" id="{05B1E8D6-C878-42B7-BDB3-F710A3745E9E}"/>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0" name="Line 94">
                <a:extLst>
                  <a:ext uri="{FF2B5EF4-FFF2-40B4-BE49-F238E27FC236}">
                    <a16:creationId xmlns:a16="http://schemas.microsoft.com/office/drawing/2014/main" id="{170BED33-5774-46C3-94B3-20E047AE7365}"/>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1" name="Line 95">
                <a:extLst>
                  <a:ext uri="{FF2B5EF4-FFF2-40B4-BE49-F238E27FC236}">
                    <a16:creationId xmlns:a16="http://schemas.microsoft.com/office/drawing/2014/main" id="{6C46227C-F355-4DD2-A9FA-DE5FD7ED7553}"/>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2" name="Line 96">
                <a:extLst>
                  <a:ext uri="{FF2B5EF4-FFF2-40B4-BE49-F238E27FC236}">
                    <a16:creationId xmlns:a16="http://schemas.microsoft.com/office/drawing/2014/main" id="{98B566C6-26F8-4893-8582-AD9576059518}"/>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3" name="Line 97">
                <a:extLst>
                  <a:ext uri="{FF2B5EF4-FFF2-40B4-BE49-F238E27FC236}">
                    <a16:creationId xmlns:a16="http://schemas.microsoft.com/office/drawing/2014/main" id="{8B06AA12-47EA-4EE2-A28A-3FD2A09F2B71}"/>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4" name="Line 98">
                <a:extLst>
                  <a:ext uri="{FF2B5EF4-FFF2-40B4-BE49-F238E27FC236}">
                    <a16:creationId xmlns:a16="http://schemas.microsoft.com/office/drawing/2014/main" id="{C1D9A100-2780-4EEF-A94A-30075E233217}"/>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5" name="Line 99">
                <a:extLst>
                  <a:ext uri="{FF2B5EF4-FFF2-40B4-BE49-F238E27FC236}">
                    <a16:creationId xmlns:a16="http://schemas.microsoft.com/office/drawing/2014/main" id="{2D7B7D4B-C52C-472D-BC37-83EA04022171}"/>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456" name="Line 100">
                <a:extLst>
                  <a:ext uri="{FF2B5EF4-FFF2-40B4-BE49-F238E27FC236}">
                    <a16:creationId xmlns:a16="http://schemas.microsoft.com/office/drawing/2014/main" id="{99E0F377-EC00-4038-A9B7-A68CD20D2055}"/>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grpSp>
        <p:nvGrpSpPr>
          <p:cNvPr id="3083" name="グループ化 527">
            <a:extLst>
              <a:ext uri="{FF2B5EF4-FFF2-40B4-BE49-F238E27FC236}">
                <a16:creationId xmlns:a16="http://schemas.microsoft.com/office/drawing/2014/main" id="{98BD3B13-2AF1-41EC-BCDF-3ACDE3F34CCC}"/>
              </a:ext>
            </a:extLst>
          </p:cNvPr>
          <p:cNvGrpSpPr>
            <a:grpSpLocks/>
          </p:cNvGrpSpPr>
          <p:nvPr/>
        </p:nvGrpSpPr>
        <p:grpSpPr bwMode="auto">
          <a:xfrm>
            <a:off x="487363" y="1141413"/>
            <a:ext cx="8931275" cy="5086350"/>
            <a:chOff x="485775" y="1241425"/>
            <a:chExt cx="8928100" cy="5472113"/>
          </a:xfrm>
        </p:grpSpPr>
        <p:grpSp>
          <p:nvGrpSpPr>
            <p:cNvPr id="3084" name="Design_Grid_2013">
              <a:extLst>
                <a:ext uri="{FF2B5EF4-FFF2-40B4-BE49-F238E27FC236}">
                  <a16:creationId xmlns:a16="http://schemas.microsoft.com/office/drawing/2014/main" id="{E88E6B9A-4B5E-4667-95C6-87337ECFC04D}"/>
                </a:ext>
              </a:extLst>
            </p:cNvPr>
            <p:cNvGrpSpPr>
              <a:grpSpLocks/>
            </p:cNvGrpSpPr>
            <p:nvPr userDrawn="1"/>
          </p:nvGrpSpPr>
          <p:grpSpPr bwMode="auto">
            <a:xfrm>
              <a:off x="485775" y="1241425"/>
              <a:ext cx="8928100" cy="5472113"/>
              <a:chOff x="306" y="782"/>
              <a:chExt cx="5625" cy="3447"/>
            </a:xfrm>
          </p:grpSpPr>
          <p:grpSp>
            <p:nvGrpSpPr>
              <p:cNvPr id="3287" name="Group 3">
                <a:extLst>
                  <a:ext uri="{FF2B5EF4-FFF2-40B4-BE49-F238E27FC236}">
                    <a16:creationId xmlns:a16="http://schemas.microsoft.com/office/drawing/2014/main" id="{72CC1343-429C-4B16-B8E0-8E0741FF37F8}"/>
                  </a:ext>
                </a:extLst>
              </p:cNvPr>
              <p:cNvGrpSpPr>
                <a:grpSpLocks/>
              </p:cNvGrpSpPr>
              <p:nvPr userDrawn="1"/>
            </p:nvGrpSpPr>
            <p:grpSpPr bwMode="auto">
              <a:xfrm>
                <a:off x="306" y="873"/>
                <a:ext cx="5625" cy="3266"/>
                <a:chOff x="306" y="828"/>
                <a:chExt cx="5625" cy="3266"/>
              </a:xfrm>
            </p:grpSpPr>
            <p:sp>
              <p:nvSpPr>
                <p:cNvPr id="3353" name="Line 4">
                  <a:extLst>
                    <a:ext uri="{FF2B5EF4-FFF2-40B4-BE49-F238E27FC236}">
                      <a16:creationId xmlns:a16="http://schemas.microsoft.com/office/drawing/2014/main" id="{13238DA8-BABE-447E-BCCD-447F732DA1AD}"/>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4" name="Line 5">
                  <a:extLst>
                    <a:ext uri="{FF2B5EF4-FFF2-40B4-BE49-F238E27FC236}">
                      <a16:creationId xmlns:a16="http://schemas.microsoft.com/office/drawing/2014/main" id="{021C6D76-416D-40BB-9992-DB455CBBAB44}"/>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5" name="Line 6">
                  <a:extLst>
                    <a:ext uri="{FF2B5EF4-FFF2-40B4-BE49-F238E27FC236}">
                      <a16:creationId xmlns:a16="http://schemas.microsoft.com/office/drawing/2014/main" id="{924EFF81-D0D2-498C-9809-4D21F16FCD8B}"/>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6" name="Line 7">
                  <a:extLst>
                    <a:ext uri="{FF2B5EF4-FFF2-40B4-BE49-F238E27FC236}">
                      <a16:creationId xmlns:a16="http://schemas.microsoft.com/office/drawing/2014/main" id="{C10585A4-A3CD-40FD-85FD-03ADC9567F47}"/>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7" name="Line 8">
                  <a:extLst>
                    <a:ext uri="{FF2B5EF4-FFF2-40B4-BE49-F238E27FC236}">
                      <a16:creationId xmlns:a16="http://schemas.microsoft.com/office/drawing/2014/main" id="{54C01B96-7628-40E9-9934-71F14622DB2B}"/>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8" name="Line 9">
                  <a:extLst>
                    <a:ext uri="{FF2B5EF4-FFF2-40B4-BE49-F238E27FC236}">
                      <a16:creationId xmlns:a16="http://schemas.microsoft.com/office/drawing/2014/main" id="{CD28B952-0745-49B7-8A05-4FED479D34B2}"/>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9" name="Line 10">
                  <a:extLst>
                    <a:ext uri="{FF2B5EF4-FFF2-40B4-BE49-F238E27FC236}">
                      <a16:creationId xmlns:a16="http://schemas.microsoft.com/office/drawing/2014/main" id="{E931A328-4F16-4202-A01F-FAD07B71C1BE}"/>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0" name="Line 11">
                  <a:extLst>
                    <a:ext uri="{FF2B5EF4-FFF2-40B4-BE49-F238E27FC236}">
                      <a16:creationId xmlns:a16="http://schemas.microsoft.com/office/drawing/2014/main" id="{AA57DD3A-0954-4D7E-9561-7F458C27E415}"/>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1" name="Line 12">
                  <a:extLst>
                    <a:ext uri="{FF2B5EF4-FFF2-40B4-BE49-F238E27FC236}">
                      <a16:creationId xmlns:a16="http://schemas.microsoft.com/office/drawing/2014/main" id="{AB34B720-7B31-4ED7-A817-5D3B596BC8FB}"/>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2" name="Line 13">
                  <a:extLst>
                    <a:ext uri="{FF2B5EF4-FFF2-40B4-BE49-F238E27FC236}">
                      <a16:creationId xmlns:a16="http://schemas.microsoft.com/office/drawing/2014/main" id="{104BCC18-723C-400C-B833-D878CCCF2FC6}"/>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3" name="Line 14">
                  <a:extLst>
                    <a:ext uri="{FF2B5EF4-FFF2-40B4-BE49-F238E27FC236}">
                      <a16:creationId xmlns:a16="http://schemas.microsoft.com/office/drawing/2014/main" id="{03EB9CC8-CE42-430C-ABD0-D4FDB12073E9}"/>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4" name="Line 15">
                  <a:extLst>
                    <a:ext uri="{FF2B5EF4-FFF2-40B4-BE49-F238E27FC236}">
                      <a16:creationId xmlns:a16="http://schemas.microsoft.com/office/drawing/2014/main" id="{8CCB2ED9-242A-4011-8F6A-A2A5128F1079}"/>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5" name="Line 16">
                  <a:extLst>
                    <a:ext uri="{FF2B5EF4-FFF2-40B4-BE49-F238E27FC236}">
                      <a16:creationId xmlns:a16="http://schemas.microsoft.com/office/drawing/2014/main" id="{7CB43658-7FA2-41BC-ADD1-997070309B38}"/>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6" name="Line 17">
                  <a:extLst>
                    <a:ext uri="{FF2B5EF4-FFF2-40B4-BE49-F238E27FC236}">
                      <a16:creationId xmlns:a16="http://schemas.microsoft.com/office/drawing/2014/main" id="{9314C888-C77A-4359-A7A6-6175D52CDAD1}"/>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7" name="Line 18">
                  <a:extLst>
                    <a:ext uri="{FF2B5EF4-FFF2-40B4-BE49-F238E27FC236}">
                      <a16:creationId xmlns:a16="http://schemas.microsoft.com/office/drawing/2014/main" id="{7DDFC9B3-E4EF-4B32-8F15-E001CAF62668}"/>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8" name="Line 19">
                  <a:extLst>
                    <a:ext uri="{FF2B5EF4-FFF2-40B4-BE49-F238E27FC236}">
                      <a16:creationId xmlns:a16="http://schemas.microsoft.com/office/drawing/2014/main" id="{DE9CD57D-1000-4150-AFD0-737A965A1CAD}"/>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69" name="Line 20">
                  <a:extLst>
                    <a:ext uri="{FF2B5EF4-FFF2-40B4-BE49-F238E27FC236}">
                      <a16:creationId xmlns:a16="http://schemas.microsoft.com/office/drawing/2014/main" id="{BDEABC2B-C87D-470E-B9E6-A0806D195C2C}"/>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0" name="Line 21">
                  <a:extLst>
                    <a:ext uri="{FF2B5EF4-FFF2-40B4-BE49-F238E27FC236}">
                      <a16:creationId xmlns:a16="http://schemas.microsoft.com/office/drawing/2014/main" id="{CA288F8E-6B2D-4A91-8B70-0554F23706E3}"/>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1" name="Line 22">
                  <a:extLst>
                    <a:ext uri="{FF2B5EF4-FFF2-40B4-BE49-F238E27FC236}">
                      <a16:creationId xmlns:a16="http://schemas.microsoft.com/office/drawing/2014/main" id="{FE66550A-7C83-4F85-9767-8F7458CAFFB2}"/>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2" name="Line 23">
                  <a:extLst>
                    <a:ext uri="{FF2B5EF4-FFF2-40B4-BE49-F238E27FC236}">
                      <a16:creationId xmlns:a16="http://schemas.microsoft.com/office/drawing/2014/main" id="{8A3D639F-343E-473A-9366-E969D4F9C5FA}"/>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3" name="Line 24">
                  <a:extLst>
                    <a:ext uri="{FF2B5EF4-FFF2-40B4-BE49-F238E27FC236}">
                      <a16:creationId xmlns:a16="http://schemas.microsoft.com/office/drawing/2014/main" id="{79E5A773-DFC0-410D-A3D5-DA971C51F01B}"/>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4" name="Line 25">
                  <a:extLst>
                    <a:ext uri="{FF2B5EF4-FFF2-40B4-BE49-F238E27FC236}">
                      <a16:creationId xmlns:a16="http://schemas.microsoft.com/office/drawing/2014/main" id="{D127EE84-2ADB-41B3-9046-593834639C12}"/>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5" name="Line 26">
                  <a:extLst>
                    <a:ext uri="{FF2B5EF4-FFF2-40B4-BE49-F238E27FC236}">
                      <a16:creationId xmlns:a16="http://schemas.microsoft.com/office/drawing/2014/main" id="{93F192A5-A0F5-462C-B856-828D95D8562E}"/>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6" name="Line 27">
                  <a:extLst>
                    <a:ext uri="{FF2B5EF4-FFF2-40B4-BE49-F238E27FC236}">
                      <a16:creationId xmlns:a16="http://schemas.microsoft.com/office/drawing/2014/main" id="{E6FA6986-4093-494D-AE3D-9A2AF3E58141}"/>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7" name="Line 28">
                  <a:extLst>
                    <a:ext uri="{FF2B5EF4-FFF2-40B4-BE49-F238E27FC236}">
                      <a16:creationId xmlns:a16="http://schemas.microsoft.com/office/drawing/2014/main" id="{CD38C571-6814-4A8A-BC96-425860C9DDC8}"/>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8" name="Line 29">
                  <a:extLst>
                    <a:ext uri="{FF2B5EF4-FFF2-40B4-BE49-F238E27FC236}">
                      <a16:creationId xmlns:a16="http://schemas.microsoft.com/office/drawing/2014/main" id="{96210A2C-9554-451B-A89C-BF400651A5DF}"/>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79" name="Line 30">
                  <a:extLst>
                    <a:ext uri="{FF2B5EF4-FFF2-40B4-BE49-F238E27FC236}">
                      <a16:creationId xmlns:a16="http://schemas.microsoft.com/office/drawing/2014/main" id="{89439DCB-B78C-423C-A507-A1A34FE7786D}"/>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0" name="Line 31">
                  <a:extLst>
                    <a:ext uri="{FF2B5EF4-FFF2-40B4-BE49-F238E27FC236}">
                      <a16:creationId xmlns:a16="http://schemas.microsoft.com/office/drawing/2014/main" id="{383640D3-6D1F-4517-9128-1EBC1B6F9DFE}"/>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1" name="Line 32">
                  <a:extLst>
                    <a:ext uri="{FF2B5EF4-FFF2-40B4-BE49-F238E27FC236}">
                      <a16:creationId xmlns:a16="http://schemas.microsoft.com/office/drawing/2014/main" id="{57F126F9-BBA2-4E30-9F8B-6F0BD868A5A7}"/>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2" name="Line 33">
                  <a:extLst>
                    <a:ext uri="{FF2B5EF4-FFF2-40B4-BE49-F238E27FC236}">
                      <a16:creationId xmlns:a16="http://schemas.microsoft.com/office/drawing/2014/main" id="{527D7DD3-0E86-4F46-A824-9779BE0F3D26}"/>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3" name="Line 34">
                  <a:extLst>
                    <a:ext uri="{FF2B5EF4-FFF2-40B4-BE49-F238E27FC236}">
                      <a16:creationId xmlns:a16="http://schemas.microsoft.com/office/drawing/2014/main" id="{B0186370-7A6F-462D-AEAA-C62A4C16171C}"/>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4" name="Line 35">
                  <a:extLst>
                    <a:ext uri="{FF2B5EF4-FFF2-40B4-BE49-F238E27FC236}">
                      <a16:creationId xmlns:a16="http://schemas.microsoft.com/office/drawing/2014/main" id="{825ABCC7-F1E1-4964-8DD2-8DEACA7E88A9}"/>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5" name="Line 36">
                  <a:extLst>
                    <a:ext uri="{FF2B5EF4-FFF2-40B4-BE49-F238E27FC236}">
                      <a16:creationId xmlns:a16="http://schemas.microsoft.com/office/drawing/2014/main" id="{B2C12251-37B5-479B-AEDF-798AC7213DA4}"/>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6" name="Line 37">
                  <a:extLst>
                    <a:ext uri="{FF2B5EF4-FFF2-40B4-BE49-F238E27FC236}">
                      <a16:creationId xmlns:a16="http://schemas.microsoft.com/office/drawing/2014/main" id="{83499B38-0702-4885-9B75-477653D8F70C}"/>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7" name="Line 38">
                  <a:extLst>
                    <a:ext uri="{FF2B5EF4-FFF2-40B4-BE49-F238E27FC236}">
                      <a16:creationId xmlns:a16="http://schemas.microsoft.com/office/drawing/2014/main" id="{844D09DA-9C85-42DC-AB78-DC93CB58DE77}"/>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88" name="Line 39">
                  <a:extLst>
                    <a:ext uri="{FF2B5EF4-FFF2-40B4-BE49-F238E27FC236}">
                      <a16:creationId xmlns:a16="http://schemas.microsoft.com/office/drawing/2014/main" id="{0D008CB3-2C5E-4463-8997-03FC29B067AC}"/>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288" name="Group 40">
                <a:extLst>
                  <a:ext uri="{FF2B5EF4-FFF2-40B4-BE49-F238E27FC236}">
                    <a16:creationId xmlns:a16="http://schemas.microsoft.com/office/drawing/2014/main" id="{86203FD0-B600-4C49-88CE-7102DEC93CAF}"/>
                  </a:ext>
                </a:extLst>
              </p:cNvPr>
              <p:cNvGrpSpPr>
                <a:grpSpLocks/>
              </p:cNvGrpSpPr>
              <p:nvPr userDrawn="1"/>
            </p:nvGrpSpPr>
            <p:grpSpPr bwMode="auto">
              <a:xfrm>
                <a:off x="397" y="782"/>
                <a:ext cx="5443" cy="3447"/>
                <a:chOff x="397" y="737"/>
                <a:chExt cx="5443" cy="3447"/>
              </a:xfrm>
            </p:grpSpPr>
            <p:sp>
              <p:nvSpPr>
                <p:cNvPr id="3293" name="Line 41">
                  <a:extLst>
                    <a:ext uri="{FF2B5EF4-FFF2-40B4-BE49-F238E27FC236}">
                      <a16:creationId xmlns:a16="http://schemas.microsoft.com/office/drawing/2014/main" id="{8F01B182-8033-4B69-A0B4-CA5ADE392EFE}"/>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4" name="Line 42">
                  <a:extLst>
                    <a:ext uri="{FF2B5EF4-FFF2-40B4-BE49-F238E27FC236}">
                      <a16:creationId xmlns:a16="http://schemas.microsoft.com/office/drawing/2014/main" id="{962FA4D1-8E87-4875-9A56-226059AD78B0}"/>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5" name="Line 43">
                  <a:extLst>
                    <a:ext uri="{FF2B5EF4-FFF2-40B4-BE49-F238E27FC236}">
                      <a16:creationId xmlns:a16="http://schemas.microsoft.com/office/drawing/2014/main" id="{2534C419-B0CD-4B99-8476-1244C3E661A3}"/>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6" name="Line 44">
                  <a:extLst>
                    <a:ext uri="{FF2B5EF4-FFF2-40B4-BE49-F238E27FC236}">
                      <a16:creationId xmlns:a16="http://schemas.microsoft.com/office/drawing/2014/main" id="{7C7867C0-A434-4C7C-924D-901AF76CE888}"/>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7" name="Line 45">
                  <a:extLst>
                    <a:ext uri="{FF2B5EF4-FFF2-40B4-BE49-F238E27FC236}">
                      <a16:creationId xmlns:a16="http://schemas.microsoft.com/office/drawing/2014/main" id="{755D2348-5E67-4FB6-A6B7-85A0C87C07F8}"/>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8" name="Line 46">
                  <a:extLst>
                    <a:ext uri="{FF2B5EF4-FFF2-40B4-BE49-F238E27FC236}">
                      <a16:creationId xmlns:a16="http://schemas.microsoft.com/office/drawing/2014/main" id="{B3796D2B-BA2E-4940-A87B-2BC946B61EF7}"/>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9" name="Line 47">
                  <a:extLst>
                    <a:ext uri="{FF2B5EF4-FFF2-40B4-BE49-F238E27FC236}">
                      <a16:creationId xmlns:a16="http://schemas.microsoft.com/office/drawing/2014/main" id="{AA4C3B7D-96BF-4AE4-A36E-AB4BB860D0BD}"/>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0" name="Line 48">
                  <a:extLst>
                    <a:ext uri="{FF2B5EF4-FFF2-40B4-BE49-F238E27FC236}">
                      <a16:creationId xmlns:a16="http://schemas.microsoft.com/office/drawing/2014/main" id="{87BACA65-3939-437F-B023-69E85CEFE44C}"/>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1" name="Line 49">
                  <a:extLst>
                    <a:ext uri="{FF2B5EF4-FFF2-40B4-BE49-F238E27FC236}">
                      <a16:creationId xmlns:a16="http://schemas.microsoft.com/office/drawing/2014/main" id="{04FC0F0B-BF0A-4C92-8BB4-401C8F243139}"/>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2" name="Line 50">
                  <a:extLst>
                    <a:ext uri="{FF2B5EF4-FFF2-40B4-BE49-F238E27FC236}">
                      <a16:creationId xmlns:a16="http://schemas.microsoft.com/office/drawing/2014/main" id="{44B13F92-4F94-45BA-B448-9AC3395D73AF}"/>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3" name="Line 51">
                  <a:extLst>
                    <a:ext uri="{FF2B5EF4-FFF2-40B4-BE49-F238E27FC236}">
                      <a16:creationId xmlns:a16="http://schemas.microsoft.com/office/drawing/2014/main" id="{E2ACD370-72FF-4774-976D-21335A40076D}"/>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4" name="Line 52">
                  <a:extLst>
                    <a:ext uri="{FF2B5EF4-FFF2-40B4-BE49-F238E27FC236}">
                      <a16:creationId xmlns:a16="http://schemas.microsoft.com/office/drawing/2014/main" id="{92743997-8277-42AC-BB6A-F2D49BD0A015}"/>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5" name="Line 53">
                  <a:extLst>
                    <a:ext uri="{FF2B5EF4-FFF2-40B4-BE49-F238E27FC236}">
                      <a16:creationId xmlns:a16="http://schemas.microsoft.com/office/drawing/2014/main" id="{BF65CD84-27A9-4DBF-A781-14F6B16D2F80}"/>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6" name="Line 54">
                  <a:extLst>
                    <a:ext uri="{FF2B5EF4-FFF2-40B4-BE49-F238E27FC236}">
                      <a16:creationId xmlns:a16="http://schemas.microsoft.com/office/drawing/2014/main" id="{A7707D76-F694-4140-A959-FC81B6F9DC96}"/>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7" name="Line 55">
                  <a:extLst>
                    <a:ext uri="{FF2B5EF4-FFF2-40B4-BE49-F238E27FC236}">
                      <a16:creationId xmlns:a16="http://schemas.microsoft.com/office/drawing/2014/main" id="{CD0409AA-4265-4DCA-BF50-0B09A9E049B1}"/>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8" name="Line 56">
                  <a:extLst>
                    <a:ext uri="{FF2B5EF4-FFF2-40B4-BE49-F238E27FC236}">
                      <a16:creationId xmlns:a16="http://schemas.microsoft.com/office/drawing/2014/main" id="{B7AE104D-5CA3-410E-9F03-E2A640DFC594}"/>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09" name="Line 57">
                  <a:extLst>
                    <a:ext uri="{FF2B5EF4-FFF2-40B4-BE49-F238E27FC236}">
                      <a16:creationId xmlns:a16="http://schemas.microsoft.com/office/drawing/2014/main" id="{B5D40E57-E190-4F4A-959F-2082B76E23E5}"/>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0" name="Line 58">
                  <a:extLst>
                    <a:ext uri="{FF2B5EF4-FFF2-40B4-BE49-F238E27FC236}">
                      <a16:creationId xmlns:a16="http://schemas.microsoft.com/office/drawing/2014/main" id="{DF9B0F72-E7E3-47FA-9C11-87E2282EB38B}"/>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1" name="Line 59">
                  <a:extLst>
                    <a:ext uri="{FF2B5EF4-FFF2-40B4-BE49-F238E27FC236}">
                      <a16:creationId xmlns:a16="http://schemas.microsoft.com/office/drawing/2014/main" id="{7FD8AA51-EAAC-4EE6-A255-9458E340E9DA}"/>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2" name="Line 60">
                  <a:extLst>
                    <a:ext uri="{FF2B5EF4-FFF2-40B4-BE49-F238E27FC236}">
                      <a16:creationId xmlns:a16="http://schemas.microsoft.com/office/drawing/2014/main" id="{C47DA88B-F62E-435B-9A52-A47BEEB6CF14}"/>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3" name="Line 61">
                  <a:extLst>
                    <a:ext uri="{FF2B5EF4-FFF2-40B4-BE49-F238E27FC236}">
                      <a16:creationId xmlns:a16="http://schemas.microsoft.com/office/drawing/2014/main" id="{204A8E44-A891-450F-85B0-0C29943A39C7}"/>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4" name="Line 62">
                  <a:extLst>
                    <a:ext uri="{FF2B5EF4-FFF2-40B4-BE49-F238E27FC236}">
                      <a16:creationId xmlns:a16="http://schemas.microsoft.com/office/drawing/2014/main" id="{F2849D1F-E404-40FF-B36F-4596A50C47FF}"/>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5" name="Line 63">
                  <a:extLst>
                    <a:ext uri="{FF2B5EF4-FFF2-40B4-BE49-F238E27FC236}">
                      <a16:creationId xmlns:a16="http://schemas.microsoft.com/office/drawing/2014/main" id="{1F4AA228-8003-4AB5-A309-9CBE2C9DC7B4}"/>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6" name="Line 64">
                  <a:extLst>
                    <a:ext uri="{FF2B5EF4-FFF2-40B4-BE49-F238E27FC236}">
                      <a16:creationId xmlns:a16="http://schemas.microsoft.com/office/drawing/2014/main" id="{065E7247-BBC4-4630-9F3F-B417CC7D8E0D}"/>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7" name="Line 65">
                  <a:extLst>
                    <a:ext uri="{FF2B5EF4-FFF2-40B4-BE49-F238E27FC236}">
                      <a16:creationId xmlns:a16="http://schemas.microsoft.com/office/drawing/2014/main" id="{C5B67E8D-F910-4F05-9329-B4F3891CDF47}"/>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8" name="Line 66">
                  <a:extLst>
                    <a:ext uri="{FF2B5EF4-FFF2-40B4-BE49-F238E27FC236}">
                      <a16:creationId xmlns:a16="http://schemas.microsoft.com/office/drawing/2014/main" id="{AAF7A308-F6BD-4DD2-BE93-661FBA1E6024}"/>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19" name="Line 67">
                  <a:extLst>
                    <a:ext uri="{FF2B5EF4-FFF2-40B4-BE49-F238E27FC236}">
                      <a16:creationId xmlns:a16="http://schemas.microsoft.com/office/drawing/2014/main" id="{D4C61D94-8D54-4710-9F1B-0D684DBE017B}"/>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0" name="Line 68">
                  <a:extLst>
                    <a:ext uri="{FF2B5EF4-FFF2-40B4-BE49-F238E27FC236}">
                      <a16:creationId xmlns:a16="http://schemas.microsoft.com/office/drawing/2014/main" id="{1C0F768E-401C-4A9A-8D55-05745FDC656E}"/>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1" name="Line 69">
                  <a:extLst>
                    <a:ext uri="{FF2B5EF4-FFF2-40B4-BE49-F238E27FC236}">
                      <a16:creationId xmlns:a16="http://schemas.microsoft.com/office/drawing/2014/main" id="{72C4B26D-3F74-4B9D-BBCE-321117900E73}"/>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2" name="Line 70">
                  <a:extLst>
                    <a:ext uri="{FF2B5EF4-FFF2-40B4-BE49-F238E27FC236}">
                      <a16:creationId xmlns:a16="http://schemas.microsoft.com/office/drawing/2014/main" id="{E28416A0-0A09-4D90-8426-E8FE7AB182A9}"/>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3" name="Line 71">
                  <a:extLst>
                    <a:ext uri="{FF2B5EF4-FFF2-40B4-BE49-F238E27FC236}">
                      <a16:creationId xmlns:a16="http://schemas.microsoft.com/office/drawing/2014/main" id="{6347BC7E-23DC-44A2-B3DE-543C6AA7DFFE}"/>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4" name="Line 72">
                  <a:extLst>
                    <a:ext uri="{FF2B5EF4-FFF2-40B4-BE49-F238E27FC236}">
                      <a16:creationId xmlns:a16="http://schemas.microsoft.com/office/drawing/2014/main" id="{38723D56-F1EF-4189-8C52-6D1C64B48929}"/>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5" name="Line 73">
                  <a:extLst>
                    <a:ext uri="{FF2B5EF4-FFF2-40B4-BE49-F238E27FC236}">
                      <a16:creationId xmlns:a16="http://schemas.microsoft.com/office/drawing/2014/main" id="{0660BB4D-5F60-489E-BE00-754E529006C7}"/>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6" name="Line 74">
                  <a:extLst>
                    <a:ext uri="{FF2B5EF4-FFF2-40B4-BE49-F238E27FC236}">
                      <a16:creationId xmlns:a16="http://schemas.microsoft.com/office/drawing/2014/main" id="{A9FEC2CA-469E-4C57-A729-ADC91D647493}"/>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7" name="Line 75">
                  <a:extLst>
                    <a:ext uri="{FF2B5EF4-FFF2-40B4-BE49-F238E27FC236}">
                      <a16:creationId xmlns:a16="http://schemas.microsoft.com/office/drawing/2014/main" id="{7AA659EF-6153-4A6B-974C-BBA7E19B304A}"/>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8" name="Line 76">
                  <a:extLst>
                    <a:ext uri="{FF2B5EF4-FFF2-40B4-BE49-F238E27FC236}">
                      <a16:creationId xmlns:a16="http://schemas.microsoft.com/office/drawing/2014/main" id="{6E636CEF-7BAB-44E3-BCBE-3859EEF213AD}"/>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29" name="Line 77">
                  <a:extLst>
                    <a:ext uri="{FF2B5EF4-FFF2-40B4-BE49-F238E27FC236}">
                      <a16:creationId xmlns:a16="http://schemas.microsoft.com/office/drawing/2014/main" id="{CCD6A2A1-53B4-4D09-8B95-D3D71A7ED542}"/>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0" name="Line 78">
                  <a:extLst>
                    <a:ext uri="{FF2B5EF4-FFF2-40B4-BE49-F238E27FC236}">
                      <a16:creationId xmlns:a16="http://schemas.microsoft.com/office/drawing/2014/main" id="{44D620C8-534D-4754-8505-EC970B4F1024}"/>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1" name="Line 79">
                  <a:extLst>
                    <a:ext uri="{FF2B5EF4-FFF2-40B4-BE49-F238E27FC236}">
                      <a16:creationId xmlns:a16="http://schemas.microsoft.com/office/drawing/2014/main" id="{2B9B4832-C96C-4803-8297-8B2DF8DDF954}"/>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2" name="Line 80">
                  <a:extLst>
                    <a:ext uri="{FF2B5EF4-FFF2-40B4-BE49-F238E27FC236}">
                      <a16:creationId xmlns:a16="http://schemas.microsoft.com/office/drawing/2014/main" id="{9B2011FE-E1E9-4ABD-8C72-FB2C073BD63C}"/>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3" name="Line 81">
                  <a:extLst>
                    <a:ext uri="{FF2B5EF4-FFF2-40B4-BE49-F238E27FC236}">
                      <a16:creationId xmlns:a16="http://schemas.microsoft.com/office/drawing/2014/main" id="{9F8C07E7-99EB-4AFF-820F-77B978DD75B2}"/>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4" name="Line 82">
                  <a:extLst>
                    <a:ext uri="{FF2B5EF4-FFF2-40B4-BE49-F238E27FC236}">
                      <a16:creationId xmlns:a16="http://schemas.microsoft.com/office/drawing/2014/main" id="{8B0231CF-FF33-41DB-8C67-1607FE9A5154}"/>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5" name="Line 83">
                  <a:extLst>
                    <a:ext uri="{FF2B5EF4-FFF2-40B4-BE49-F238E27FC236}">
                      <a16:creationId xmlns:a16="http://schemas.microsoft.com/office/drawing/2014/main" id="{67DA17A4-665E-43A8-B281-EBBD777D28B2}"/>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6" name="Line 84">
                  <a:extLst>
                    <a:ext uri="{FF2B5EF4-FFF2-40B4-BE49-F238E27FC236}">
                      <a16:creationId xmlns:a16="http://schemas.microsoft.com/office/drawing/2014/main" id="{71DDC745-DC16-4392-B2CB-A5345B618178}"/>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7" name="Line 85">
                  <a:extLst>
                    <a:ext uri="{FF2B5EF4-FFF2-40B4-BE49-F238E27FC236}">
                      <a16:creationId xmlns:a16="http://schemas.microsoft.com/office/drawing/2014/main" id="{156F8990-C202-4292-9FBF-0B539D23491A}"/>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8" name="Line 86">
                  <a:extLst>
                    <a:ext uri="{FF2B5EF4-FFF2-40B4-BE49-F238E27FC236}">
                      <a16:creationId xmlns:a16="http://schemas.microsoft.com/office/drawing/2014/main" id="{B7DC4B06-DB09-401B-8AB3-80AE9DE274CE}"/>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39" name="Line 87">
                  <a:extLst>
                    <a:ext uri="{FF2B5EF4-FFF2-40B4-BE49-F238E27FC236}">
                      <a16:creationId xmlns:a16="http://schemas.microsoft.com/office/drawing/2014/main" id="{4AB68E3A-BF35-48A1-A7DD-56ED1A803140}"/>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0" name="Line 88">
                  <a:extLst>
                    <a:ext uri="{FF2B5EF4-FFF2-40B4-BE49-F238E27FC236}">
                      <a16:creationId xmlns:a16="http://schemas.microsoft.com/office/drawing/2014/main" id="{D31AE169-74F9-4538-AEC5-3B7433492AE3}"/>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1" name="Line 89">
                  <a:extLst>
                    <a:ext uri="{FF2B5EF4-FFF2-40B4-BE49-F238E27FC236}">
                      <a16:creationId xmlns:a16="http://schemas.microsoft.com/office/drawing/2014/main" id="{28286207-269F-45AE-AD6B-2C627D62C742}"/>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2" name="Line 90">
                  <a:extLst>
                    <a:ext uri="{FF2B5EF4-FFF2-40B4-BE49-F238E27FC236}">
                      <a16:creationId xmlns:a16="http://schemas.microsoft.com/office/drawing/2014/main" id="{293D65A4-B486-407C-9C9B-FE5CC37686CA}"/>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3" name="Line 91">
                  <a:extLst>
                    <a:ext uri="{FF2B5EF4-FFF2-40B4-BE49-F238E27FC236}">
                      <a16:creationId xmlns:a16="http://schemas.microsoft.com/office/drawing/2014/main" id="{0A7214F5-3829-4BFE-9E2B-2B57F91BF221}"/>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4" name="Line 92">
                  <a:extLst>
                    <a:ext uri="{FF2B5EF4-FFF2-40B4-BE49-F238E27FC236}">
                      <a16:creationId xmlns:a16="http://schemas.microsoft.com/office/drawing/2014/main" id="{16E5CE53-CB1B-4873-9F83-07E757783C3E}"/>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5" name="Line 93">
                  <a:extLst>
                    <a:ext uri="{FF2B5EF4-FFF2-40B4-BE49-F238E27FC236}">
                      <a16:creationId xmlns:a16="http://schemas.microsoft.com/office/drawing/2014/main" id="{A651D750-F2F1-43EB-9903-D665FB0A051D}"/>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6" name="Line 94">
                  <a:extLst>
                    <a:ext uri="{FF2B5EF4-FFF2-40B4-BE49-F238E27FC236}">
                      <a16:creationId xmlns:a16="http://schemas.microsoft.com/office/drawing/2014/main" id="{557A484A-53CD-4CFE-A923-03FF6DABB456}"/>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7" name="Line 95">
                  <a:extLst>
                    <a:ext uri="{FF2B5EF4-FFF2-40B4-BE49-F238E27FC236}">
                      <a16:creationId xmlns:a16="http://schemas.microsoft.com/office/drawing/2014/main" id="{EC48A94B-4467-4AD4-AC6B-B3CA891C2F82}"/>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8" name="Line 96">
                  <a:extLst>
                    <a:ext uri="{FF2B5EF4-FFF2-40B4-BE49-F238E27FC236}">
                      <a16:creationId xmlns:a16="http://schemas.microsoft.com/office/drawing/2014/main" id="{277B4E42-A9A8-4282-9BA3-990E986DE609}"/>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49" name="Line 97">
                  <a:extLst>
                    <a:ext uri="{FF2B5EF4-FFF2-40B4-BE49-F238E27FC236}">
                      <a16:creationId xmlns:a16="http://schemas.microsoft.com/office/drawing/2014/main" id="{C2FB8C35-747F-4621-A8C1-14786A497BE3}"/>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0" name="Line 98">
                  <a:extLst>
                    <a:ext uri="{FF2B5EF4-FFF2-40B4-BE49-F238E27FC236}">
                      <a16:creationId xmlns:a16="http://schemas.microsoft.com/office/drawing/2014/main" id="{799BD34D-3887-4589-9A7E-37CD36C9F1FC}"/>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1" name="Line 99">
                  <a:extLst>
                    <a:ext uri="{FF2B5EF4-FFF2-40B4-BE49-F238E27FC236}">
                      <a16:creationId xmlns:a16="http://schemas.microsoft.com/office/drawing/2014/main" id="{B7C934F0-9F89-4152-A530-4C750E28D713}"/>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352" name="Line 100">
                  <a:extLst>
                    <a:ext uri="{FF2B5EF4-FFF2-40B4-BE49-F238E27FC236}">
                      <a16:creationId xmlns:a16="http://schemas.microsoft.com/office/drawing/2014/main" id="{5081F49C-5483-43B3-933E-CD0BEB4DD70D}"/>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289" name="Group 101">
                <a:extLst>
                  <a:ext uri="{FF2B5EF4-FFF2-40B4-BE49-F238E27FC236}">
                    <a16:creationId xmlns:a16="http://schemas.microsoft.com/office/drawing/2014/main" id="{9FCE127B-174F-4830-8D5A-7FBF6BB64226}"/>
                  </a:ext>
                </a:extLst>
              </p:cNvPr>
              <p:cNvGrpSpPr>
                <a:grpSpLocks/>
              </p:cNvGrpSpPr>
              <p:nvPr userDrawn="1"/>
            </p:nvGrpSpPr>
            <p:grpSpPr bwMode="auto">
              <a:xfrm>
                <a:off x="306" y="782"/>
                <a:ext cx="5625" cy="3447"/>
                <a:chOff x="306" y="737"/>
                <a:chExt cx="5625" cy="3447"/>
              </a:xfrm>
            </p:grpSpPr>
            <p:sp>
              <p:nvSpPr>
                <p:cNvPr id="3290" name="Line 102">
                  <a:extLst>
                    <a:ext uri="{FF2B5EF4-FFF2-40B4-BE49-F238E27FC236}">
                      <a16:creationId xmlns:a16="http://schemas.microsoft.com/office/drawing/2014/main" id="{10EB13CF-A581-4D81-89AC-2C8815C96154}"/>
                    </a:ext>
                  </a:extLst>
                </p:cNvPr>
                <p:cNvSpPr>
                  <a:spLocks noChangeShapeType="1"/>
                </p:cNvSpPr>
                <p:nvPr userDrawn="1"/>
              </p:nvSpPr>
              <p:spPr bwMode="gray">
                <a:xfrm>
                  <a:off x="306" y="246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1" name="Line 103">
                  <a:extLst>
                    <a:ext uri="{FF2B5EF4-FFF2-40B4-BE49-F238E27FC236}">
                      <a16:creationId xmlns:a16="http://schemas.microsoft.com/office/drawing/2014/main" id="{3ED9BB4F-C7A5-40C9-9A70-4507D8D35DBE}"/>
                    </a:ext>
                  </a:extLst>
                </p:cNvPr>
                <p:cNvSpPr>
                  <a:spLocks noChangeShapeType="1"/>
                </p:cNvSpPr>
                <p:nvPr userDrawn="1"/>
              </p:nvSpPr>
              <p:spPr bwMode="gray">
                <a:xfrm>
                  <a:off x="311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92" name="Rectangle 104">
                  <a:extLst>
                    <a:ext uri="{FF2B5EF4-FFF2-40B4-BE49-F238E27FC236}">
                      <a16:creationId xmlns:a16="http://schemas.microsoft.com/office/drawing/2014/main" id="{68770F6A-2DCD-43B2-8F7D-1EB8B65B5A22}"/>
                    </a:ext>
                  </a:extLst>
                </p:cNvPr>
                <p:cNvSpPr>
                  <a:spLocks noChangeArrowheads="1"/>
                </p:cNvSpPr>
                <p:nvPr userDrawn="1"/>
              </p:nvSpPr>
              <p:spPr bwMode="gray">
                <a:xfrm>
                  <a:off x="306" y="737"/>
                  <a:ext cx="5625" cy="3447"/>
                </a:xfrm>
                <a:prstGeom prst="rect">
                  <a:avLst/>
                </a:prstGeom>
                <a:no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grpSp>
        <p:grpSp>
          <p:nvGrpSpPr>
            <p:cNvPr id="3085" name="Group 3">
              <a:extLst>
                <a:ext uri="{FF2B5EF4-FFF2-40B4-BE49-F238E27FC236}">
                  <a16:creationId xmlns:a16="http://schemas.microsoft.com/office/drawing/2014/main" id="{53C3F4DF-D35E-4981-9BAD-10C2F03F17BB}"/>
                </a:ext>
              </a:extLst>
            </p:cNvPr>
            <p:cNvGrpSpPr>
              <a:grpSpLocks/>
            </p:cNvGrpSpPr>
            <p:nvPr userDrawn="1"/>
          </p:nvGrpSpPr>
          <p:grpSpPr bwMode="auto">
            <a:xfrm>
              <a:off x="485775" y="1385888"/>
              <a:ext cx="8928100" cy="5184775"/>
              <a:chOff x="306" y="828"/>
              <a:chExt cx="5625" cy="3266"/>
            </a:xfrm>
          </p:grpSpPr>
          <p:sp>
            <p:nvSpPr>
              <p:cNvPr id="3251" name="Line 4">
                <a:extLst>
                  <a:ext uri="{FF2B5EF4-FFF2-40B4-BE49-F238E27FC236}">
                    <a16:creationId xmlns:a16="http://schemas.microsoft.com/office/drawing/2014/main" id="{15EEA350-51FC-4CFD-A824-302E218CDE01}"/>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2" name="Line 5">
                <a:extLst>
                  <a:ext uri="{FF2B5EF4-FFF2-40B4-BE49-F238E27FC236}">
                    <a16:creationId xmlns:a16="http://schemas.microsoft.com/office/drawing/2014/main" id="{8854B385-F684-4BD1-B749-1135C8AB26E3}"/>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3" name="Line 6">
                <a:extLst>
                  <a:ext uri="{FF2B5EF4-FFF2-40B4-BE49-F238E27FC236}">
                    <a16:creationId xmlns:a16="http://schemas.microsoft.com/office/drawing/2014/main" id="{738CF556-C5AA-4DCE-B8BF-19A570F1B1AD}"/>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4" name="Line 7">
                <a:extLst>
                  <a:ext uri="{FF2B5EF4-FFF2-40B4-BE49-F238E27FC236}">
                    <a16:creationId xmlns:a16="http://schemas.microsoft.com/office/drawing/2014/main" id="{99B3BEEE-3B14-43B1-91B3-AAA7D1BFA65C}"/>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5" name="Line 8">
                <a:extLst>
                  <a:ext uri="{FF2B5EF4-FFF2-40B4-BE49-F238E27FC236}">
                    <a16:creationId xmlns:a16="http://schemas.microsoft.com/office/drawing/2014/main" id="{715E3D68-4C56-4540-91FE-3711B63A632C}"/>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6" name="Line 9">
                <a:extLst>
                  <a:ext uri="{FF2B5EF4-FFF2-40B4-BE49-F238E27FC236}">
                    <a16:creationId xmlns:a16="http://schemas.microsoft.com/office/drawing/2014/main" id="{19C6F183-AB4E-45EE-818E-D71D2EC32C8F}"/>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7" name="Line 10">
                <a:extLst>
                  <a:ext uri="{FF2B5EF4-FFF2-40B4-BE49-F238E27FC236}">
                    <a16:creationId xmlns:a16="http://schemas.microsoft.com/office/drawing/2014/main" id="{163551B0-794A-4023-85DA-FBC3B15D88B1}"/>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8" name="Line 11">
                <a:extLst>
                  <a:ext uri="{FF2B5EF4-FFF2-40B4-BE49-F238E27FC236}">
                    <a16:creationId xmlns:a16="http://schemas.microsoft.com/office/drawing/2014/main" id="{4A06A0FD-0CB0-4B49-A841-96EEC2A9FE88}"/>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9" name="Line 12">
                <a:extLst>
                  <a:ext uri="{FF2B5EF4-FFF2-40B4-BE49-F238E27FC236}">
                    <a16:creationId xmlns:a16="http://schemas.microsoft.com/office/drawing/2014/main" id="{E0F7E84E-480D-4044-BD19-0157D534E2E3}"/>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0" name="Line 13">
                <a:extLst>
                  <a:ext uri="{FF2B5EF4-FFF2-40B4-BE49-F238E27FC236}">
                    <a16:creationId xmlns:a16="http://schemas.microsoft.com/office/drawing/2014/main" id="{5DAAAD94-4A7B-4797-9488-B9E0E7D06365}"/>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1" name="Line 14">
                <a:extLst>
                  <a:ext uri="{FF2B5EF4-FFF2-40B4-BE49-F238E27FC236}">
                    <a16:creationId xmlns:a16="http://schemas.microsoft.com/office/drawing/2014/main" id="{1632E574-216C-449D-BD27-580BFB46C728}"/>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2" name="Line 15">
                <a:extLst>
                  <a:ext uri="{FF2B5EF4-FFF2-40B4-BE49-F238E27FC236}">
                    <a16:creationId xmlns:a16="http://schemas.microsoft.com/office/drawing/2014/main" id="{F4EFD933-4016-4849-8B04-D797286580CB}"/>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3" name="Line 16">
                <a:extLst>
                  <a:ext uri="{FF2B5EF4-FFF2-40B4-BE49-F238E27FC236}">
                    <a16:creationId xmlns:a16="http://schemas.microsoft.com/office/drawing/2014/main" id="{1CFC14C0-0177-4B32-988D-B205462CE4DA}"/>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4" name="Line 17">
                <a:extLst>
                  <a:ext uri="{FF2B5EF4-FFF2-40B4-BE49-F238E27FC236}">
                    <a16:creationId xmlns:a16="http://schemas.microsoft.com/office/drawing/2014/main" id="{B54D545F-FEDE-464B-B6D0-2B6233390B3C}"/>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5" name="Line 18">
                <a:extLst>
                  <a:ext uri="{FF2B5EF4-FFF2-40B4-BE49-F238E27FC236}">
                    <a16:creationId xmlns:a16="http://schemas.microsoft.com/office/drawing/2014/main" id="{BE7586F3-2E4F-4B92-997E-2520447F2A39}"/>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6" name="Line 19">
                <a:extLst>
                  <a:ext uri="{FF2B5EF4-FFF2-40B4-BE49-F238E27FC236}">
                    <a16:creationId xmlns:a16="http://schemas.microsoft.com/office/drawing/2014/main" id="{18C3459C-4E7C-4015-A6D0-9107E1F799E5}"/>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7" name="Line 20">
                <a:extLst>
                  <a:ext uri="{FF2B5EF4-FFF2-40B4-BE49-F238E27FC236}">
                    <a16:creationId xmlns:a16="http://schemas.microsoft.com/office/drawing/2014/main" id="{68D5049D-E2F2-499F-B2C5-56B1007C5844}"/>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8" name="Line 21">
                <a:extLst>
                  <a:ext uri="{FF2B5EF4-FFF2-40B4-BE49-F238E27FC236}">
                    <a16:creationId xmlns:a16="http://schemas.microsoft.com/office/drawing/2014/main" id="{FAB3D95A-888E-4D94-BB0A-A6686A921A0C}"/>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69" name="Line 22">
                <a:extLst>
                  <a:ext uri="{FF2B5EF4-FFF2-40B4-BE49-F238E27FC236}">
                    <a16:creationId xmlns:a16="http://schemas.microsoft.com/office/drawing/2014/main" id="{6C74C656-EB67-4244-A77D-2BCB2B29FD4C}"/>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0" name="Line 23">
                <a:extLst>
                  <a:ext uri="{FF2B5EF4-FFF2-40B4-BE49-F238E27FC236}">
                    <a16:creationId xmlns:a16="http://schemas.microsoft.com/office/drawing/2014/main" id="{4906F18F-B2FA-4614-A7FA-414EB63A2011}"/>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1" name="Line 24">
                <a:extLst>
                  <a:ext uri="{FF2B5EF4-FFF2-40B4-BE49-F238E27FC236}">
                    <a16:creationId xmlns:a16="http://schemas.microsoft.com/office/drawing/2014/main" id="{2255A3D7-73BD-4D4E-833F-39F3536848DE}"/>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2" name="Line 25">
                <a:extLst>
                  <a:ext uri="{FF2B5EF4-FFF2-40B4-BE49-F238E27FC236}">
                    <a16:creationId xmlns:a16="http://schemas.microsoft.com/office/drawing/2014/main" id="{9C292F6C-1FFA-4ABE-8494-9F1300A5FC1A}"/>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3" name="Line 26">
                <a:extLst>
                  <a:ext uri="{FF2B5EF4-FFF2-40B4-BE49-F238E27FC236}">
                    <a16:creationId xmlns:a16="http://schemas.microsoft.com/office/drawing/2014/main" id="{B8A0A533-2019-40C1-A08C-0C90AE5B1AFF}"/>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4" name="Line 27">
                <a:extLst>
                  <a:ext uri="{FF2B5EF4-FFF2-40B4-BE49-F238E27FC236}">
                    <a16:creationId xmlns:a16="http://schemas.microsoft.com/office/drawing/2014/main" id="{86B25378-3CF9-4581-A231-740CEA71B3E5}"/>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5" name="Line 28">
                <a:extLst>
                  <a:ext uri="{FF2B5EF4-FFF2-40B4-BE49-F238E27FC236}">
                    <a16:creationId xmlns:a16="http://schemas.microsoft.com/office/drawing/2014/main" id="{82AAEA26-81CD-4226-8FD9-EE96813693A2}"/>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6" name="Line 29">
                <a:extLst>
                  <a:ext uri="{FF2B5EF4-FFF2-40B4-BE49-F238E27FC236}">
                    <a16:creationId xmlns:a16="http://schemas.microsoft.com/office/drawing/2014/main" id="{B38ADACF-56A2-41CA-9DCE-F7CD86594659}"/>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7" name="Line 30">
                <a:extLst>
                  <a:ext uri="{FF2B5EF4-FFF2-40B4-BE49-F238E27FC236}">
                    <a16:creationId xmlns:a16="http://schemas.microsoft.com/office/drawing/2014/main" id="{0177E821-AC50-4E1D-9AA0-6B77AD3B91CB}"/>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8" name="Line 31">
                <a:extLst>
                  <a:ext uri="{FF2B5EF4-FFF2-40B4-BE49-F238E27FC236}">
                    <a16:creationId xmlns:a16="http://schemas.microsoft.com/office/drawing/2014/main" id="{93E574C6-6825-4170-84FF-93E6166C355C}"/>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79" name="Line 32">
                <a:extLst>
                  <a:ext uri="{FF2B5EF4-FFF2-40B4-BE49-F238E27FC236}">
                    <a16:creationId xmlns:a16="http://schemas.microsoft.com/office/drawing/2014/main" id="{59510EEF-99BB-4729-ACE1-57F75509BE09}"/>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0" name="Line 33">
                <a:extLst>
                  <a:ext uri="{FF2B5EF4-FFF2-40B4-BE49-F238E27FC236}">
                    <a16:creationId xmlns:a16="http://schemas.microsoft.com/office/drawing/2014/main" id="{A8654D25-097D-4CCC-89B2-2228D0BDA462}"/>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1" name="Line 34">
                <a:extLst>
                  <a:ext uri="{FF2B5EF4-FFF2-40B4-BE49-F238E27FC236}">
                    <a16:creationId xmlns:a16="http://schemas.microsoft.com/office/drawing/2014/main" id="{C8F2CF3F-A15D-45E1-A5FB-A411933BBA5B}"/>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2" name="Line 35">
                <a:extLst>
                  <a:ext uri="{FF2B5EF4-FFF2-40B4-BE49-F238E27FC236}">
                    <a16:creationId xmlns:a16="http://schemas.microsoft.com/office/drawing/2014/main" id="{2FA29F59-9FD6-440F-B456-AAB581B001D2}"/>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3" name="Line 36">
                <a:extLst>
                  <a:ext uri="{FF2B5EF4-FFF2-40B4-BE49-F238E27FC236}">
                    <a16:creationId xmlns:a16="http://schemas.microsoft.com/office/drawing/2014/main" id="{97BECF1C-2D07-47DB-99C1-A723CAB7DBF6}"/>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4" name="Line 37">
                <a:extLst>
                  <a:ext uri="{FF2B5EF4-FFF2-40B4-BE49-F238E27FC236}">
                    <a16:creationId xmlns:a16="http://schemas.microsoft.com/office/drawing/2014/main" id="{4B7EF546-0CD7-41B6-B814-1C58F8CDCF6B}"/>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5" name="Line 38">
                <a:extLst>
                  <a:ext uri="{FF2B5EF4-FFF2-40B4-BE49-F238E27FC236}">
                    <a16:creationId xmlns:a16="http://schemas.microsoft.com/office/drawing/2014/main" id="{FE243491-5B07-4D0B-9F94-C2F682F35A67}"/>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86" name="Line 39">
                <a:extLst>
                  <a:ext uri="{FF2B5EF4-FFF2-40B4-BE49-F238E27FC236}">
                    <a16:creationId xmlns:a16="http://schemas.microsoft.com/office/drawing/2014/main" id="{49E7135B-00E3-44CA-ADD7-BBFDAFB98661}"/>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086" name="Group 40">
              <a:extLst>
                <a:ext uri="{FF2B5EF4-FFF2-40B4-BE49-F238E27FC236}">
                  <a16:creationId xmlns:a16="http://schemas.microsoft.com/office/drawing/2014/main" id="{42F91569-736B-46AD-8782-0708ADF9DD31}"/>
                </a:ext>
              </a:extLst>
            </p:cNvPr>
            <p:cNvGrpSpPr>
              <a:grpSpLocks/>
            </p:cNvGrpSpPr>
            <p:nvPr userDrawn="1"/>
          </p:nvGrpSpPr>
          <p:grpSpPr bwMode="auto">
            <a:xfrm>
              <a:off x="630212" y="1241425"/>
              <a:ext cx="8639226" cy="5472113"/>
              <a:chOff x="397" y="737"/>
              <a:chExt cx="5443" cy="3447"/>
            </a:xfrm>
          </p:grpSpPr>
          <p:sp>
            <p:nvSpPr>
              <p:cNvPr id="3191" name="Line 41">
                <a:extLst>
                  <a:ext uri="{FF2B5EF4-FFF2-40B4-BE49-F238E27FC236}">
                    <a16:creationId xmlns:a16="http://schemas.microsoft.com/office/drawing/2014/main" id="{DDB00BED-E8AB-4F89-9BFB-3049DC82FE4D}"/>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2" name="Line 42">
                <a:extLst>
                  <a:ext uri="{FF2B5EF4-FFF2-40B4-BE49-F238E27FC236}">
                    <a16:creationId xmlns:a16="http://schemas.microsoft.com/office/drawing/2014/main" id="{E301EEC1-1E4D-4E8C-8068-F7AB6847A175}"/>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3" name="Line 43">
                <a:extLst>
                  <a:ext uri="{FF2B5EF4-FFF2-40B4-BE49-F238E27FC236}">
                    <a16:creationId xmlns:a16="http://schemas.microsoft.com/office/drawing/2014/main" id="{6E54D70F-0C39-4881-8B94-DE73E119E80F}"/>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4" name="Line 44">
                <a:extLst>
                  <a:ext uri="{FF2B5EF4-FFF2-40B4-BE49-F238E27FC236}">
                    <a16:creationId xmlns:a16="http://schemas.microsoft.com/office/drawing/2014/main" id="{A15B56D9-09A6-4895-89B4-A12A09B12C91}"/>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5" name="Line 45">
                <a:extLst>
                  <a:ext uri="{FF2B5EF4-FFF2-40B4-BE49-F238E27FC236}">
                    <a16:creationId xmlns:a16="http://schemas.microsoft.com/office/drawing/2014/main" id="{C091EF76-8B3B-435D-87D6-E37B760E167E}"/>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6" name="Line 46">
                <a:extLst>
                  <a:ext uri="{FF2B5EF4-FFF2-40B4-BE49-F238E27FC236}">
                    <a16:creationId xmlns:a16="http://schemas.microsoft.com/office/drawing/2014/main" id="{BBE097B8-9EF4-4CF9-BCBD-0BE07C9F9FEE}"/>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7" name="Line 47">
                <a:extLst>
                  <a:ext uri="{FF2B5EF4-FFF2-40B4-BE49-F238E27FC236}">
                    <a16:creationId xmlns:a16="http://schemas.microsoft.com/office/drawing/2014/main" id="{9CADDAD0-7B3B-44AC-AD43-D2E2ED0FC35C}"/>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8" name="Line 48">
                <a:extLst>
                  <a:ext uri="{FF2B5EF4-FFF2-40B4-BE49-F238E27FC236}">
                    <a16:creationId xmlns:a16="http://schemas.microsoft.com/office/drawing/2014/main" id="{984FB63F-8219-42AB-8D09-5D554202C6C1}"/>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9" name="Line 49">
                <a:extLst>
                  <a:ext uri="{FF2B5EF4-FFF2-40B4-BE49-F238E27FC236}">
                    <a16:creationId xmlns:a16="http://schemas.microsoft.com/office/drawing/2014/main" id="{6C5B942F-93B5-4159-850C-AD6F46B3B177}"/>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0" name="Line 50">
                <a:extLst>
                  <a:ext uri="{FF2B5EF4-FFF2-40B4-BE49-F238E27FC236}">
                    <a16:creationId xmlns:a16="http://schemas.microsoft.com/office/drawing/2014/main" id="{F9910EDD-B3A2-4759-BB76-BF4AC15A2018}"/>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1" name="Line 51">
                <a:extLst>
                  <a:ext uri="{FF2B5EF4-FFF2-40B4-BE49-F238E27FC236}">
                    <a16:creationId xmlns:a16="http://schemas.microsoft.com/office/drawing/2014/main" id="{03528640-F49B-4C1F-A696-18C20CF99D41}"/>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2" name="Line 52">
                <a:extLst>
                  <a:ext uri="{FF2B5EF4-FFF2-40B4-BE49-F238E27FC236}">
                    <a16:creationId xmlns:a16="http://schemas.microsoft.com/office/drawing/2014/main" id="{8741E599-F187-4404-B789-645044BDE3F6}"/>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3" name="Line 53">
                <a:extLst>
                  <a:ext uri="{FF2B5EF4-FFF2-40B4-BE49-F238E27FC236}">
                    <a16:creationId xmlns:a16="http://schemas.microsoft.com/office/drawing/2014/main" id="{BF95B3F4-98F7-4046-943F-90B6321E1D55}"/>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4" name="Line 54">
                <a:extLst>
                  <a:ext uri="{FF2B5EF4-FFF2-40B4-BE49-F238E27FC236}">
                    <a16:creationId xmlns:a16="http://schemas.microsoft.com/office/drawing/2014/main" id="{482E1ED9-D8CB-461A-994A-53BBF0E5A64C}"/>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5" name="Line 55">
                <a:extLst>
                  <a:ext uri="{FF2B5EF4-FFF2-40B4-BE49-F238E27FC236}">
                    <a16:creationId xmlns:a16="http://schemas.microsoft.com/office/drawing/2014/main" id="{DE1D3D43-F897-4AFB-AD4D-47044B1FCFEF}"/>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6" name="Line 56">
                <a:extLst>
                  <a:ext uri="{FF2B5EF4-FFF2-40B4-BE49-F238E27FC236}">
                    <a16:creationId xmlns:a16="http://schemas.microsoft.com/office/drawing/2014/main" id="{7B6F1BD2-5FA3-4A1E-B491-B45ADBE3872D}"/>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7" name="Line 57">
                <a:extLst>
                  <a:ext uri="{FF2B5EF4-FFF2-40B4-BE49-F238E27FC236}">
                    <a16:creationId xmlns:a16="http://schemas.microsoft.com/office/drawing/2014/main" id="{3FAE9F0C-6DB5-4976-B6E6-25E974BC820E}"/>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8" name="Line 58">
                <a:extLst>
                  <a:ext uri="{FF2B5EF4-FFF2-40B4-BE49-F238E27FC236}">
                    <a16:creationId xmlns:a16="http://schemas.microsoft.com/office/drawing/2014/main" id="{7D64099B-355D-45D3-93D6-F05E7D30AF0B}"/>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09" name="Line 59">
                <a:extLst>
                  <a:ext uri="{FF2B5EF4-FFF2-40B4-BE49-F238E27FC236}">
                    <a16:creationId xmlns:a16="http://schemas.microsoft.com/office/drawing/2014/main" id="{4C7624C7-6B6D-4A2F-B37A-6E6DF993A71A}"/>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0" name="Line 60">
                <a:extLst>
                  <a:ext uri="{FF2B5EF4-FFF2-40B4-BE49-F238E27FC236}">
                    <a16:creationId xmlns:a16="http://schemas.microsoft.com/office/drawing/2014/main" id="{FB98474B-ABE5-40B5-BBEA-E9975CF85628}"/>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1" name="Line 61">
                <a:extLst>
                  <a:ext uri="{FF2B5EF4-FFF2-40B4-BE49-F238E27FC236}">
                    <a16:creationId xmlns:a16="http://schemas.microsoft.com/office/drawing/2014/main" id="{EEB57EE2-D94E-4F05-BEFB-953EDB3C0AD8}"/>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2" name="Line 62">
                <a:extLst>
                  <a:ext uri="{FF2B5EF4-FFF2-40B4-BE49-F238E27FC236}">
                    <a16:creationId xmlns:a16="http://schemas.microsoft.com/office/drawing/2014/main" id="{BB4999E1-A5FD-43FE-84C7-4D27B87923B8}"/>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3" name="Line 63">
                <a:extLst>
                  <a:ext uri="{FF2B5EF4-FFF2-40B4-BE49-F238E27FC236}">
                    <a16:creationId xmlns:a16="http://schemas.microsoft.com/office/drawing/2014/main" id="{F8085227-3ED6-4038-AFBD-296DF6B403E6}"/>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4" name="Line 64">
                <a:extLst>
                  <a:ext uri="{FF2B5EF4-FFF2-40B4-BE49-F238E27FC236}">
                    <a16:creationId xmlns:a16="http://schemas.microsoft.com/office/drawing/2014/main" id="{40F9C886-BD97-4F62-AC32-174A410ED624}"/>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5" name="Line 65">
                <a:extLst>
                  <a:ext uri="{FF2B5EF4-FFF2-40B4-BE49-F238E27FC236}">
                    <a16:creationId xmlns:a16="http://schemas.microsoft.com/office/drawing/2014/main" id="{3815F090-3945-45DA-A485-7149CD6E91B4}"/>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6" name="Line 66">
                <a:extLst>
                  <a:ext uri="{FF2B5EF4-FFF2-40B4-BE49-F238E27FC236}">
                    <a16:creationId xmlns:a16="http://schemas.microsoft.com/office/drawing/2014/main" id="{A376F6ED-A507-421D-A94F-2512C56F1296}"/>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7" name="Line 67">
                <a:extLst>
                  <a:ext uri="{FF2B5EF4-FFF2-40B4-BE49-F238E27FC236}">
                    <a16:creationId xmlns:a16="http://schemas.microsoft.com/office/drawing/2014/main" id="{8F1F1A80-0F4F-4A2D-B712-EC6CA0475058}"/>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8" name="Line 68">
                <a:extLst>
                  <a:ext uri="{FF2B5EF4-FFF2-40B4-BE49-F238E27FC236}">
                    <a16:creationId xmlns:a16="http://schemas.microsoft.com/office/drawing/2014/main" id="{4D3F3D97-6AE9-4104-8ADE-C654B08A8DCD}"/>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19" name="Line 69">
                <a:extLst>
                  <a:ext uri="{FF2B5EF4-FFF2-40B4-BE49-F238E27FC236}">
                    <a16:creationId xmlns:a16="http://schemas.microsoft.com/office/drawing/2014/main" id="{F5F64706-8A97-4EFF-BDD2-80D270F40D8E}"/>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0" name="Line 70">
                <a:extLst>
                  <a:ext uri="{FF2B5EF4-FFF2-40B4-BE49-F238E27FC236}">
                    <a16:creationId xmlns:a16="http://schemas.microsoft.com/office/drawing/2014/main" id="{29101895-9338-476C-90D8-140E0EF3CE31}"/>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1" name="Line 71">
                <a:extLst>
                  <a:ext uri="{FF2B5EF4-FFF2-40B4-BE49-F238E27FC236}">
                    <a16:creationId xmlns:a16="http://schemas.microsoft.com/office/drawing/2014/main" id="{F0466777-0461-402C-B8B8-212285CF0F66}"/>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2" name="Line 72">
                <a:extLst>
                  <a:ext uri="{FF2B5EF4-FFF2-40B4-BE49-F238E27FC236}">
                    <a16:creationId xmlns:a16="http://schemas.microsoft.com/office/drawing/2014/main" id="{0BBFB7B7-57F1-4D82-8999-B5B7EDE4B6F5}"/>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3" name="Line 73">
                <a:extLst>
                  <a:ext uri="{FF2B5EF4-FFF2-40B4-BE49-F238E27FC236}">
                    <a16:creationId xmlns:a16="http://schemas.microsoft.com/office/drawing/2014/main" id="{CB90C669-8425-44ED-9F58-C94C765019D8}"/>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4" name="Line 74">
                <a:extLst>
                  <a:ext uri="{FF2B5EF4-FFF2-40B4-BE49-F238E27FC236}">
                    <a16:creationId xmlns:a16="http://schemas.microsoft.com/office/drawing/2014/main" id="{6EC21B36-A25E-4753-83A6-BD4BB0B7E9BA}"/>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5" name="Line 75">
                <a:extLst>
                  <a:ext uri="{FF2B5EF4-FFF2-40B4-BE49-F238E27FC236}">
                    <a16:creationId xmlns:a16="http://schemas.microsoft.com/office/drawing/2014/main" id="{272B5B19-6030-496D-B606-D2E973235CA1}"/>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6" name="Line 76">
                <a:extLst>
                  <a:ext uri="{FF2B5EF4-FFF2-40B4-BE49-F238E27FC236}">
                    <a16:creationId xmlns:a16="http://schemas.microsoft.com/office/drawing/2014/main" id="{968C78C7-AA37-44D3-BC1D-9A12BFE7500C}"/>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7" name="Line 77">
                <a:extLst>
                  <a:ext uri="{FF2B5EF4-FFF2-40B4-BE49-F238E27FC236}">
                    <a16:creationId xmlns:a16="http://schemas.microsoft.com/office/drawing/2014/main" id="{70FC97D9-6823-48AF-A669-014F4E770F48}"/>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8" name="Line 78">
                <a:extLst>
                  <a:ext uri="{FF2B5EF4-FFF2-40B4-BE49-F238E27FC236}">
                    <a16:creationId xmlns:a16="http://schemas.microsoft.com/office/drawing/2014/main" id="{C403C55D-47D6-451B-B542-42A250DF7412}"/>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29" name="Line 79">
                <a:extLst>
                  <a:ext uri="{FF2B5EF4-FFF2-40B4-BE49-F238E27FC236}">
                    <a16:creationId xmlns:a16="http://schemas.microsoft.com/office/drawing/2014/main" id="{14E4A15A-6591-4597-BBA3-89237E956D3D}"/>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0" name="Line 80">
                <a:extLst>
                  <a:ext uri="{FF2B5EF4-FFF2-40B4-BE49-F238E27FC236}">
                    <a16:creationId xmlns:a16="http://schemas.microsoft.com/office/drawing/2014/main" id="{267CB76D-D4C7-4133-B1D2-FD1E289174B2}"/>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1" name="Line 81">
                <a:extLst>
                  <a:ext uri="{FF2B5EF4-FFF2-40B4-BE49-F238E27FC236}">
                    <a16:creationId xmlns:a16="http://schemas.microsoft.com/office/drawing/2014/main" id="{F0942009-1A67-4402-959E-1AE3082A13D0}"/>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2" name="Line 82">
                <a:extLst>
                  <a:ext uri="{FF2B5EF4-FFF2-40B4-BE49-F238E27FC236}">
                    <a16:creationId xmlns:a16="http://schemas.microsoft.com/office/drawing/2014/main" id="{98200E98-8188-4D59-8A62-488FD5CA206A}"/>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3" name="Line 83">
                <a:extLst>
                  <a:ext uri="{FF2B5EF4-FFF2-40B4-BE49-F238E27FC236}">
                    <a16:creationId xmlns:a16="http://schemas.microsoft.com/office/drawing/2014/main" id="{FE31631B-274C-4963-BB28-71A54699E377}"/>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4" name="Line 84">
                <a:extLst>
                  <a:ext uri="{FF2B5EF4-FFF2-40B4-BE49-F238E27FC236}">
                    <a16:creationId xmlns:a16="http://schemas.microsoft.com/office/drawing/2014/main" id="{102E3E45-2EB5-4FDB-83C7-2EA8562B0340}"/>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5" name="Line 85">
                <a:extLst>
                  <a:ext uri="{FF2B5EF4-FFF2-40B4-BE49-F238E27FC236}">
                    <a16:creationId xmlns:a16="http://schemas.microsoft.com/office/drawing/2014/main" id="{BA409DF5-926D-4A51-9B62-7B0D41197E4E}"/>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6" name="Line 86">
                <a:extLst>
                  <a:ext uri="{FF2B5EF4-FFF2-40B4-BE49-F238E27FC236}">
                    <a16:creationId xmlns:a16="http://schemas.microsoft.com/office/drawing/2014/main" id="{F1A63B46-4A3A-4AA5-9C9E-C61FA0E36E6E}"/>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7" name="Line 87">
                <a:extLst>
                  <a:ext uri="{FF2B5EF4-FFF2-40B4-BE49-F238E27FC236}">
                    <a16:creationId xmlns:a16="http://schemas.microsoft.com/office/drawing/2014/main" id="{AF98C7D7-F430-40E9-BF87-0DF5A65CF955}"/>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8" name="Line 88">
                <a:extLst>
                  <a:ext uri="{FF2B5EF4-FFF2-40B4-BE49-F238E27FC236}">
                    <a16:creationId xmlns:a16="http://schemas.microsoft.com/office/drawing/2014/main" id="{F050884C-608D-481D-836E-2FE9B3823F02}"/>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39" name="Line 89">
                <a:extLst>
                  <a:ext uri="{FF2B5EF4-FFF2-40B4-BE49-F238E27FC236}">
                    <a16:creationId xmlns:a16="http://schemas.microsoft.com/office/drawing/2014/main" id="{0D92C0CA-9E34-4736-97D6-E8ADAA96F663}"/>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0" name="Line 90">
                <a:extLst>
                  <a:ext uri="{FF2B5EF4-FFF2-40B4-BE49-F238E27FC236}">
                    <a16:creationId xmlns:a16="http://schemas.microsoft.com/office/drawing/2014/main" id="{00DA786F-FC90-4F33-9BAF-D39180D6FF12}"/>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1" name="Line 91">
                <a:extLst>
                  <a:ext uri="{FF2B5EF4-FFF2-40B4-BE49-F238E27FC236}">
                    <a16:creationId xmlns:a16="http://schemas.microsoft.com/office/drawing/2014/main" id="{41707688-5815-486B-98C1-8B12E86BCE94}"/>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2" name="Line 92">
                <a:extLst>
                  <a:ext uri="{FF2B5EF4-FFF2-40B4-BE49-F238E27FC236}">
                    <a16:creationId xmlns:a16="http://schemas.microsoft.com/office/drawing/2014/main" id="{C9BB4F06-D44E-4490-AA27-1ED42828BAB1}"/>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3" name="Line 93">
                <a:extLst>
                  <a:ext uri="{FF2B5EF4-FFF2-40B4-BE49-F238E27FC236}">
                    <a16:creationId xmlns:a16="http://schemas.microsoft.com/office/drawing/2014/main" id="{D8B4F73C-552D-4922-AF52-1D492304EF43}"/>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4" name="Line 94">
                <a:extLst>
                  <a:ext uri="{FF2B5EF4-FFF2-40B4-BE49-F238E27FC236}">
                    <a16:creationId xmlns:a16="http://schemas.microsoft.com/office/drawing/2014/main" id="{8C0E9F77-5178-4BE8-9517-EF494578DBA6}"/>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5" name="Line 95">
                <a:extLst>
                  <a:ext uri="{FF2B5EF4-FFF2-40B4-BE49-F238E27FC236}">
                    <a16:creationId xmlns:a16="http://schemas.microsoft.com/office/drawing/2014/main" id="{36B47104-523F-4839-8B8C-668466F861E4}"/>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6" name="Line 96">
                <a:extLst>
                  <a:ext uri="{FF2B5EF4-FFF2-40B4-BE49-F238E27FC236}">
                    <a16:creationId xmlns:a16="http://schemas.microsoft.com/office/drawing/2014/main" id="{DCE0E961-6583-49E1-9B21-49DD64368D57}"/>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7" name="Line 97">
                <a:extLst>
                  <a:ext uri="{FF2B5EF4-FFF2-40B4-BE49-F238E27FC236}">
                    <a16:creationId xmlns:a16="http://schemas.microsoft.com/office/drawing/2014/main" id="{7F850B2C-5DBD-4863-A68E-362DBA2BB190}"/>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8" name="Line 98">
                <a:extLst>
                  <a:ext uri="{FF2B5EF4-FFF2-40B4-BE49-F238E27FC236}">
                    <a16:creationId xmlns:a16="http://schemas.microsoft.com/office/drawing/2014/main" id="{03D38D74-5F29-4C07-B628-8014BF4C4676}"/>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49" name="Line 99">
                <a:extLst>
                  <a:ext uri="{FF2B5EF4-FFF2-40B4-BE49-F238E27FC236}">
                    <a16:creationId xmlns:a16="http://schemas.microsoft.com/office/drawing/2014/main" id="{C2AE435D-32E0-4966-8727-6387A93E28DB}"/>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250" name="Line 100">
                <a:extLst>
                  <a:ext uri="{FF2B5EF4-FFF2-40B4-BE49-F238E27FC236}">
                    <a16:creationId xmlns:a16="http://schemas.microsoft.com/office/drawing/2014/main" id="{FF66164B-AF37-4FE4-8A73-35BAFBA5B7C5}"/>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087" name="Group 101">
              <a:extLst>
                <a:ext uri="{FF2B5EF4-FFF2-40B4-BE49-F238E27FC236}">
                  <a16:creationId xmlns:a16="http://schemas.microsoft.com/office/drawing/2014/main" id="{C8D5565D-8625-47AD-A2AB-3C769B91EE42}"/>
                </a:ext>
              </a:extLst>
            </p:cNvPr>
            <p:cNvGrpSpPr>
              <a:grpSpLocks/>
            </p:cNvGrpSpPr>
            <p:nvPr userDrawn="1"/>
          </p:nvGrpSpPr>
          <p:grpSpPr bwMode="auto">
            <a:xfrm>
              <a:off x="485775" y="1241425"/>
              <a:ext cx="8928100" cy="5472113"/>
              <a:chOff x="306" y="737"/>
              <a:chExt cx="5625" cy="3447"/>
            </a:xfrm>
          </p:grpSpPr>
          <p:sp>
            <p:nvSpPr>
              <p:cNvPr id="3188" name="Line 102">
                <a:extLst>
                  <a:ext uri="{FF2B5EF4-FFF2-40B4-BE49-F238E27FC236}">
                    <a16:creationId xmlns:a16="http://schemas.microsoft.com/office/drawing/2014/main" id="{EBB760D9-DA06-45E3-ACB7-866C912B7939}"/>
                  </a:ext>
                </a:extLst>
              </p:cNvPr>
              <p:cNvSpPr>
                <a:spLocks noChangeShapeType="1"/>
              </p:cNvSpPr>
              <p:nvPr userDrawn="1"/>
            </p:nvSpPr>
            <p:spPr bwMode="gray">
              <a:xfrm>
                <a:off x="306" y="246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9" name="Line 103">
                <a:extLst>
                  <a:ext uri="{FF2B5EF4-FFF2-40B4-BE49-F238E27FC236}">
                    <a16:creationId xmlns:a16="http://schemas.microsoft.com/office/drawing/2014/main" id="{4666AD0C-7467-489D-B9E3-45E1F5326DF5}"/>
                  </a:ext>
                </a:extLst>
              </p:cNvPr>
              <p:cNvSpPr>
                <a:spLocks noChangeShapeType="1"/>
              </p:cNvSpPr>
              <p:nvPr userDrawn="1"/>
            </p:nvSpPr>
            <p:spPr bwMode="gray">
              <a:xfrm>
                <a:off x="311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90" name="Rectangle 104">
                <a:extLst>
                  <a:ext uri="{FF2B5EF4-FFF2-40B4-BE49-F238E27FC236}">
                    <a16:creationId xmlns:a16="http://schemas.microsoft.com/office/drawing/2014/main" id="{9F671E50-7487-4C95-A3F0-6F50CB343BE0}"/>
                  </a:ext>
                </a:extLst>
              </p:cNvPr>
              <p:cNvSpPr>
                <a:spLocks noChangeArrowheads="1"/>
              </p:cNvSpPr>
              <p:nvPr userDrawn="1"/>
            </p:nvSpPr>
            <p:spPr bwMode="gray">
              <a:xfrm>
                <a:off x="306" y="737"/>
                <a:ext cx="5625" cy="3447"/>
              </a:xfrm>
              <a:prstGeom prst="rect">
                <a:avLst/>
              </a:prstGeom>
              <a:noFill/>
              <a:ln>
                <a:noFill/>
              </a:ln>
              <a:effectLst/>
            </p:spPr>
            <p:txBody>
              <a:bodyPr wrap="none" anchor="ctr"/>
              <a:lstStyle>
                <a:lvl1pPr>
                  <a:defRPr kumimoji="1" sz="1200">
                    <a:solidFill>
                      <a:schemeClr val="tx1"/>
                    </a:solidFill>
                    <a:latin typeface="ＭＳ Ｐゴシック" panose="020B0600070205080204" pitchFamily="50" charset="-128"/>
                    <a:ea typeface="ＭＳ Ｐゴシック" panose="020B0600070205080204" pitchFamily="50" charset="-128"/>
                  </a:defRPr>
                </a:lvl1pPr>
                <a:lvl2pPr marL="742950" indent="-285750">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0"/>
                  </a:spcBef>
                  <a:spcAft>
                    <a:spcPct val="0"/>
                  </a:spcAft>
                  <a:defRPr kumimoji="1" sz="1200">
                    <a:solidFill>
                      <a:schemeClr val="tx1"/>
                    </a:solidFill>
                    <a:latin typeface="ＭＳ Ｐゴシック" panose="020B0600070205080204" pitchFamily="50" charset="-128"/>
                    <a:ea typeface="ＭＳ Ｐゴシック" panose="020B0600070205080204" pitchFamily="50" charset="-128"/>
                  </a:defRPr>
                </a:lvl9pPr>
              </a:lstStyle>
              <a:p>
                <a:pPr>
                  <a:defRPr/>
                </a:pPr>
                <a:endParaRPr lang="ja-JP" altLang="en-US"/>
              </a:p>
            </p:txBody>
          </p:sp>
        </p:grpSp>
        <p:sp>
          <p:nvSpPr>
            <p:cNvPr id="3088" name="Line 102">
              <a:extLst>
                <a:ext uri="{FF2B5EF4-FFF2-40B4-BE49-F238E27FC236}">
                  <a16:creationId xmlns:a16="http://schemas.microsoft.com/office/drawing/2014/main" id="{E9C8D4FD-EFBB-4F64-8E57-C0E6A0C41CF9}"/>
                </a:ext>
              </a:extLst>
            </p:cNvPr>
            <p:cNvSpPr>
              <a:spLocks noChangeShapeType="1"/>
            </p:cNvSpPr>
            <p:nvPr userDrawn="1"/>
          </p:nvSpPr>
          <p:spPr bwMode="gray">
            <a:xfrm>
              <a:off x="485775" y="3978275"/>
              <a:ext cx="89281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89" name="Line 103">
              <a:extLst>
                <a:ext uri="{FF2B5EF4-FFF2-40B4-BE49-F238E27FC236}">
                  <a16:creationId xmlns:a16="http://schemas.microsoft.com/office/drawing/2014/main" id="{7D10305F-B0FB-4911-80C1-3D0FED5787A9}"/>
                </a:ext>
              </a:extLst>
            </p:cNvPr>
            <p:cNvSpPr>
              <a:spLocks noChangeShapeType="1"/>
            </p:cNvSpPr>
            <p:nvPr userDrawn="1"/>
          </p:nvSpPr>
          <p:spPr bwMode="gray">
            <a:xfrm>
              <a:off x="4950619" y="1241425"/>
              <a:ext cx="0" cy="54721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nvGrpSpPr>
            <p:cNvPr id="3090" name="Group 3">
              <a:extLst>
                <a:ext uri="{FF2B5EF4-FFF2-40B4-BE49-F238E27FC236}">
                  <a16:creationId xmlns:a16="http://schemas.microsoft.com/office/drawing/2014/main" id="{0264F81C-55D6-415C-B3D2-49BEF78A3801}"/>
                </a:ext>
              </a:extLst>
            </p:cNvPr>
            <p:cNvGrpSpPr>
              <a:grpSpLocks/>
            </p:cNvGrpSpPr>
            <p:nvPr userDrawn="1"/>
          </p:nvGrpSpPr>
          <p:grpSpPr bwMode="auto">
            <a:xfrm>
              <a:off x="485775" y="1385888"/>
              <a:ext cx="8928100" cy="5184775"/>
              <a:chOff x="306" y="828"/>
              <a:chExt cx="5625" cy="3266"/>
            </a:xfrm>
          </p:grpSpPr>
          <p:sp>
            <p:nvSpPr>
              <p:cNvPr id="3152" name="Line 4">
                <a:extLst>
                  <a:ext uri="{FF2B5EF4-FFF2-40B4-BE49-F238E27FC236}">
                    <a16:creationId xmlns:a16="http://schemas.microsoft.com/office/drawing/2014/main" id="{71B0921C-F2D6-4E28-96AF-6FA4593B45C1}"/>
                  </a:ext>
                </a:extLst>
              </p:cNvPr>
              <p:cNvSpPr>
                <a:spLocks noChangeShapeType="1"/>
              </p:cNvSpPr>
              <p:nvPr userDrawn="1"/>
            </p:nvSpPr>
            <p:spPr bwMode="gray">
              <a:xfrm>
                <a:off x="306" y="409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3" name="Line 5">
                <a:extLst>
                  <a:ext uri="{FF2B5EF4-FFF2-40B4-BE49-F238E27FC236}">
                    <a16:creationId xmlns:a16="http://schemas.microsoft.com/office/drawing/2014/main" id="{A4FD283A-8654-4D41-80BA-B4A897383146}"/>
                  </a:ext>
                </a:extLst>
              </p:cNvPr>
              <p:cNvSpPr>
                <a:spLocks noChangeShapeType="1"/>
              </p:cNvSpPr>
              <p:nvPr userDrawn="1"/>
            </p:nvSpPr>
            <p:spPr bwMode="gray">
              <a:xfrm>
                <a:off x="306" y="400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4" name="Line 6">
                <a:extLst>
                  <a:ext uri="{FF2B5EF4-FFF2-40B4-BE49-F238E27FC236}">
                    <a16:creationId xmlns:a16="http://schemas.microsoft.com/office/drawing/2014/main" id="{73C9954B-D0AB-4A7F-BF67-00928E9EE00B}"/>
                  </a:ext>
                </a:extLst>
              </p:cNvPr>
              <p:cNvSpPr>
                <a:spLocks noChangeShapeType="1"/>
              </p:cNvSpPr>
              <p:nvPr userDrawn="1"/>
            </p:nvSpPr>
            <p:spPr bwMode="gray">
              <a:xfrm>
                <a:off x="306" y="391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5" name="Line 7">
                <a:extLst>
                  <a:ext uri="{FF2B5EF4-FFF2-40B4-BE49-F238E27FC236}">
                    <a16:creationId xmlns:a16="http://schemas.microsoft.com/office/drawing/2014/main" id="{7A29CD4F-99BE-4249-A969-245CE6E3A04D}"/>
                  </a:ext>
                </a:extLst>
              </p:cNvPr>
              <p:cNvSpPr>
                <a:spLocks noChangeShapeType="1"/>
              </p:cNvSpPr>
              <p:nvPr userDrawn="1"/>
            </p:nvSpPr>
            <p:spPr bwMode="gray">
              <a:xfrm>
                <a:off x="306" y="382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6" name="Line 8">
                <a:extLst>
                  <a:ext uri="{FF2B5EF4-FFF2-40B4-BE49-F238E27FC236}">
                    <a16:creationId xmlns:a16="http://schemas.microsoft.com/office/drawing/2014/main" id="{67597EF3-9CB0-4ED2-9A0A-7BE1ADA3B6B6}"/>
                  </a:ext>
                </a:extLst>
              </p:cNvPr>
              <p:cNvSpPr>
                <a:spLocks noChangeShapeType="1"/>
              </p:cNvSpPr>
              <p:nvPr userDrawn="1"/>
            </p:nvSpPr>
            <p:spPr bwMode="gray">
              <a:xfrm>
                <a:off x="306" y="373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7" name="Line 9">
                <a:extLst>
                  <a:ext uri="{FF2B5EF4-FFF2-40B4-BE49-F238E27FC236}">
                    <a16:creationId xmlns:a16="http://schemas.microsoft.com/office/drawing/2014/main" id="{FC26D90A-E876-4AFC-B330-1E0996EC6F69}"/>
                  </a:ext>
                </a:extLst>
              </p:cNvPr>
              <p:cNvSpPr>
                <a:spLocks noChangeShapeType="1"/>
              </p:cNvSpPr>
              <p:nvPr userDrawn="1"/>
            </p:nvSpPr>
            <p:spPr bwMode="gray">
              <a:xfrm>
                <a:off x="306" y="364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8" name="Line 10">
                <a:extLst>
                  <a:ext uri="{FF2B5EF4-FFF2-40B4-BE49-F238E27FC236}">
                    <a16:creationId xmlns:a16="http://schemas.microsoft.com/office/drawing/2014/main" id="{736AF6AF-28AD-4D48-8C52-34281FF21B39}"/>
                  </a:ext>
                </a:extLst>
              </p:cNvPr>
              <p:cNvSpPr>
                <a:spLocks noChangeShapeType="1"/>
              </p:cNvSpPr>
              <p:nvPr userDrawn="1"/>
            </p:nvSpPr>
            <p:spPr bwMode="gray">
              <a:xfrm>
                <a:off x="306" y="354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9" name="Line 11">
                <a:extLst>
                  <a:ext uri="{FF2B5EF4-FFF2-40B4-BE49-F238E27FC236}">
                    <a16:creationId xmlns:a16="http://schemas.microsoft.com/office/drawing/2014/main" id="{8F070506-1409-4695-AE0E-FD344AA76522}"/>
                  </a:ext>
                </a:extLst>
              </p:cNvPr>
              <p:cNvSpPr>
                <a:spLocks noChangeShapeType="1"/>
              </p:cNvSpPr>
              <p:nvPr userDrawn="1"/>
            </p:nvSpPr>
            <p:spPr bwMode="gray">
              <a:xfrm>
                <a:off x="306" y="345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0" name="Line 12">
                <a:extLst>
                  <a:ext uri="{FF2B5EF4-FFF2-40B4-BE49-F238E27FC236}">
                    <a16:creationId xmlns:a16="http://schemas.microsoft.com/office/drawing/2014/main" id="{A5D7FED1-90F4-4147-B179-C1E757AFC0AD}"/>
                  </a:ext>
                </a:extLst>
              </p:cNvPr>
              <p:cNvSpPr>
                <a:spLocks noChangeShapeType="1"/>
              </p:cNvSpPr>
              <p:nvPr userDrawn="1"/>
            </p:nvSpPr>
            <p:spPr bwMode="gray">
              <a:xfrm>
                <a:off x="306" y="336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1" name="Line 13">
                <a:extLst>
                  <a:ext uri="{FF2B5EF4-FFF2-40B4-BE49-F238E27FC236}">
                    <a16:creationId xmlns:a16="http://schemas.microsoft.com/office/drawing/2014/main" id="{BF98D31D-0F5D-40A4-97D5-28BCF0094EF3}"/>
                  </a:ext>
                </a:extLst>
              </p:cNvPr>
              <p:cNvSpPr>
                <a:spLocks noChangeShapeType="1"/>
              </p:cNvSpPr>
              <p:nvPr userDrawn="1"/>
            </p:nvSpPr>
            <p:spPr bwMode="gray">
              <a:xfrm>
                <a:off x="306" y="327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2" name="Line 14">
                <a:extLst>
                  <a:ext uri="{FF2B5EF4-FFF2-40B4-BE49-F238E27FC236}">
                    <a16:creationId xmlns:a16="http://schemas.microsoft.com/office/drawing/2014/main" id="{EA938501-8BB5-4021-905A-EB2343BE256F}"/>
                  </a:ext>
                </a:extLst>
              </p:cNvPr>
              <p:cNvSpPr>
                <a:spLocks noChangeShapeType="1"/>
              </p:cNvSpPr>
              <p:nvPr userDrawn="1"/>
            </p:nvSpPr>
            <p:spPr bwMode="gray">
              <a:xfrm>
                <a:off x="306" y="318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3" name="Line 15">
                <a:extLst>
                  <a:ext uri="{FF2B5EF4-FFF2-40B4-BE49-F238E27FC236}">
                    <a16:creationId xmlns:a16="http://schemas.microsoft.com/office/drawing/2014/main" id="{73DD9F9B-FD50-4C89-9506-C4F9018D10D1}"/>
                  </a:ext>
                </a:extLst>
              </p:cNvPr>
              <p:cNvSpPr>
                <a:spLocks noChangeShapeType="1"/>
              </p:cNvSpPr>
              <p:nvPr userDrawn="1"/>
            </p:nvSpPr>
            <p:spPr bwMode="gray">
              <a:xfrm>
                <a:off x="306" y="309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4" name="Line 16">
                <a:extLst>
                  <a:ext uri="{FF2B5EF4-FFF2-40B4-BE49-F238E27FC236}">
                    <a16:creationId xmlns:a16="http://schemas.microsoft.com/office/drawing/2014/main" id="{3C1B1ABB-199B-4DBD-94D0-A89ED171E42D}"/>
                  </a:ext>
                </a:extLst>
              </p:cNvPr>
              <p:cNvSpPr>
                <a:spLocks noChangeShapeType="1"/>
              </p:cNvSpPr>
              <p:nvPr userDrawn="1"/>
            </p:nvSpPr>
            <p:spPr bwMode="gray">
              <a:xfrm>
                <a:off x="306" y="300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5" name="Line 17">
                <a:extLst>
                  <a:ext uri="{FF2B5EF4-FFF2-40B4-BE49-F238E27FC236}">
                    <a16:creationId xmlns:a16="http://schemas.microsoft.com/office/drawing/2014/main" id="{E0A2F4DB-F79D-4404-AC58-759B83DA5AE9}"/>
                  </a:ext>
                </a:extLst>
              </p:cNvPr>
              <p:cNvSpPr>
                <a:spLocks noChangeShapeType="1"/>
              </p:cNvSpPr>
              <p:nvPr userDrawn="1"/>
            </p:nvSpPr>
            <p:spPr bwMode="gray">
              <a:xfrm>
                <a:off x="306" y="291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6" name="Line 18">
                <a:extLst>
                  <a:ext uri="{FF2B5EF4-FFF2-40B4-BE49-F238E27FC236}">
                    <a16:creationId xmlns:a16="http://schemas.microsoft.com/office/drawing/2014/main" id="{FD8CD9C4-0C1A-4A45-9421-083F98FA9E2F}"/>
                  </a:ext>
                </a:extLst>
              </p:cNvPr>
              <p:cNvSpPr>
                <a:spLocks noChangeShapeType="1"/>
              </p:cNvSpPr>
              <p:nvPr userDrawn="1"/>
            </p:nvSpPr>
            <p:spPr bwMode="gray">
              <a:xfrm>
                <a:off x="306" y="282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7" name="Line 19">
                <a:extLst>
                  <a:ext uri="{FF2B5EF4-FFF2-40B4-BE49-F238E27FC236}">
                    <a16:creationId xmlns:a16="http://schemas.microsoft.com/office/drawing/2014/main" id="{EFB1982D-95F4-4240-A6BB-F2BD017F67CD}"/>
                  </a:ext>
                </a:extLst>
              </p:cNvPr>
              <p:cNvSpPr>
                <a:spLocks noChangeShapeType="1"/>
              </p:cNvSpPr>
              <p:nvPr userDrawn="1"/>
            </p:nvSpPr>
            <p:spPr bwMode="gray">
              <a:xfrm>
                <a:off x="306" y="273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8" name="Line 20">
                <a:extLst>
                  <a:ext uri="{FF2B5EF4-FFF2-40B4-BE49-F238E27FC236}">
                    <a16:creationId xmlns:a16="http://schemas.microsoft.com/office/drawing/2014/main" id="{D5F09B75-39EB-427F-9895-652A893CC30F}"/>
                  </a:ext>
                </a:extLst>
              </p:cNvPr>
              <p:cNvSpPr>
                <a:spLocks noChangeShapeType="1"/>
              </p:cNvSpPr>
              <p:nvPr userDrawn="1"/>
            </p:nvSpPr>
            <p:spPr bwMode="gray">
              <a:xfrm>
                <a:off x="306" y="264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69" name="Line 21">
                <a:extLst>
                  <a:ext uri="{FF2B5EF4-FFF2-40B4-BE49-F238E27FC236}">
                    <a16:creationId xmlns:a16="http://schemas.microsoft.com/office/drawing/2014/main" id="{67E13BE8-C36F-417F-B17F-2C5BD284C337}"/>
                  </a:ext>
                </a:extLst>
              </p:cNvPr>
              <p:cNvSpPr>
                <a:spLocks noChangeShapeType="1"/>
              </p:cNvSpPr>
              <p:nvPr userDrawn="1"/>
            </p:nvSpPr>
            <p:spPr bwMode="gray">
              <a:xfrm>
                <a:off x="306" y="255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0" name="Line 22">
                <a:extLst>
                  <a:ext uri="{FF2B5EF4-FFF2-40B4-BE49-F238E27FC236}">
                    <a16:creationId xmlns:a16="http://schemas.microsoft.com/office/drawing/2014/main" id="{658C8C7D-66C9-45E3-9063-A204E8F7D4F5}"/>
                  </a:ext>
                </a:extLst>
              </p:cNvPr>
              <p:cNvSpPr>
                <a:spLocks noChangeShapeType="1"/>
              </p:cNvSpPr>
              <p:nvPr userDrawn="1"/>
            </p:nvSpPr>
            <p:spPr bwMode="gray">
              <a:xfrm>
                <a:off x="306" y="237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1" name="Line 23">
                <a:extLst>
                  <a:ext uri="{FF2B5EF4-FFF2-40B4-BE49-F238E27FC236}">
                    <a16:creationId xmlns:a16="http://schemas.microsoft.com/office/drawing/2014/main" id="{FEDCCACF-51B6-438C-B5BC-459B7B31DF8D}"/>
                  </a:ext>
                </a:extLst>
              </p:cNvPr>
              <p:cNvSpPr>
                <a:spLocks noChangeShapeType="1"/>
              </p:cNvSpPr>
              <p:nvPr userDrawn="1"/>
            </p:nvSpPr>
            <p:spPr bwMode="gray">
              <a:xfrm>
                <a:off x="306" y="227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2" name="Line 24">
                <a:extLst>
                  <a:ext uri="{FF2B5EF4-FFF2-40B4-BE49-F238E27FC236}">
                    <a16:creationId xmlns:a16="http://schemas.microsoft.com/office/drawing/2014/main" id="{4446641E-DF70-4655-86DE-251A0D998080}"/>
                  </a:ext>
                </a:extLst>
              </p:cNvPr>
              <p:cNvSpPr>
                <a:spLocks noChangeShapeType="1"/>
              </p:cNvSpPr>
              <p:nvPr userDrawn="1"/>
            </p:nvSpPr>
            <p:spPr bwMode="gray">
              <a:xfrm>
                <a:off x="306" y="218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3" name="Line 25">
                <a:extLst>
                  <a:ext uri="{FF2B5EF4-FFF2-40B4-BE49-F238E27FC236}">
                    <a16:creationId xmlns:a16="http://schemas.microsoft.com/office/drawing/2014/main" id="{6E432544-6751-4426-A2B2-A9CF539FBB6F}"/>
                  </a:ext>
                </a:extLst>
              </p:cNvPr>
              <p:cNvSpPr>
                <a:spLocks noChangeShapeType="1"/>
              </p:cNvSpPr>
              <p:nvPr userDrawn="1"/>
            </p:nvSpPr>
            <p:spPr bwMode="gray">
              <a:xfrm>
                <a:off x="306" y="209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4" name="Line 26">
                <a:extLst>
                  <a:ext uri="{FF2B5EF4-FFF2-40B4-BE49-F238E27FC236}">
                    <a16:creationId xmlns:a16="http://schemas.microsoft.com/office/drawing/2014/main" id="{D0DE25F5-4577-4CA0-9367-1EF6C811B9A7}"/>
                  </a:ext>
                </a:extLst>
              </p:cNvPr>
              <p:cNvSpPr>
                <a:spLocks noChangeShapeType="1"/>
              </p:cNvSpPr>
              <p:nvPr userDrawn="1"/>
            </p:nvSpPr>
            <p:spPr bwMode="gray">
              <a:xfrm>
                <a:off x="306" y="2007"/>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5" name="Line 27">
                <a:extLst>
                  <a:ext uri="{FF2B5EF4-FFF2-40B4-BE49-F238E27FC236}">
                    <a16:creationId xmlns:a16="http://schemas.microsoft.com/office/drawing/2014/main" id="{4E8B2177-FE77-4936-9B2F-723844734BE8}"/>
                  </a:ext>
                </a:extLst>
              </p:cNvPr>
              <p:cNvSpPr>
                <a:spLocks noChangeShapeType="1"/>
              </p:cNvSpPr>
              <p:nvPr userDrawn="1"/>
            </p:nvSpPr>
            <p:spPr bwMode="gray">
              <a:xfrm>
                <a:off x="306" y="191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6" name="Line 28">
                <a:extLst>
                  <a:ext uri="{FF2B5EF4-FFF2-40B4-BE49-F238E27FC236}">
                    <a16:creationId xmlns:a16="http://schemas.microsoft.com/office/drawing/2014/main" id="{B203F4C6-99FC-4A8B-9983-BCB2E6B44B34}"/>
                  </a:ext>
                </a:extLst>
              </p:cNvPr>
              <p:cNvSpPr>
                <a:spLocks noChangeShapeType="1"/>
              </p:cNvSpPr>
              <p:nvPr userDrawn="1"/>
            </p:nvSpPr>
            <p:spPr bwMode="gray">
              <a:xfrm>
                <a:off x="306" y="1826"/>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7" name="Line 29">
                <a:extLst>
                  <a:ext uri="{FF2B5EF4-FFF2-40B4-BE49-F238E27FC236}">
                    <a16:creationId xmlns:a16="http://schemas.microsoft.com/office/drawing/2014/main" id="{166EE632-9C78-40AE-8B6A-14E4D80E14D8}"/>
                  </a:ext>
                </a:extLst>
              </p:cNvPr>
              <p:cNvSpPr>
                <a:spLocks noChangeShapeType="1"/>
              </p:cNvSpPr>
              <p:nvPr userDrawn="1"/>
            </p:nvSpPr>
            <p:spPr bwMode="gray">
              <a:xfrm>
                <a:off x="306" y="1735"/>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8" name="Line 30">
                <a:extLst>
                  <a:ext uri="{FF2B5EF4-FFF2-40B4-BE49-F238E27FC236}">
                    <a16:creationId xmlns:a16="http://schemas.microsoft.com/office/drawing/2014/main" id="{8534EC18-23D2-405E-BD96-D5B742159BC5}"/>
                  </a:ext>
                </a:extLst>
              </p:cNvPr>
              <p:cNvSpPr>
                <a:spLocks noChangeShapeType="1"/>
              </p:cNvSpPr>
              <p:nvPr userDrawn="1"/>
            </p:nvSpPr>
            <p:spPr bwMode="gray">
              <a:xfrm>
                <a:off x="306" y="1644"/>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79" name="Line 31">
                <a:extLst>
                  <a:ext uri="{FF2B5EF4-FFF2-40B4-BE49-F238E27FC236}">
                    <a16:creationId xmlns:a16="http://schemas.microsoft.com/office/drawing/2014/main" id="{F6DE5D20-84A8-4DE9-A6C9-1DA5D9495FF4}"/>
                  </a:ext>
                </a:extLst>
              </p:cNvPr>
              <p:cNvSpPr>
                <a:spLocks noChangeShapeType="1"/>
              </p:cNvSpPr>
              <p:nvPr userDrawn="1"/>
            </p:nvSpPr>
            <p:spPr bwMode="gray">
              <a:xfrm>
                <a:off x="306" y="155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0" name="Line 32">
                <a:extLst>
                  <a:ext uri="{FF2B5EF4-FFF2-40B4-BE49-F238E27FC236}">
                    <a16:creationId xmlns:a16="http://schemas.microsoft.com/office/drawing/2014/main" id="{1A67D9C3-FEF8-45A4-997C-DD03ECE35969}"/>
                  </a:ext>
                </a:extLst>
              </p:cNvPr>
              <p:cNvSpPr>
                <a:spLocks noChangeShapeType="1"/>
              </p:cNvSpPr>
              <p:nvPr userDrawn="1"/>
            </p:nvSpPr>
            <p:spPr bwMode="gray">
              <a:xfrm>
                <a:off x="306" y="1463"/>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1" name="Line 33">
                <a:extLst>
                  <a:ext uri="{FF2B5EF4-FFF2-40B4-BE49-F238E27FC236}">
                    <a16:creationId xmlns:a16="http://schemas.microsoft.com/office/drawing/2014/main" id="{583B0405-9968-43D0-B571-3AF312DA6F09}"/>
                  </a:ext>
                </a:extLst>
              </p:cNvPr>
              <p:cNvSpPr>
                <a:spLocks noChangeShapeType="1"/>
              </p:cNvSpPr>
              <p:nvPr userDrawn="1"/>
            </p:nvSpPr>
            <p:spPr bwMode="gray">
              <a:xfrm>
                <a:off x="306" y="1372"/>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2" name="Line 34">
                <a:extLst>
                  <a:ext uri="{FF2B5EF4-FFF2-40B4-BE49-F238E27FC236}">
                    <a16:creationId xmlns:a16="http://schemas.microsoft.com/office/drawing/2014/main" id="{D133E3B2-CED2-4051-B473-E5FA2E76C261}"/>
                  </a:ext>
                </a:extLst>
              </p:cNvPr>
              <p:cNvSpPr>
                <a:spLocks noChangeShapeType="1"/>
              </p:cNvSpPr>
              <p:nvPr userDrawn="1"/>
            </p:nvSpPr>
            <p:spPr bwMode="gray">
              <a:xfrm>
                <a:off x="306" y="1281"/>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3" name="Line 35">
                <a:extLst>
                  <a:ext uri="{FF2B5EF4-FFF2-40B4-BE49-F238E27FC236}">
                    <a16:creationId xmlns:a16="http://schemas.microsoft.com/office/drawing/2014/main" id="{AFF98389-AC79-44B6-A52B-DFB36A749B00}"/>
                  </a:ext>
                </a:extLst>
              </p:cNvPr>
              <p:cNvSpPr>
                <a:spLocks noChangeShapeType="1"/>
              </p:cNvSpPr>
              <p:nvPr userDrawn="1"/>
            </p:nvSpPr>
            <p:spPr bwMode="gray">
              <a:xfrm>
                <a:off x="306" y="119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4" name="Line 36">
                <a:extLst>
                  <a:ext uri="{FF2B5EF4-FFF2-40B4-BE49-F238E27FC236}">
                    <a16:creationId xmlns:a16="http://schemas.microsoft.com/office/drawing/2014/main" id="{48BFC8AB-9D94-4B17-96ED-CC34951B11DF}"/>
                  </a:ext>
                </a:extLst>
              </p:cNvPr>
              <p:cNvSpPr>
                <a:spLocks noChangeShapeType="1"/>
              </p:cNvSpPr>
              <p:nvPr userDrawn="1"/>
            </p:nvSpPr>
            <p:spPr bwMode="gray">
              <a:xfrm>
                <a:off x="306" y="1100"/>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5" name="Line 37">
                <a:extLst>
                  <a:ext uri="{FF2B5EF4-FFF2-40B4-BE49-F238E27FC236}">
                    <a16:creationId xmlns:a16="http://schemas.microsoft.com/office/drawing/2014/main" id="{02B9A3FB-6F6A-4E47-92DB-417E5BB6E804}"/>
                  </a:ext>
                </a:extLst>
              </p:cNvPr>
              <p:cNvSpPr>
                <a:spLocks noChangeShapeType="1"/>
              </p:cNvSpPr>
              <p:nvPr userDrawn="1"/>
            </p:nvSpPr>
            <p:spPr bwMode="gray">
              <a:xfrm>
                <a:off x="306" y="1009"/>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6" name="Line 38">
                <a:extLst>
                  <a:ext uri="{FF2B5EF4-FFF2-40B4-BE49-F238E27FC236}">
                    <a16:creationId xmlns:a16="http://schemas.microsoft.com/office/drawing/2014/main" id="{1D103781-EE17-432C-8BF5-6912000CB05E}"/>
                  </a:ext>
                </a:extLst>
              </p:cNvPr>
              <p:cNvSpPr>
                <a:spLocks noChangeShapeType="1"/>
              </p:cNvSpPr>
              <p:nvPr userDrawn="1"/>
            </p:nvSpPr>
            <p:spPr bwMode="gray">
              <a:xfrm>
                <a:off x="306" y="91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87" name="Line 39">
                <a:extLst>
                  <a:ext uri="{FF2B5EF4-FFF2-40B4-BE49-F238E27FC236}">
                    <a16:creationId xmlns:a16="http://schemas.microsoft.com/office/drawing/2014/main" id="{2ABF5072-431A-48C5-835E-E9B421BA45D7}"/>
                  </a:ext>
                </a:extLst>
              </p:cNvPr>
              <p:cNvSpPr>
                <a:spLocks noChangeShapeType="1"/>
              </p:cNvSpPr>
              <p:nvPr userDrawn="1"/>
            </p:nvSpPr>
            <p:spPr bwMode="gray">
              <a:xfrm>
                <a:off x="306" y="828"/>
                <a:ext cx="5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nvGrpSpPr>
            <p:cNvPr id="3091" name="Group 40">
              <a:extLst>
                <a:ext uri="{FF2B5EF4-FFF2-40B4-BE49-F238E27FC236}">
                  <a16:creationId xmlns:a16="http://schemas.microsoft.com/office/drawing/2014/main" id="{66C5B0C2-E614-42DF-B105-A8C4EABD30D8}"/>
                </a:ext>
              </a:extLst>
            </p:cNvPr>
            <p:cNvGrpSpPr>
              <a:grpSpLocks/>
            </p:cNvGrpSpPr>
            <p:nvPr userDrawn="1"/>
          </p:nvGrpSpPr>
          <p:grpSpPr bwMode="auto">
            <a:xfrm>
              <a:off x="630212" y="1241425"/>
              <a:ext cx="8639226" cy="5472113"/>
              <a:chOff x="397" y="737"/>
              <a:chExt cx="5443" cy="3447"/>
            </a:xfrm>
          </p:grpSpPr>
          <p:sp>
            <p:nvSpPr>
              <p:cNvPr id="3092" name="Line 41">
                <a:extLst>
                  <a:ext uri="{FF2B5EF4-FFF2-40B4-BE49-F238E27FC236}">
                    <a16:creationId xmlns:a16="http://schemas.microsoft.com/office/drawing/2014/main" id="{341803A4-C263-406B-A5B0-36BE56479F83}"/>
                  </a:ext>
                </a:extLst>
              </p:cNvPr>
              <p:cNvSpPr>
                <a:spLocks noChangeShapeType="1"/>
              </p:cNvSpPr>
              <p:nvPr userDrawn="1"/>
            </p:nvSpPr>
            <p:spPr bwMode="gray">
              <a:xfrm>
                <a:off x="4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3" name="Line 42">
                <a:extLst>
                  <a:ext uri="{FF2B5EF4-FFF2-40B4-BE49-F238E27FC236}">
                    <a16:creationId xmlns:a16="http://schemas.microsoft.com/office/drawing/2014/main" id="{3E2A0D64-2E3B-4A19-9C77-18C6D2034C2E}"/>
                  </a:ext>
                </a:extLst>
              </p:cNvPr>
              <p:cNvSpPr>
                <a:spLocks noChangeShapeType="1"/>
              </p:cNvSpPr>
              <p:nvPr userDrawn="1"/>
            </p:nvSpPr>
            <p:spPr bwMode="gray">
              <a:xfrm>
                <a:off x="5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4" name="Line 43">
                <a:extLst>
                  <a:ext uri="{FF2B5EF4-FFF2-40B4-BE49-F238E27FC236}">
                    <a16:creationId xmlns:a16="http://schemas.microsoft.com/office/drawing/2014/main" id="{4A8132B8-ED05-4532-9C35-A0BE9B2AFC10}"/>
                  </a:ext>
                </a:extLst>
              </p:cNvPr>
              <p:cNvSpPr>
                <a:spLocks noChangeShapeType="1"/>
              </p:cNvSpPr>
              <p:nvPr userDrawn="1"/>
            </p:nvSpPr>
            <p:spPr bwMode="gray">
              <a:xfrm>
                <a:off x="67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5" name="Line 44">
                <a:extLst>
                  <a:ext uri="{FF2B5EF4-FFF2-40B4-BE49-F238E27FC236}">
                    <a16:creationId xmlns:a16="http://schemas.microsoft.com/office/drawing/2014/main" id="{19D1445B-19C9-41FF-8F64-4DDC88A19C87}"/>
                  </a:ext>
                </a:extLst>
              </p:cNvPr>
              <p:cNvSpPr>
                <a:spLocks noChangeShapeType="1"/>
              </p:cNvSpPr>
              <p:nvPr userDrawn="1"/>
            </p:nvSpPr>
            <p:spPr bwMode="gray">
              <a:xfrm>
                <a:off x="7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6" name="Line 45">
                <a:extLst>
                  <a:ext uri="{FF2B5EF4-FFF2-40B4-BE49-F238E27FC236}">
                    <a16:creationId xmlns:a16="http://schemas.microsoft.com/office/drawing/2014/main" id="{C6EAB2E9-383A-410F-AE7D-C3DA4EA3DBF6}"/>
                  </a:ext>
                </a:extLst>
              </p:cNvPr>
              <p:cNvSpPr>
                <a:spLocks noChangeShapeType="1"/>
              </p:cNvSpPr>
              <p:nvPr userDrawn="1"/>
            </p:nvSpPr>
            <p:spPr bwMode="gray">
              <a:xfrm>
                <a:off x="8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7" name="Line 46">
                <a:extLst>
                  <a:ext uri="{FF2B5EF4-FFF2-40B4-BE49-F238E27FC236}">
                    <a16:creationId xmlns:a16="http://schemas.microsoft.com/office/drawing/2014/main" id="{466364E2-6AE8-4755-92CA-2BC2C21BB0C0}"/>
                  </a:ext>
                </a:extLst>
              </p:cNvPr>
              <p:cNvSpPr>
                <a:spLocks noChangeShapeType="1"/>
              </p:cNvSpPr>
              <p:nvPr userDrawn="1"/>
            </p:nvSpPr>
            <p:spPr bwMode="gray">
              <a:xfrm>
                <a:off x="9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8" name="Line 47">
                <a:extLst>
                  <a:ext uri="{FF2B5EF4-FFF2-40B4-BE49-F238E27FC236}">
                    <a16:creationId xmlns:a16="http://schemas.microsoft.com/office/drawing/2014/main" id="{B36CCB44-0EF9-4800-A359-BEE291DEE293}"/>
                  </a:ext>
                </a:extLst>
              </p:cNvPr>
              <p:cNvSpPr>
                <a:spLocks noChangeShapeType="1"/>
              </p:cNvSpPr>
              <p:nvPr userDrawn="1"/>
            </p:nvSpPr>
            <p:spPr bwMode="gray">
              <a:xfrm>
                <a:off x="103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099" name="Line 48">
                <a:extLst>
                  <a:ext uri="{FF2B5EF4-FFF2-40B4-BE49-F238E27FC236}">
                    <a16:creationId xmlns:a16="http://schemas.microsoft.com/office/drawing/2014/main" id="{E9F9338B-9973-4C16-9AC1-CB70DEE9FF3C}"/>
                  </a:ext>
                </a:extLst>
              </p:cNvPr>
              <p:cNvSpPr>
                <a:spLocks noChangeShapeType="1"/>
              </p:cNvSpPr>
              <p:nvPr userDrawn="1"/>
            </p:nvSpPr>
            <p:spPr bwMode="gray">
              <a:xfrm>
                <a:off x="11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0" name="Line 49">
                <a:extLst>
                  <a:ext uri="{FF2B5EF4-FFF2-40B4-BE49-F238E27FC236}">
                    <a16:creationId xmlns:a16="http://schemas.microsoft.com/office/drawing/2014/main" id="{08048624-4967-4E7F-A68D-1B13B43D6C9E}"/>
                  </a:ext>
                </a:extLst>
              </p:cNvPr>
              <p:cNvSpPr>
                <a:spLocks noChangeShapeType="1"/>
              </p:cNvSpPr>
              <p:nvPr userDrawn="1"/>
            </p:nvSpPr>
            <p:spPr bwMode="gray">
              <a:xfrm>
                <a:off x="12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1" name="Line 50">
                <a:extLst>
                  <a:ext uri="{FF2B5EF4-FFF2-40B4-BE49-F238E27FC236}">
                    <a16:creationId xmlns:a16="http://schemas.microsoft.com/office/drawing/2014/main" id="{7045B70A-D595-47DA-A678-56B95D753057}"/>
                  </a:ext>
                </a:extLst>
              </p:cNvPr>
              <p:cNvSpPr>
                <a:spLocks noChangeShapeType="1"/>
              </p:cNvSpPr>
              <p:nvPr userDrawn="1"/>
            </p:nvSpPr>
            <p:spPr bwMode="gray">
              <a:xfrm>
                <a:off x="130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2" name="Line 51">
                <a:extLst>
                  <a:ext uri="{FF2B5EF4-FFF2-40B4-BE49-F238E27FC236}">
                    <a16:creationId xmlns:a16="http://schemas.microsoft.com/office/drawing/2014/main" id="{2B6C8F4C-0702-408D-BA1C-7A329BFB4B0E}"/>
                  </a:ext>
                </a:extLst>
              </p:cNvPr>
              <p:cNvSpPr>
                <a:spLocks noChangeShapeType="1"/>
              </p:cNvSpPr>
              <p:nvPr userDrawn="1"/>
            </p:nvSpPr>
            <p:spPr bwMode="gray">
              <a:xfrm>
                <a:off x="13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3" name="Line 52">
                <a:extLst>
                  <a:ext uri="{FF2B5EF4-FFF2-40B4-BE49-F238E27FC236}">
                    <a16:creationId xmlns:a16="http://schemas.microsoft.com/office/drawing/2014/main" id="{6006C1BA-F315-4384-A8FB-ECF8ECD0E1C1}"/>
                  </a:ext>
                </a:extLst>
              </p:cNvPr>
              <p:cNvSpPr>
                <a:spLocks noChangeShapeType="1"/>
              </p:cNvSpPr>
              <p:nvPr userDrawn="1"/>
            </p:nvSpPr>
            <p:spPr bwMode="gray">
              <a:xfrm>
                <a:off x="14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4" name="Line 53">
                <a:extLst>
                  <a:ext uri="{FF2B5EF4-FFF2-40B4-BE49-F238E27FC236}">
                    <a16:creationId xmlns:a16="http://schemas.microsoft.com/office/drawing/2014/main" id="{6F3BF483-060F-4400-9BA5-B132F37E6AE2}"/>
                  </a:ext>
                </a:extLst>
              </p:cNvPr>
              <p:cNvSpPr>
                <a:spLocks noChangeShapeType="1"/>
              </p:cNvSpPr>
              <p:nvPr userDrawn="1"/>
            </p:nvSpPr>
            <p:spPr bwMode="gray">
              <a:xfrm>
                <a:off x="15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5" name="Line 54">
                <a:extLst>
                  <a:ext uri="{FF2B5EF4-FFF2-40B4-BE49-F238E27FC236}">
                    <a16:creationId xmlns:a16="http://schemas.microsoft.com/office/drawing/2014/main" id="{8F16A7E7-E64E-4B63-8C6A-D60E02099C9E}"/>
                  </a:ext>
                </a:extLst>
              </p:cNvPr>
              <p:cNvSpPr>
                <a:spLocks noChangeShapeType="1"/>
              </p:cNvSpPr>
              <p:nvPr userDrawn="1"/>
            </p:nvSpPr>
            <p:spPr bwMode="gray">
              <a:xfrm>
                <a:off x="166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6" name="Line 55">
                <a:extLst>
                  <a:ext uri="{FF2B5EF4-FFF2-40B4-BE49-F238E27FC236}">
                    <a16:creationId xmlns:a16="http://schemas.microsoft.com/office/drawing/2014/main" id="{BB4ADB1C-5521-4AAE-BE56-63495209F4D9}"/>
                  </a:ext>
                </a:extLst>
              </p:cNvPr>
              <p:cNvSpPr>
                <a:spLocks noChangeShapeType="1"/>
              </p:cNvSpPr>
              <p:nvPr userDrawn="1"/>
            </p:nvSpPr>
            <p:spPr bwMode="gray">
              <a:xfrm>
                <a:off x="17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7" name="Line 56">
                <a:extLst>
                  <a:ext uri="{FF2B5EF4-FFF2-40B4-BE49-F238E27FC236}">
                    <a16:creationId xmlns:a16="http://schemas.microsoft.com/office/drawing/2014/main" id="{56E84D4A-F1E9-4FD8-BADE-6C1C58E051BB}"/>
                  </a:ext>
                </a:extLst>
              </p:cNvPr>
              <p:cNvSpPr>
                <a:spLocks noChangeShapeType="1"/>
              </p:cNvSpPr>
              <p:nvPr userDrawn="1"/>
            </p:nvSpPr>
            <p:spPr bwMode="gray">
              <a:xfrm>
                <a:off x="18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8" name="Line 57">
                <a:extLst>
                  <a:ext uri="{FF2B5EF4-FFF2-40B4-BE49-F238E27FC236}">
                    <a16:creationId xmlns:a16="http://schemas.microsoft.com/office/drawing/2014/main" id="{28A47782-112E-4349-AF86-304B51860C11}"/>
                  </a:ext>
                </a:extLst>
              </p:cNvPr>
              <p:cNvSpPr>
                <a:spLocks noChangeShapeType="1"/>
              </p:cNvSpPr>
              <p:nvPr userDrawn="1"/>
            </p:nvSpPr>
            <p:spPr bwMode="gray">
              <a:xfrm>
                <a:off x="19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09" name="Line 58">
                <a:extLst>
                  <a:ext uri="{FF2B5EF4-FFF2-40B4-BE49-F238E27FC236}">
                    <a16:creationId xmlns:a16="http://schemas.microsoft.com/office/drawing/2014/main" id="{C9269CD0-0C01-4718-A1BF-E184D0B431C1}"/>
                  </a:ext>
                </a:extLst>
              </p:cNvPr>
              <p:cNvSpPr>
                <a:spLocks noChangeShapeType="1"/>
              </p:cNvSpPr>
              <p:nvPr userDrawn="1"/>
            </p:nvSpPr>
            <p:spPr bwMode="gray">
              <a:xfrm>
                <a:off x="203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0" name="Line 59">
                <a:extLst>
                  <a:ext uri="{FF2B5EF4-FFF2-40B4-BE49-F238E27FC236}">
                    <a16:creationId xmlns:a16="http://schemas.microsoft.com/office/drawing/2014/main" id="{FB0A18BD-869C-4571-AC9B-2E2C375B4B5B}"/>
                  </a:ext>
                </a:extLst>
              </p:cNvPr>
              <p:cNvSpPr>
                <a:spLocks noChangeShapeType="1"/>
              </p:cNvSpPr>
              <p:nvPr userDrawn="1"/>
            </p:nvSpPr>
            <p:spPr bwMode="gray">
              <a:xfrm>
                <a:off x="212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1" name="Line 60">
                <a:extLst>
                  <a:ext uri="{FF2B5EF4-FFF2-40B4-BE49-F238E27FC236}">
                    <a16:creationId xmlns:a16="http://schemas.microsoft.com/office/drawing/2014/main" id="{0B16C8CD-87CB-4707-9F47-3BACD6BC1EEB}"/>
                  </a:ext>
                </a:extLst>
              </p:cNvPr>
              <p:cNvSpPr>
                <a:spLocks noChangeShapeType="1"/>
              </p:cNvSpPr>
              <p:nvPr userDrawn="1"/>
            </p:nvSpPr>
            <p:spPr bwMode="gray">
              <a:xfrm>
                <a:off x="221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2" name="Line 61">
                <a:extLst>
                  <a:ext uri="{FF2B5EF4-FFF2-40B4-BE49-F238E27FC236}">
                    <a16:creationId xmlns:a16="http://schemas.microsoft.com/office/drawing/2014/main" id="{01C9D216-7F00-43C6-94BF-4C7074221FD7}"/>
                  </a:ext>
                </a:extLst>
              </p:cNvPr>
              <p:cNvSpPr>
                <a:spLocks noChangeShapeType="1"/>
              </p:cNvSpPr>
              <p:nvPr userDrawn="1"/>
            </p:nvSpPr>
            <p:spPr bwMode="gray">
              <a:xfrm>
                <a:off x="230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3" name="Line 62">
                <a:extLst>
                  <a:ext uri="{FF2B5EF4-FFF2-40B4-BE49-F238E27FC236}">
                    <a16:creationId xmlns:a16="http://schemas.microsoft.com/office/drawing/2014/main" id="{5716BAD7-9E9D-4B9D-A3DD-02FF4DA00F39}"/>
                  </a:ext>
                </a:extLst>
              </p:cNvPr>
              <p:cNvSpPr>
                <a:spLocks noChangeShapeType="1"/>
              </p:cNvSpPr>
              <p:nvPr userDrawn="1"/>
            </p:nvSpPr>
            <p:spPr bwMode="gray">
              <a:xfrm>
                <a:off x="239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4" name="Line 63">
                <a:extLst>
                  <a:ext uri="{FF2B5EF4-FFF2-40B4-BE49-F238E27FC236}">
                    <a16:creationId xmlns:a16="http://schemas.microsoft.com/office/drawing/2014/main" id="{B4253F7E-C854-48EF-89A8-251D20266D62}"/>
                  </a:ext>
                </a:extLst>
              </p:cNvPr>
              <p:cNvSpPr>
                <a:spLocks noChangeShapeType="1"/>
              </p:cNvSpPr>
              <p:nvPr userDrawn="1"/>
            </p:nvSpPr>
            <p:spPr bwMode="gray">
              <a:xfrm>
                <a:off x="248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5" name="Line 64">
                <a:extLst>
                  <a:ext uri="{FF2B5EF4-FFF2-40B4-BE49-F238E27FC236}">
                    <a16:creationId xmlns:a16="http://schemas.microsoft.com/office/drawing/2014/main" id="{8ADF6F4A-6766-441D-8C8E-76063118DFAC}"/>
                  </a:ext>
                </a:extLst>
              </p:cNvPr>
              <p:cNvSpPr>
                <a:spLocks noChangeShapeType="1"/>
              </p:cNvSpPr>
              <p:nvPr userDrawn="1"/>
            </p:nvSpPr>
            <p:spPr bwMode="gray">
              <a:xfrm>
                <a:off x="257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6" name="Line 65">
                <a:extLst>
                  <a:ext uri="{FF2B5EF4-FFF2-40B4-BE49-F238E27FC236}">
                    <a16:creationId xmlns:a16="http://schemas.microsoft.com/office/drawing/2014/main" id="{9FA0D8A5-C544-44E1-9731-17D0AC3D5334}"/>
                  </a:ext>
                </a:extLst>
              </p:cNvPr>
              <p:cNvSpPr>
                <a:spLocks noChangeShapeType="1"/>
              </p:cNvSpPr>
              <p:nvPr userDrawn="1"/>
            </p:nvSpPr>
            <p:spPr bwMode="gray">
              <a:xfrm>
                <a:off x="266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7" name="Line 66">
                <a:extLst>
                  <a:ext uri="{FF2B5EF4-FFF2-40B4-BE49-F238E27FC236}">
                    <a16:creationId xmlns:a16="http://schemas.microsoft.com/office/drawing/2014/main" id="{FC7C4E6E-99BA-424E-95DA-3C5065013810}"/>
                  </a:ext>
                </a:extLst>
              </p:cNvPr>
              <p:cNvSpPr>
                <a:spLocks noChangeShapeType="1"/>
              </p:cNvSpPr>
              <p:nvPr userDrawn="1"/>
            </p:nvSpPr>
            <p:spPr bwMode="gray">
              <a:xfrm>
                <a:off x="275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8" name="Line 67">
                <a:extLst>
                  <a:ext uri="{FF2B5EF4-FFF2-40B4-BE49-F238E27FC236}">
                    <a16:creationId xmlns:a16="http://schemas.microsoft.com/office/drawing/2014/main" id="{216EF426-6D65-4C0E-A8A6-BF0F97D6FE1B}"/>
                  </a:ext>
                </a:extLst>
              </p:cNvPr>
              <p:cNvSpPr>
                <a:spLocks noChangeShapeType="1"/>
              </p:cNvSpPr>
              <p:nvPr userDrawn="1"/>
            </p:nvSpPr>
            <p:spPr bwMode="gray">
              <a:xfrm>
                <a:off x="284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19" name="Line 68">
                <a:extLst>
                  <a:ext uri="{FF2B5EF4-FFF2-40B4-BE49-F238E27FC236}">
                    <a16:creationId xmlns:a16="http://schemas.microsoft.com/office/drawing/2014/main" id="{E90884EC-BC4B-4501-8477-92E100CB9DB2}"/>
                  </a:ext>
                </a:extLst>
              </p:cNvPr>
              <p:cNvSpPr>
                <a:spLocks noChangeShapeType="1"/>
              </p:cNvSpPr>
              <p:nvPr userDrawn="1"/>
            </p:nvSpPr>
            <p:spPr bwMode="gray">
              <a:xfrm>
                <a:off x="293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0" name="Line 69">
                <a:extLst>
                  <a:ext uri="{FF2B5EF4-FFF2-40B4-BE49-F238E27FC236}">
                    <a16:creationId xmlns:a16="http://schemas.microsoft.com/office/drawing/2014/main" id="{35CF83F6-A76B-4F72-93D6-F1E971B3AAEA}"/>
                  </a:ext>
                </a:extLst>
              </p:cNvPr>
              <p:cNvSpPr>
                <a:spLocks noChangeShapeType="1"/>
              </p:cNvSpPr>
              <p:nvPr userDrawn="1"/>
            </p:nvSpPr>
            <p:spPr bwMode="gray">
              <a:xfrm>
                <a:off x="302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1" name="Line 70">
                <a:extLst>
                  <a:ext uri="{FF2B5EF4-FFF2-40B4-BE49-F238E27FC236}">
                    <a16:creationId xmlns:a16="http://schemas.microsoft.com/office/drawing/2014/main" id="{982CCB9E-C68C-4AE3-A32A-D87991A6D44B}"/>
                  </a:ext>
                </a:extLst>
              </p:cNvPr>
              <p:cNvSpPr>
                <a:spLocks noChangeShapeType="1"/>
              </p:cNvSpPr>
              <p:nvPr userDrawn="1"/>
            </p:nvSpPr>
            <p:spPr bwMode="gray">
              <a:xfrm>
                <a:off x="320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2" name="Line 71">
                <a:extLst>
                  <a:ext uri="{FF2B5EF4-FFF2-40B4-BE49-F238E27FC236}">
                    <a16:creationId xmlns:a16="http://schemas.microsoft.com/office/drawing/2014/main" id="{12686BC7-DE8C-4C0E-99AF-684D31457314}"/>
                  </a:ext>
                </a:extLst>
              </p:cNvPr>
              <p:cNvSpPr>
                <a:spLocks noChangeShapeType="1"/>
              </p:cNvSpPr>
              <p:nvPr userDrawn="1"/>
            </p:nvSpPr>
            <p:spPr bwMode="gray">
              <a:xfrm>
                <a:off x="329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3" name="Line 72">
                <a:extLst>
                  <a:ext uri="{FF2B5EF4-FFF2-40B4-BE49-F238E27FC236}">
                    <a16:creationId xmlns:a16="http://schemas.microsoft.com/office/drawing/2014/main" id="{8D840C01-8FB4-4F48-842E-B5D84AB65F33}"/>
                  </a:ext>
                </a:extLst>
              </p:cNvPr>
              <p:cNvSpPr>
                <a:spLocks noChangeShapeType="1"/>
              </p:cNvSpPr>
              <p:nvPr userDrawn="1"/>
            </p:nvSpPr>
            <p:spPr bwMode="gray">
              <a:xfrm>
                <a:off x="339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4" name="Line 73">
                <a:extLst>
                  <a:ext uri="{FF2B5EF4-FFF2-40B4-BE49-F238E27FC236}">
                    <a16:creationId xmlns:a16="http://schemas.microsoft.com/office/drawing/2014/main" id="{4F79B69E-9A71-4947-9392-482ECD0E4C2C}"/>
                  </a:ext>
                </a:extLst>
              </p:cNvPr>
              <p:cNvSpPr>
                <a:spLocks noChangeShapeType="1"/>
              </p:cNvSpPr>
              <p:nvPr userDrawn="1"/>
            </p:nvSpPr>
            <p:spPr bwMode="gray">
              <a:xfrm>
                <a:off x="348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5" name="Line 74">
                <a:extLst>
                  <a:ext uri="{FF2B5EF4-FFF2-40B4-BE49-F238E27FC236}">
                    <a16:creationId xmlns:a16="http://schemas.microsoft.com/office/drawing/2014/main" id="{6AA06B80-DA27-4351-8D8B-99943D940EBB}"/>
                  </a:ext>
                </a:extLst>
              </p:cNvPr>
              <p:cNvSpPr>
                <a:spLocks noChangeShapeType="1"/>
              </p:cNvSpPr>
              <p:nvPr userDrawn="1"/>
            </p:nvSpPr>
            <p:spPr bwMode="gray">
              <a:xfrm>
                <a:off x="357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6" name="Line 75">
                <a:extLst>
                  <a:ext uri="{FF2B5EF4-FFF2-40B4-BE49-F238E27FC236}">
                    <a16:creationId xmlns:a16="http://schemas.microsoft.com/office/drawing/2014/main" id="{DC28F39A-427E-484B-8A8F-DF92186E73D6}"/>
                  </a:ext>
                </a:extLst>
              </p:cNvPr>
              <p:cNvSpPr>
                <a:spLocks noChangeShapeType="1"/>
              </p:cNvSpPr>
              <p:nvPr userDrawn="1"/>
            </p:nvSpPr>
            <p:spPr bwMode="gray">
              <a:xfrm>
                <a:off x="366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7" name="Line 76">
                <a:extLst>
                  <a:ext uri="{FF2B5EF4-FFF2-40B4-BE49-F238E27FC236}">
                    <a16:creationId xmlns:a16="http://schemas.microsoft.com/office/drawing/2014/main" id="{9866C15D-C71B-4658-AD82-5A8895228BC5}"/>
                  </a:ext>
                </a:extLst>
              </p:cNvPr>
              <p:cNvSpPr>
                <a:spLocks noChangeShapeType="1"/>
              </p:cNvSpPr>
              <p:nvPr userDrawn="1"/>
            </p:nvSpPr>
            <p:spPr bwMode="gray">
              <a:xfrm>
                <a:off x="375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8" name="Line 77">
                <a:extLst>
                  <a:ext uri="{FF2B5EF4-FFF2-40B4-BE49-F238E27FC236}">
                    <a16:creationId xmlns:a16="http://schemas.microsoft.com/office/drawing/2014/main" id="{DCE47649-69BC-4D1F-A204-0D065FAB3C3E}"/>
                  </a:ext>
                </a:extLst>
              </p:cNvPr>
              <p:cNvSpPr>
                <a:spLocks noChangeShapeType="1"/>
              </p:cNvSpPr>
              <p:nvPr userDrawn="1"/>
            </p:nvSpPr>
            <p:spPr bwMode="gray">
              <a:xfrm>
                <a:off x="384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29" name="Line 78">
                <a:extLst>
                  <a:ext uri="{FF2B5EF4-FFF2-40B4-BE49-F238E27FC236}">
                    <a16:creationId xmlns:a16="http://schemas.microsoft.com/office/drawing/2014/main" id="{B30EB0BA-FB35-4524-B9AD-10AC6FC8DF95}"/>
                  </a:ext>
                </a:extLst>
              </p:cNvPr>
              <p:cNvSpPr>
                <a:spLocks noChangeShapeType="1"/>
              </p:cNvSpPr>
              <p:nvPr userDrawn="1"/>
            </p:nvSpPr>
            <p:spPr bwMode="gray">
              <a:xfrm>
                <a:off x="393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0" name="Line 79">
                <a:extLst>
                  <a:ext uri="{FF2B5EF4-FFF2-40B4-BE49-F238E27FC236}">
                    <a16:creationId xmlns:a16="http://schemas.microsoft.com/office/drawing/2014/main" id="{A86A07CA-0C99-4BC7-86A3-107CAA3AF854}"/>
                  </a:ext>
                </a:extLst>
              </p:cNvPr>
              <p:cNvSpPr>
                <a:spLocks noChangeShapeType="1"/>
              </p:cNvSpPr>
              <p:nvPr userDrawn="1"/>
            </p:nvSpPr>
            <p:spPr bwMode="gray">
              <a:xfrm>
                <a:off x="402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1" name="Line 80">
                <a:extLst>
                  <a:ext uri="{FF2B5EF4-FFF2-40B4-BE49-F238E27FC236}">
                    <a16:creationId xmlns:a16="http://schemas.microsoft.com/office/drawing/2014/main" id="{69998638-33EF-47AE-A4E1-70945400B2B4}"/>
                  </a:ext>
                </a:extLst>
              </p:cNvPr>
              <p:cNvSpPr>
                <a:spLocks noChangeShapeType="1"/>
              </p:cNvSpPr>
              <p:nvPr userDrawn="1"/>
            </p:nvSpPr>
            <p:spPr bwMode="gray">
              <a:xfrm>
                <a:off x="411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2" name="Line 81">
                <a:extLst>
                  <a:ext uri="{FF2B5EF4-FFF2-40B4-BE49-F238E27FC236}">
                    <a16:creationId xmlns:a16="http://schemas.microsoft.com/office/drawing/2014/main" id="{2CE5E282-DFBB-48EE-8B85-C7836083C670}"/>
                  </a:ext>
                </a:extLst>
              </p:cNvPr>
              <p:cNvSpPr>
                <a:spLocks noChangeShapeType="1"/>
              </p:cNvSpPr>
              <p:nvPr userDrawn="1"/>
            </p:nvSpPr>
            <p:spPr bwMode="gray">
              <a:xfrm>
                <a:off x="420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3" name="Line 82">
                <a:extLst>
                  <a:ext uri="{FF2B5EF4-FFF2-40B4-BE49-F238E27FC236}">
                    <a16:creationId xmlns:a16="http://schemas.microsoft.com/office/drawing/2014/main" id="{EB49FD57-6D87-44F9-A07B-181F00A6B29D}"/>
                  </a:ext>
                </a:extLst>
              </p:cNvPr>
              <p:cNvSpPr>
                <a:spLocks noChangeShapeType="1"/>
              </p:cNvSpPr>
              <p:nvPr userDrawn="1"/>
            </p:nvSpPr>
            <p:spPr bwMode="gray">
              <a:xfrm>
                <a:off x="42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4" name="Line 83">
                <a:extLst>
                  <a:ext uri="{FF2B5EF4-FFF2-40B4-BE49-F238E27FC236}">
                    <a16:creationId xmlns:a16="http://schemas.microsoft.com/office/drawing/2014/main" id="{6B10C213-A150-4580-92C3-FDB132F9E33E}"/>
                  </a:ext>
                </a:extLst>
              </p:cNvPr>
              <p:cNvSpPr>
                <a:spLocks noChangeShapeType="1"/>
              </p:cNvSpPr>
              <p:nvPr userDrawn="1"/>
            </p:nvSpPr>
            <p:spPr bwMode="gray">
              <a:xfrm>
                <a:off x="438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5" name="Line 84">
                <a:extLst>
                  <a:ext uri="{FF2B5EF4-FFF2-40B4-BE49-F238E27FC236}">
                    <a16:creationId xmlns:a16="http://schemas.microsoft.com/office/drawing/2014/main" id="{86C70A79-8BDE-4D73-B5E9-B8907A600392}"/>
                  </a:ext>
                </a:extLst>
              </p:cNvPr>
              <p:cNvSpPr>
                <a:spLocks noChangeShapeType="1"/>
              </p:cNvSpPr>
              <p:nvPr userDrawn="1"/>
            </p:nvSpPr>
            <p:spPr bwMode="gray">
              <a:xfrm>
                <a:off x="447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6" name="Line 85">
                <a:extLst>
                  <a:ext uri="{FF2B5EF4-FFF2-40B4-BE49-F238E27FC236}">
                    <a16:creationId xmlns:a16="http://schemas.microsoft.com/office/drawing/2014/main" id="{D9184D26-49D5-42BB-B4B0-90BBEA73B6AE}"/>
                  </a:ext>
                </a:extLst>
              </p:cNvPr>
              <p:cNvSpPr>
                <a:spLocks noChangeShapeType="1"/>
              </p:cNvSpPr>
              <p:nvPr userDrawn="1"/>
            </p:nvSpPr>
            <p:spPr bwMode="gray">
              <a:xfrm>
                <a:off x="456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7" name="Line 86">
                <a:extLst>
                  <a:ext uri="{FF2B5EF4-FFF2-40B4-BE49-F238E27FC236}">
                    <a16:creationId xmlns:a16="http://schemas.microsoft.com/office/drawing/2014/main" id="{94FB2450-C6CF-472C-AD5C-AC399FD15931}"/>
                  </a:ext>
                </a:extLst>
              </p:cNvPr>
              <p:cNvSpPr>
                <a:spLocks noChangeShapeType="1"/>
              </p:cNvSpPr>
              <p:nvPr userDrawn="1"/>
            </p:nvSpPr>
            <p:spPr bwMode="gray">
              <a:xfrm>
                <a:off x="466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8" name="Line 87">
                <a:extLst>
                  <a:ext uri="{FF2B5EF4-FFF2-40B4-BE49-F238E27FC236}">
                    <a16:creationId xmlns:a16="http://schemas.microsoft.com/office/drawing/2014/main" id="{23B736AB-EF16-4084-BB05-FA4F7CA51375}"/>
                  </a:ext>
                </a:extLst>
              </p:cNvPr>
              <p:cNvSpPr>
                <a:spLocks noChangeShapeType="1"/>
              </p:cNvSpPr>
              <p:nvPr userDrawn="1"/>
            </p:nvSpPr>
            <p:spPr bwMode="gray">
              <a:xfrm>
                <a:off x="4751"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39" name="Line 88">
                <a:extLst>
                  <a:ext uri="{FF2B5EF4-FFF2-40B4-BE49-F238E27FC236}">
                    <a16:creationId xmlns:a16="http://schemas.microsoft.com/office/drawing/2014/main" id="{78A4E065-A5B6-4B3B-94F2-546600D4CC83}"/>
                  </a:ext>
                </a:extLst>
              </p:cNvPr>
              <p:cNvSpPr>
                <a:spLocks noChangeShapeType="1"/>
              </p:cNvSpPr>
              <p:nvPr userDrawn="1"/>
            </p:nvSpPr>
            <p:spPr bwMode="gray">
              <a:xfrm>
                <a:off x="484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0" name="Line 89">
                <a:extLst>
                  <a:ext uri="{FF2B5EF4-FFF2-40B4-BE49-F238E27FC236}">
                    <a16:creationId xmlns:a16="http://schemas.microsoft.com/office/drawing/2014/main" id="{5B02E642-7BEA-4234-8869-BE7B4E082FD7}"/>
                  </a:ext>
                </a:extLst>
              </p:cNvPr>
              <p:cNvSpPr>
                <a:spLocks noChangeShapeType="1"/>
              </p:cNvSpPr>
              <p:nvPr userDrawn="1"/>
            </p:nvSpPr>
            <p:spPr bwMode="gray">
              <a:xfrm>
                <a:off x="4932"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1" name="Line 90">
                <a:extLst>
                  <a:ext uri="{FF2B5EF4-FFF2-40B4-BE49-F238E27FC236}">
                    <a16:creationId xmlns:a16="http://schemas.microsoft.com/office/drawing/2014/main" id="{4F200715-13C6-4E46-82EC-5B22A29FA332}"/>
                  </a:ext>
                </a:extLst>
              </p:cNvPr>
              <p:cNvSpPr>
                <a:spLocks noChangeShapeType="1"/>
              </p:cNvSpPr>
              <p:nvPr userDrawn="1"/>
            </p:nvSpPr>
            <p:spPr bwMode="gray">
              <a:xfrm>
                <a:off x="5023"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2" name="Line 91">
                <a:extLst>
                  <a:ext uri="{FF2B5EF4-FFF2-40B4-BE49-F238E27FC236}">
                    <a16:creationId xmlns:a16="http://schemas.microsoft.com/office/drawing/2014/main" id="{4F522F88-79A1-4165-A5C0-BA74926EBDA0}"/>
                  </a:ext>
                </a:extLst>
              </p:cNvPr>
              <p:cNvSpPr>
                <a:spLocks noChangeShapeType="1"/>
              </p:cNvSpPr>
              <p:nvPr userDrawn="1"/>
            </p:nvSpPr>
            <p:spPr bwMode="gray">
              <a:xfrm>
                <a:off x="511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3" name="Line 92">
                <a:extLst>
                  <a:ext uri="{FF2B5EF4-FFF2-40B4-BE49-F238E27FC236}">
                    <a16:creationId xmlns:a16="http://schemas.microsoft.com/office/drawing/2014/main" id="{8BD23F53-9F23-4AC4-B6AF-BD759C0FF15F}"/>
                  </a:ext>
                </a:extLst>
              </p:cNvPr>
              <p:cNvSpPr>
                <a:spLocks noChangeShapeType="1"/>
              </p:cNvSpPr>
              <p:nvPr userDrawn="1"/>
            </p:nvSpPr>
            <p:spPr bwMode="gray">
              <a:xfrm>
                <a:off x="5204"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4" name="Line 93">
                <a:extLst>
                  <a:ext uri="{FF2B5EF4-FFF2-40B4-BE49-F238E27FC236}">
                    <a16:creationId xmlns:a16="http://schemas.microsoft.com/office/drawing/2014/main" id="{66011FE9-9B5A-4496-86BB-59B16F52D83B}"/>
                  </a:ext>
                </a:extLst>
              </p:cNvPr>
              <p:cNvSpPr>
                <a:spLocks noChangeShapeType="1"/>
              </p:cNvSpPr>
              <p:nvPr userDrawn="1"/>
            </p:nvSpPr>
            <p:spPr bwMode="gray">
              <a:xfrm>
                <a:off x="5295"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5" name="Line 94">
                <a:extLst>
                  <a:ext uri="{FF2B5EF4-FFF2-40B4-BE49-F238E27FC236}">
                    <a16:creationId xmlns:a16="http://schemas.microsoft.com/office/drawing/2014/main" id="{0999BC4C-BD36-44BD-844F-4083EFD92CB6}"/>
                  </a:ext>
                </a:extLst>
              </p:cNvPr>
              <p:cNvSpPr>
                <a:spLocks noChangeShapeType="1"/>
              </p:cNvSpPr>
              <p:nvPr userDrawn="1"/>
            </p:nvSpPr>
            <p:spPr bwMode="gray">
              <a:xfrm>
                <a:off x="5386"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6" name="Line 95">
                <a:extLst>
                  <a:ext uri="{FF2B5EF4-FFF2-40B4-BE49-F238E27FC236}">
                    <a16:creationId xmlns:a16="http://schemas.microsoft.com/office/drawing/2014/main" id="{2C4EA8B6-D2C4-4C49-818E-344FA17341CA}"/>
                  </a:ext>
                </a:extLst>
              </p:cNvPr>
              <p:cNvSpPr>
                <a:spLocks noChangeShapeType="1"/>
              </p:cNvSpPr>
              <p:nvPr userDrawn="1"/>
            </p:nvSpPr>
            <p:spPr bwMode="gray">
              <a:xfrm>
                <a:off x="547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7" name="Line 96">
                <a:extLst>
                  <a:ext uri="{FF2B5EF4-FFF2-40B4-BE49-F238E27FC236}">
                    <a16:creationId xmlns:a16="http://schemas.microsoft.com/office/drawing/2014/main" id="{13AB51D4-71AD-4AD6-BA5B-21CC8356EBDE}"/>
                  </a:ext>
                </a:extLst>
              </p:cNvPr>
              <p:cNvSpPr>
                <a:spLocks noChangeShapeType="1"/>
              </p:cNvSpPr>
              <p:nvPr userDrawn="1"/>
            </p:nvSpPr>
            <p:spPr bwMode="gray">
              <a:xfrm>
                <a:off x="556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8" name="Line 97">
                <a:extLst>
                  <a:ext uri="{FF2B5EF4-FFF2-40B4-BE49-F238E27FC236}">
                    <a16:creationId xmlns:a16="http://schemas.microsoft.com/office/drawing/2014/main" id="{E4760289-3ECE-4E1A-8F42-8D48ABB78B4E}"/>
                  </a:ext>
                </a:extLst>
              </p:cNvPr>
              <p:cNvSpPr>
                <a:spLocks noChangeShapeType="1"/>
              </p:cNvSpPr>
              <p:nvPr userDrawn="1"/>
            </p:nvSpPr>
            <p:spPr bwMode="gray">
              <a:xfrm>
                <a:off x="5658"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49" name="Line 98">
                <a:extLst>
                  <a:ext uri="{FF2B5EF4-FFF2-40B4-BE49-F238E27FC236}">
                    <a16:creationId xmlns:a16="http://schemas.microsoft.com/office/drawing/2014/main" id="{5CCFA9D0-7B30-42E4-9A0C-841EA4E58718}"/>
                  </a:ext>
                </a:extLst>
              </p:cNvPr>
              <p:cNvSpPr>
                <a:spLocks noChangeShapeType="1"/>
              </p:cNvSpPr>
              <p:nvPr userDrawn="1"/>
            </p:nvSpPr>
            <p:spPr bwMode="gray">
              <a:xfrm>
                <a:off x="5749"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0" name="Line 99">
                <a:extLst>
                  <a:ext uri="{FF2B5EF4-FFF2-40B4-BE49-F238E27FC236}">
                    <a16:creationId xmlns:a16="http://schemas.microsoft.com/office/drawing/2014/main" id="{D3430211-DAE8-46C1-99B1-0EB3366780CE}"/>
                  </a:ext>
                </a:extLst>
              </p:cNvPr>
              <p:cNvSpPr>
                <a:spLocks noChangeShapeType="1"/>
              </p:cNvSpPr>
              <p:nvPr userDrawn="1"/>
            </p:nvSpPr>
            <p:spPr bwMode="gray">
              <a:xfrm>
                <a:off x="397"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3151" name="Line 100">
                <a:extLst>
                  <a:ext uri="{FF2B5EF4-FFF2-40B4-BE49-F238E27FC236}">
                    <a16:creationId xmlns:a16="http://schemas.microsoft.com/office/drawing/2014/main" id="{D993B2D3-0F7D-431A-ABEC-FC7E878CBB3D}"/>
                  </a:ext>
                </a:extLst>
              </p:cNvPr>
              <p:cNvSpPr>
                <a:spLocks noChangeShapeType="1"/>
              </p:cNvSpPr>
              <p:nvPr userDrawn="1"/>
            </p:nvSpPr>
            <p:spPr bwMode="gray">
              <a:xfrm>
                <a:off x="5840" y="737"/>
                <a:ext cx="0" cy="344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pSp>
      </p:grpSp>
    </p:spTree>
    <p:extLst>
      <p:ext uri="{BB962C8B-B14F-4D97-AF65-F5344CB8AC3E}">
        <p14:creationId xmlns:p14="http://schemas.microsoft.com/office/powerpoint/2010/main" val="441716554"/>
      </p:ext>
    </p:extLst>
  </p:cSld>
  <p:clrMap bg1="lt1" tx1="dk1" bg2="lt2" tx2="dk2" accent1="accent1" accent2="accent2" accent3="accent3" accent4="accent4" accent5="accent5" accent6="accent6" hlink="hlink" folHlink="folHlink"/>
  <p:sldLayoutIdLst>
    <p:sldLayoutId id="2147488131" r:id="rId1"/>
    <p:sldLayoutId id="2147488132" r:id="rId2"/>
    <p:sldLayoutId id="2147488133" r:id="rId3"/>
    <p:sldLayoutId id="2147488134" r:id="rId4"/>
    <p:sldLayoutId id="2147488135" r:id="rId5"/>
    <p:sldLayoutId id="2147488136" r:id="rId6"/>
  </p:sldLayoutIdLst>
  <p:hf hdr="0" ftr="0" dt="0"/>
  <p:txStyles>
    <p:titleStyle>
      <a:lvl1pPr algn="l" defTabSz="987425" rtl="0" eaLnBrk="0" fontAlgn="base" hangingPunct="0">
        <a:spcBef>
          <a:spcPct val="0"/>
        </a:spcBef>
        <a:spcAft>
          <a:spcPct val="0"/>
        </a:spcAft>
        <a:defRPr kumimoji="1" lang="ja-JP" altLang="en-US" sz="2400" b="1" kern="1200">
          <a:solidFill>
            <a:srgbClr val="000000"/>
          </a:solidFill>
          <a:latin typeface="ＭＳ Ｐゴシック" pitchFamily="50" charset="-128"/>
          <a:ea typeface="ＭＳ Ｐゴシック" pitchFamily="50" charset="-128"/>
          <a:cs typeface="+mj-cs"/>
        </a:defRPr>
      </a:lvl1pPr>
      <a:lvl2pPr algn="l" defTabSz="987425" rtl="0" eaLnBrk="0" fontAlgn="base" hangingPunct="0">
        <a:spcBef>
          <a:spcPct val="0"/>
        </a:spcBef>
        <a:spcAft>
          <a:spcPct val="0"/>
        </a:spcAft>
        <a:defRPr kumimoji="1" sz="2400" b="1">
          <a:solidFill>
            <a:srgbClr val="000000"/>
          </a:solidFill>
          <a:latin typeface="ＭＳ Ｐゴシック" charset="-128"/>
          <a:ea typeface="ＭＳ Ｐゴシック" charset="-128"/>
        </a:defRPr>
      </a:lvl2pPr>
      <a:lvl3pPr algn="l" defTabSz="987425" rtl="0" eaLnBrk="0" fontAlgn="base" hangingPunct="0">
        <a:spcBef>
          <a:spcPct val="0"/>
        </a:spcBef>
        <a:spcAft>
          <a:spcPct val="0"/>
        </a:spcAft>
        <a:defRPr kumimoji="1" sz="2400" b="1">
          <a:solidFill>
            <a:srgbClr val="000000"/>
          </a:solidFill>
          <a:latin typeface="ＭＳ Ｐゴシック" charset="-128"/>
          <a:ea typeface="ＭＳ Ｐゴシック" charset="-128"/>
        </a:defRPr>
      </a:lvl3pPr>
      <a:lvl4pPr algn="l" defTabSz="987425" rtl="0" eaLnBrk="0" fontAlgn="base" hangingPunct="0">
        <a:spcBef>
          <a:spcPct val="0"/>
        </a:spcBef>
        <a:spcAft>
          <a:spcPct val="0"/>
        </a:spcAft>
        <a:defRPr kumimoji="1" sz="2400" b="1">
          <a:solidFill>
            <a:srgbClr val="000000"/>
          </a:solidFill>
          <a:latin typeface="ＭＳ Ｐゴシック" charset="-128"/>
          <a:ea typeface="ＭＳ Ｐゴシック" charset="-128"/>
        </a:defRPr>
      </a:lvl4pPr>
      <a:lvl5pPr algn="l" defTabSz="987425" rtl="0" eaLnBrk="0" fontAlgn="base" hangingPunct="0">
        <a:spcBef>
          <a:spcPct val="0"/>
        </a:spcBef>
        <a:spcAft>
          <a:spcPct val="0"/>
        </a:spcAft>
        <a:defRPr kumimoji="1" sz="2400" b="1">
          <a:solidFill>
            <a:srgbClr val="000000"/>
          </a:solidFill>
          <a:latin typeface="ＭＳ Ｐゴシック" charset="-128"/>
          <a:ea typeface="ＭＳ Ｐゴシック" charset="-128"/>
        </a:defRPr>
      </a:lvl5pPr>
      <a:lvl6pPr marL="457429"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6pPr>
      <a:lvl7pPr marL="914857"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7pPr>
      <a:lvl8pPr marL="1372286"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8pPr>
      <a:lvl9pPr marL="1829714" algn="l" defTabSz="987919" rtl="0" eaLnBrk="1" fontAlgn="base" hangingPunct="1">
        <a:spcBef>
          <a:spcPct val="0"/>
        </a:spcBef>
        <a:spcAft>
          <a:spcPct val="0"/>
        </a:spcAft>
        <a:defRPr kumimoji="1" sz="2401" b="1">
          <a:solidFill>
            <a:srgbClr val="000000"/>
          </a:solidFill>
          <a:latin typeface="ＭＳ Ｐゴシック" charset="-128"/>
          <a:ea typeface="ＭＳ Ｐゴシック" charset="-128"/>
        </a:defRPr>
      </a:lvl9pPr>
    </p:titleStyle>
    <p:bodyStyle>
      <a:lvl1pPr marL="200025" indent="-200025" algn="l" defTabSz="987425" rtl="0" eaLnBrk="0" fontAlgn="ctr" hangingPunct="0">
        <a:lnSpc>
          <a:spcPct val="125000"/>
        </a:lnSpc>
        <a:spcBef>
          <a:spcPts val="1350"/>
        </a:spcBef>
        <a:spcAft>
          <a:spcPct val="0"/>
        </a:spcAft>
        <a:buClr>
          <a:srgbClr val="004831"/>
        </a:buClr>
        <a:buFont typeface="Wingdings" panose="05000000000000000000" pitchFamily="2" charset="2"/>
        <a:buChar char="l"/>
        <a:defRPr kumimoji="1" lang="ja-JP" altLang="en-US" sz="1400" kern="1200" dirty="0">
          <a:solidFill>
            <a:srgbClr val="000000"/>
          </a:solidFill>
          <a:latin typeface="ＭＳ Ｐゴシック" pitchFamily="50" charset="-128"/>
          <a:ea typeface="ＭＳ Ｐゴシック" pitchFamily="50" charset="-128"/>
          <a:cs typeface="+mn-cs"/>
        </a:defRPr>
      </a:lvl1pPr>
      <a:lvl2pPr marL="420688" indent="-182563" algn="l" defTabSz="987425" rtl="0" eaLnBrk="0" fontAlgn="ctr" hangingPunct="0">
        <a:lnSpc>
          <a:spcPct val="125000"/>
        </a:lnSpc>
        <a:spcBef>
          <a:spcPct val="20000"/>
        </a:spcBef>
        <a:spcAft>
          <a:spcPct val="0"/>
        </a:spcAft>
        <a:buClr>
          <a:srgbClr val="C4D700"/>
        </a:buClr>
        <a:buSzPct val="90000"/>
        <a:buFont typeface="Wingdings" panose="05000000000000000000" pitchFamily="2" charset="2"/>
        <a:buChar char="l"/>
        <a:defRPr kumimoji="1" lang="ja-JP" altLang="en-US" sz="1200" kern="1200" dirty="0">
          <a:solidFill>
            <a:srgbClr val="000000"/>
          </a:solidFill>
          <a:latin typeface="ＭＳ Ｐゴシック" pitchFamily="50" charset="-128"/>
          <a:ea typeface="ＭＳ Ｐゴシック" pitchFamily="50" charset="-128"/>
          <a:cs typeface="+mn-cs"/>
        </a:defRPr>
      </a:lvl2pPr>
      <a:lvl3pPr marL="420688" algn="l" defTabSz="987425" rtl="0" eaLnBrk="0" fontAlgn="ctr" hangingPunct="0">
        <a:lnSpc>
          <a:spcPct val="125000"/>
        </a:lnSpc>
        <a:spcBef>
          <a:spcPts val="288"/>
        </a:spcBef>
        <a:spcAft>
          <a:spcPct val="0"/>
        </a:spcAft>
        <a:defRPr kumimoji="1" lang="ja-JP" altLang="en-US" sz="1200" kern="1200" dirty="0">
          <a:solidFill>
            <a:srgbClr val="000000"/>
          </a:solidFill>
          <a:latin typeface="ＭＳ Ｐゴシック" pitchFamily="50" charset="-128"/>
          <a:ea typeface="ＭＳ Ｐゴシック" pitchFamily="50" charset="-128"/>
          <a:cs typeface="+mn-cs"/>
        </a:defRPr>
      </a:lvl3pPr>
      <a:lvl4pPr marL="603250" indent="-128588" algn="l" defTabSz="987425" rtl="0" eaLnBrk="0" fontAlgn="ctr" hangingPunct="0">
        <a:lnSpc>
          <a:spcPct val="125000"/>
        </a:lnSpc>
        <a:spcBef>
          <a:spcPts val="263"/>
        </a:spcBef>
        <a:spcAft>
          <a:spcPct val="0"/>
        </a:spcAft>
        <a:buClr>
          <a:srgbClr val="A2A2A2"/>
        </a:buClr>
        <a:buSzPct val="70000"/>
        <a:buFont typeface="Wingdings" panose="05000000000000000000" pitchFamily="2" charset="2"/>
        <a:buChar char="l"/>
        <a:defRPr kumimoji="1" lang="ja-JP" altLang="en-US" sz="1100" kern="1200" dirty="0">
          <a:solidFill>
            <a:srgbClr val="000000"/>
          </a:solidFill>
          <a:latin typeface="ＭＳ Ｐゴシック" pitchFamily="50" charset="-128"/>
          <a:ea typeface="ＭＳ Ｐゴシック" pitchFamily="50" charset="-128"/>
          <a:cs typeface="+mn-cs"/>
        </a:defRPr>
      </a:lvl4pPr>
      <a:lvl5pPr marL="603250" algn="l" defTabSz="987425" rtl="0" eaLnBrk="0" fontAlgn="ctr" hangingPunct="0">
        <a:lnSpc>
          <a:spcPct val="125000"/>
        </a:lnSpc>
        <a:spcBef>
          <a:spcPts val="263"/>
        </a:spcBef>
        <a:spcAft>
          <a:spcPct val="0"/>
        </a:spcAft>
        <a:buClr>
          <a:srgbClr val="A2A2A2"/>
        </a:buClr>
        <a:buSzPct val="70000"/>
        <a:buFont typeface="Wingdings" panose="05000000000000000000" pitchFamily="2" charset="2"/>
        <a:defRPr kumimoji="1" lang="ja-JP" altLang="en-US" sz="1100" kern="1200" dirty="0">
          <a:solidFill>
            <a:srgbClr val="000000"/>
          </a:solidFill>
          <a:latin typeface="ＭＳ Ｐゴシック" pitchFamily="50" charset="-128"/>
          <a:ea typeface="ＭＳ Ｐゴシック" pitchFamily="50" charset="-128"/>
          <a:cs typeface="+mn-cs"/>
        </a:defRPr>
      </a:lvl5pPr>
      <a:lvl6pPr marL="792396" marR="0" indent="-126063"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ＭＳ Ｐゴシック" pitchFamily="50" charset="-128"/>
          <a:ea typeface="ＭＳ Ｐゴシック" pitchFamily="50" charset="-128"/>
          <a:cs typeface="+mn-cs"/>
        </a:defRPr>
      </a:lvl6pPr>
      <a:lvl7pPr marL="792396"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ＭＳ Ｐゴシック" pitchFamily="50" charset="-128"/>
          <a:ea typeface="ＭＳ Ｐゴシック" pitchFamily="50" charset="-128"/>
          <a:cs typeface="+mn-cs"/>
        </a:defRPr>
      </a:lvl7pPr>
      <a:lvl8pPr marL="954477" marR="0" indent="-108054" algn="l" defTabSz="987955" rtl="0" eaLnBrk="1" fontAlgn="ctr" latinLnBrk="0" hangingPunct="1">
        <a:lnSpc>
          <a:spcPct val="125000"/>
        </a:lnSpc>
        <a:spcBef>
          <a:spcPts val="264"/>
        </a:spcBef>
        <a:spcAft>
          <a:spcPts val="0"/>
        </a:spcAft>
        <a:buClr>
          <a:srgbClr val="A2A2A2"/>
        </a:buClr>
        <a:buSzPct val="70000"/>
        <a:buFont typeface="Wingdings" pitchFamily="2" charset="2"/>
        <a:buChar char="l"/>
        <a:tabLst/>
        <a:defRPr kumimoji="1" sz="1001" kern="1200">
          <a:solidFill>
            <a:srgbClr val="000000"/>
          </a:solidFill>
          <a:latin typeface="ＭＳ Ｐゴシック" pitchFamily="50" charset="-128"/>
          <a:ea typeface="ＭＳ Ｐゴシック" pitchFamily="50" charset="-128"/>
          <a:cs typeface="+mn-cs"/>
        </a:defRPr>
      </a:lvl8pPr>
      <a:lvl9pPr marL="954477" marR="0" indent="0" algn="l" defTabSz="987955" rtl="0" eaLnBrk="1" fontAlgn="ctr" latinLnBrk="0" hangingPunct="1">
        <a:lnSpc>
          <a:spcPct val="125000"/>
        </a:lnSpc>
        <a:spcBef>
          <a:spcPts val="264"/>
        </a:spcBef>
        <a:spcAft>
          <a:spcPts val="0"/>
        </a:spcAft>
        <a:buClrTx/>
        <a:buSzTx/>
        <a:buFontTx/>
        <a:buNone/>
        <a:tabLst/>
        <a:defRPr kumimoji="1" sz="1001" kern="1200">
          <a:solidFill>
            <a:srgbClr val="000000"/>
          </a:solidFill>
          <a:latin typeface="ＭＳ Ｐゴシック" pitchFamily="50" charset="-128"/>
          <a:ea typeface="ＭＳ Ｐゴシック" pitchFamily="50" charset="-128"/>
          <a:cs typeface="+mn-cs"/>
        </a:defRPr>
      </a:lvl9pPr>
    </p:bodyStyle>
    <p:otherStyle>
      <a:defPPr>
        <a:defRPr lang="ja-JP"/>
      </a:defPPr>
      <a:lvl1pPr marL="0" algn="l" defTabSz="987955" rtl="0" eaLnBrk="1" latinLnBrk="0" hangingPunct="1">
        <a:defRPr kumimoji="1" sz="1201" kern="1200">
          <a:solidFill>
            <a:schemeClr val="tx1"/>
          </a:solidFill>
          <a:latin typeface="+mn-lt"/>
          <a:ea typeface="+mn-ea"/>
          <a:cs typeface="+mn-cs"/>
        </a:defRPr>
      </a:lvl1pPr>
      <a:lvl2pPr marL="493977" algn="l" defTabSz="987955" rtl="0" eaLnBrk="1" latinLnBrk="0" hangingPunct="1">
        <a:defRPr kumimoji="1" sz="1201" kern="1200">
          <a:solidFill>
            <a:schemeClr val="tx1"/>
          </a:solidFill>
          <a:latin typeface="+mn-lt"/>
          <a:ea typeface="+mn-ea"/>
          <a:cs typeface="+mn-cs"/>
        </a:defRPr>
      </a:lvl2pPr>
      <a:lvl3pPr marL="987955" algn="l" defTabSz="987955" rtl="0" eaLnBrk="1" latinLnBrk="0" hangingPunct="1">
        <a:defRPr kumimoji="1" sz="1201" kern="1200">
          <a:solidFill>
            <a:schemeClr val="tx1"/>
          </a:solidFill>
          <a:latin typeface="+mn-lt"/>
          <a:ea typeface="+mn-ea"/>
          <a:cs typeface="+mn-cs"/>
        </a:defRPr>
      </a:lvl3pPr>
      <a:lvl4pPr marL="1481932" algn="l" defTabSz="987955" rtl="0" eaLnBrk="1" latinLnBrk="0" hangingPunct="1">
        <a:defRPr kumimoji="1" sz="1201" kern="1200">
          <a:solidFill>
            <a:schemeClr val="tx1"/>
          </a:solidFill>
          <a:latin typeface="+mn-lt"/>
          <a:ea typeface="+mn-ea"/>
          <a:cs typeface="+mn-cs"/>
        </a:defRPr>
      </a:lvl4pPr>
      <a:lvl5pPr marL="1975908" algn="l" defTabSz="987955" rtl="0" eaLnBrk="1" latinLnBrk="0" hangingPunct="1">
        <a:defRPr kumimoji="1" sz="1201" kern="1200">
          <a:solidFill>
            <a:schemeClr val="tx1"/>
          </a:solidFill>
          <a:latin typeface="+mn-lt"/>
          <a:ea typeface="+mn-ea"/>
          <a:cs typeface="+mn-cs"/>
        </a:defRPr>
      </a:lvl5pPr>
      <a:lvl6pPr marL="2469885" algn="l" defTabSz="987955" rtl="0" eaLnBrk="1" latinLnBrk="0" hangingPunct="1">
        <a:defRPr kumimoji="1" sz="1201" kern="1200">
          <a:solidFill>
            <a:schemeClr val="tx1"/>
          </a:solidFill>
          <a:latin typeface="+mn-lt"/>
          <a:ea typeface="+mn-ea"/>
          <a:cs typeface="+mn-cs"/>
        </a:defRPr>
      </a:lvl6pPr>
      <a:lvl7pPr marL="2963863" algn="l" defTabSz="987955" rtl="0" eaLnBrk="1" latinLnBrk="0" hangingPunct="1">
        <a:defRPr kumimoji="1" sz="1201" kern="1200">
          <a:solidFill>
            <a:schemeClr val="tx1"/>
          </a:solidFill>
          <a:latin typeface="+mn-lt"/>
          <a:ea typeface="+mn-ea"/>
          <a:cs typeface="+mn-cs"/>
        </a:defRPr>
      </a:lvl7pPr>
      <a:lvl8pPr marL="3457840" algn="l" defTabSz="987955" rtl="0" eaLnBrk="1" latinLnBrk="0" hangingPunct="1">
        <a:defRPr kumimoji="1" sz="1201" kern="1200">
          <a:solidFill>
            <a:schemeClr val="tx1"/>
          </a:solidFill>
          <a:latin typeface="+mn-lt"/>
          <a:ea typeface="+mn-ea"/>
          <a:cs typeface="+mn-cs"/>
        </a:defRPr>
      </a:lvl8pPr>
      <a:lvl9pPr marL="3951817" algn="l" defTabSz="987955" rtl="0" eaLnBrk="1" latinLnBrk="0" hangingPunct="1">
        <a:defRPr kumimoji="1" sz="1201"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p:nvSpPr>
        <p:spPr bwMode="auto">
          <a:xfrm>
            <a:off x="6692745" y="6696277"/>
            <a:ext cx="2361768" cy="205890"/>
          </a:xfrm>
          <a:prstGeom prst="rect">
            <a:avLst/>
          </a:prstGeom>
          <a:noFill/>
          <a:ln w="9525">
            <a:noFill/>
            <a:miter lim="800000"/>
            <a:headEnd/>
            <a:tailEnd/>
          </a:ln>
          <a:effectLst/>
        </p:spPr>
        <p:txBody>
          <a:bodyPr wrap="none" lIns="84407" rIns="84407">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738">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p:nvSpPr>
        <p:spPr bwMode="auto">
          <a:xfrm>
            <a:off x="9086134" y="6610997"/>
            <a:ext cx="846707" cy="291170"/>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292" b="1" smtClean="0">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pPr algn="ctr">
                <a:defRPr/>
              </a:pPr>
              <a:t>‹#›</a:t>
            </a:fld>
            <a:r>
              <a:rPr lang="en-US" altLang="ja-JP" sz="1292">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t> /</a:t>
            </a:r>
            <a:r>
              <a:rPr lang="en-US" altLang="ja-JP" sz="1200" b="1">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t> </a:t>
            </a:r>
            <a:fld id="{8A78A693-3208-4FB2-91F2-7485DAC6A137}" type="slidenum">
              <a:rPr lang="en-US" altLang="ja-JP" sz="1200" b="1" smtClean="0">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rPr>
              <a:pPr algn="ctr">
                <a:defRPr/>
              </a:pPr>
              <a:t>‹#›</a:t>
            </a:fld>
            <a:endParaRPr lang="en-US" altLang="ja-JP" sz="1108" b="1">
              <a:solidFill>
                <a:srgbClr val="000000"/>
              </a:solidFill>
              <a:effectLst/>
              <a:latin typeface="ＭＳ Ｐゴシック" panose="020B0600070205080204" pitchFamily="50" charset="-128"/>
              <a:ea typeface="ＭＳ Ｐゴシック" panose="020B060007020508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65368" y="11753"/>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p:nvSpPr>
        <p:spPr bwMode="auto">
          <a:xfrm>
            <a:off x="342868"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1939"/>
              </a:lnSpc>
            </a:pPr>
            <a:endParaRPr lang="ja-JP" altLang="en-US" sz="1662">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p:nvSpPr>
        <p:spPr bwMode="auto">
          <a:xfrm>
            <a:off x="342900"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1939"/>
              </a:lnSpc>
            </a:pPr>
            <a:endParaRPr lang="ja-JP" altLang="en-US" sz="1662">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1939"/>
              </a:lnSpc>
            </a:pPr>
            <a:endParaRPr lang="ja-JP" altLang="en-US" sz="1662">
              <a:solidFill>
                <a:srgbClr val="292929"/>
              </a:solidFill>
            </a:endParaRPr>
          </a:p>
        </p:txBody>
      </p:sp>
    </p:spTree>
    <p:extLst>
      <p:ext uri="{BB962C8B-B14F-4D97-AF65-F5344CB8AC3E}">
        <p14:creationId xmlns:p14="http://schemas.microsoft.com/office/powerpoint/2010/main" val="3327891427"/>
      </p:ext>
    </p:extLst>
  </p:cSld>
  <p:clrMap bg1="lt1" tx1="dk1" bg2="lt2" tx2="dk2" accent1="accent1" accent2="accent2" accent3="accent3" accent4="accent4" accent5="accent5" accent6="accent6" hlink="hlink" folHlink="folHlink"/>
  <p:sldLayoutIdLst>
    <p:sldLayoutId id="2147488138" r:id="rId1"/>
    <p:sldLayoutId id="2147488139" r:id="rId2"/>
    <p:sldLayoutId id="2147488140" r:id="rId3"/>
    <p:sldLayoutId id="2147488141" r:id="rId4"/>
    <p:sldLayoutId id="2147488142" r:id="rId5"/>
    <p:sldLayoutId id="2147488143" r:id="rId6"/>
    <p:sldLayoutId id="2147488144" r:id="rId7"/>
  </p:sldLayoutIdLst>
  <p:txStyles>
    <p:titleStyle>
      <a:lvl1pPr algn="l" rtl="0" eaLnBrk="1" fontAlgn="base" hangingPunct="1">
        <a:spcBef>
          <a:spcPct val="0"/>
        </a:spcBef>
        <a:spcAft>
          <a:spcPct val="0"/>
        </a:spcAft>
        <a:defRPr kumimoji="1" sz="2031" b="1">
          <a:solidFill>
            <a:schemeClr val="tx2"/>
          </a:solidFill>
          <a:latin typeface="+mj-lt"/>
          <a:ea typeface="+mj-ea"/>
          <a:cs typeface="+mj-cs"/>
        </a:defRPr>
      </a:lvl1pPr>
      <a:lvl2pPr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5pPr>
      <a:lvl6pPr marL="422041"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6pPr>
      <a:lvl7pPr marL="844083"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7pPr>
      <a:lvl8pPr marL="1266124"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8pPr>
      <a:lvl9pPr marL="1688165" algn="l" rtl="0" eaLnBrk="1" fontAlgn="base" hangingPunct="1">
        <a:spcBef>
          <a:spcPct val="0"/>
        </a:spcBef>
        <a:spcAft>
          <a:spcPct val="0"/>
        </a:spcAft>
        <a:defRPr kumimoji="1" sz="2031" b="1">
          <a:solidFill>
            <a:schemeClr val="tx2"/>
          </a:solidFill>
          <a:latin typeface="ＭＳ Ｐゴシック" pitchFamily="50" charset="-128"/>
          <a:ea typeface="ＭＳ Ｐゴシック" pitchFamily="50" charset="-128"/>
        </a:defRPr>
      </a:lvl9pPr>
    </p:titleStyle>
    <p:bodyStyle>
      <a:lvl1pPr marL="174386" indent="-174386" algn="l" rtl="0" eaLnBrk="1" fontAlgn="base" hangingPunct="1">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60494" indent="-155335" algn="l" rtl="0" eaLnBrk="1" fontAlgn="base" hangingPunct="1">
        <a:lnSpc>
          <a:spcPct val="125000"/>
        </a:lnSpc>
        <a:spcBef>
          <a:spcPct val="20000"/>
        </a:spcBef>
        <a:spcAft>
          <a:spcPct val="0"/>
        </a:spcAft>
        <a:buClr>
          <a:srgbClr val="A8D435"/>
        </a:buClr>
        <a:buSzPct val="90000"/>
        <a:buFont typeface="Wingdings" pitchFamily="2" charset="2"/>
        <a:buChar char="l"/>
        <a:defRPr kumimoji="1" sz="1477">
          <a:solidFill>
            <a:schemeClr val="tx1"/>
          </a:solidFill>
          <a:latin typeface="+mn-lt"/>
          <a:ea typeface="+mn-ea"/>
        </a:defRPr>
      </a:lvl2pPr>
      <a:lvl3pPr marL="361960" indent="482124" algn="l" rtl="0" eaLnBrk="1" fontAlgn="base" hangingPunct="1">
        <a:lnSpc>
          <a:spcPct val="125000"/>
        </a:lnSpc>
        <a:spcBef>
          <a:spcPct val="20000"/>
        </a:spcBef>
        <a:spcAft>
          <a:spcPct val="0"/>
        </a:spcAft>
        <a:buClr>
          <a:srgbClr val="A2A2A2"/>
        </a:buClr>
        <a:buSzPct val="70000"/>
        <a:buFont typeface="Wingdings" pitchFamily="2" charset="2"/>
        <a:defRPr kumimoji="1" sz="1477">
          <a:solidFill>
            <a:schemeClr val="tx1"/>
          </a:solidFill>
          <a:latin typeface="+mn-lt"/>
          <a:ea typeface="+mn-ea"/>
        </a:defRPr>
      </a:lvl3pPr>
      <a:lvl4pPr marL="515828" indent="-109907" algn="l" rtl="0" eaLnBrk="1" fontAlgn="ctr" hangingPunct="1">
        <a:lnSpc>
          <a:spcPct val="125000"/>
        </a:lnSpc>
        <a:spcBef>
          <a:spcPct val="20000"/>
        </a:spcBef>
        <a:spcAft>
          <a:spcPct val="0"/>
        </a:spcAft>
        <a:buClr>
          <a:srgbClr val="A2A2A2"/>
        </a:buClr>
        <a:buSzPct val="70000"/>
        <a:buFont typeface="Wingdings" pitchFamily="2" charset="2"/>
        <a:buChar char="l"/>
        <a:defRPr kumimoji="1" sz="1292">
          <a:solidFill>
            <a:schemeClr val="tx1"/>
          </a:solidFill>
          <a:latin typeface="+mn-lt"/>
          <a:ea typeface="+mn-ea"/>
        </a:defRPr>
      </a:lvl4pPr>
      <a:lvl5pPr marL="517294" indent="1170872" algn="l" rtl="0" eaLnBrk="1" fontAlgn="ctr" hangingPunct="1">
        <a:lnSpc>
          <a:spcPct val="125000"/>
        </a:lnSpc>
        <a:spcBef>
          <a:spcPct val="20000"/>
        </a:spcBef>
        <a:spcAft>
          <a:spcPct val="0"/>
        </a:spcAft>
        <a:buClr>
          <a:srgbClr val="A2A2A2"/>
        </a:buClr>
        <a:buSzPct val="70000"/>
        <a:buFont typeface="Wingdings" pitchFamily="2" charset="2"/>
        <a:buChar char="ü"/>
        <a:defRPr kumimoji="1" sz="1292">
          <a:solidFill>
            <a:schemeClr val="tx1"/>
          </a:solidFill>
          <a:latin typeface="+mn-lt"/>
          <a:ea typeface="+mn-ea"/>
        </a:defRPr>
      </a:lvl5pPr>
      <a:lvl6pPr marL="939335" algn="l" rtl="0" eaLnBrk="1" fontAlgn="ctr" hangingPunct="1">
        <a:lnSpc>
          <a:spcPct val="125000"/>
        </a:lnSpc>
        <a:spcBef>
          <a:spcPct val="20000"/>
        </a:spcBef>
        <a:spcAft>
          <a:spcPct val="0"/>
        </a:spcAft>
        <a:buClr>
          <a:srgbClr val="A2A2A2"/>
        </a:buClr>
        <a:buSzPct val="70000"/>
        <a:buFont typeface="Wingdings" pitchFamily="2" charset="2"/>
        <a:buChar char="ü"/>
        <a:defRPr kumimoji="1" sz="1292">
          <a:solidFill>
            <a:schemeClr val="tx1"/>
          </a:solidFill>
          <a:latin typeface="+mn-lt"/>
          <a:ea typeface="+mn-ea"/>
        </a:defRPr>
      </a:lvl6pPr>
      <a:lvl7pPr marL="1361377" algn="l" rtl="0" eaLnBrk="1" fontAlgn="ctr" hangingPunct="1">
        <a:lnSpc>
          <a:spcPct val="125000"/>
        </a:lnSpc>
        <a:spcBef>
          <a:spcPct val="20000"/>
        </a:spcBef>
        <a:spcAft>
          <a:spcPct val="0"/>
        </a:spcAft>
        <a:buClr>
          <a:srgbClr val="A2A2A2"/>
        </a:buClr>
        <a:buSzPct val="70000"/>
        <a:buFont typeface="Wingdings" pitchFamily="2" charset="2"/>
        <a:buChar char="ü"/>
        <a:defRPr kumimoji="1" sz="1292">
          <a:solidFill>
            <a:schemeClr val="tx1"/>
          </a:solidFill>
          <a:latin typeface="+mn-lt"/>
          <a:ea typeface="+mn-ea"/>
        </a:defRPr>
      </a:lvl7pPr>
      <a:lvl8pPr marL="1783418" algn="l" rtl="0" eaLnBrk="1" fontAlgn="ctr" hangingPunct="1">
        <a:lnSpc>
          <a:spcPct val="125000"/>
        </a:lnSpc>
        <a:spcBef>
          <a:spcPct val="20000"/>
        </a:spcBef>
        <a:spcAft>
          <a:spcPct val="0"/>
        </a:spcAft>
        <a:buClr>
          <a:srgbClr val="A2A2A2"/>
        </a:buClr>
        <a:buSzPct val="70000"/>
        <a:buFont typeface="Wingdings" pitchFamily="2" charset="2"/>
        <a:buChar char="ü"/>
        <a:defRPr kumimoji="1" sz="1292">
          <a:solidFill>
            <a:schemeClr val="tx1"/>
          </a:solidFill>
          <a:latin typeface="+mn-lt"/>
          <a:ea typeface="+mn-ea"/>
        </a:defRPr>
      </a:lvl8pPr>
      <a:lvl9pPr marL="2205459" algn="l" rtl="0" eaLnBrk="1" fontAlgn="ctr" hangingPunct="1">
        <a:lnSpc>
          <a:spcPct val="125000"/>
        </a:lnSpc>
        <a:spcBef>
          <a:spcPct val="20000"/>
        </a:spcBef>
        <a:spcAft>
          <a:spcPct val="0"/>
        </a:spcAft>
        <a:buClr>
          <a:srgbClr val="A2A2A2"/>
        </a:buClr>
        <a:buSzPct val="70000"/>
        <a:buFont typeface="Wingdings" pitchFamily="2" charset="2"/>
        <a:buChar char="ü"/>
        <a:defRPr kumimoji="1" sz="1292">
          <a:solidFill>
            <a:schemeClr val="tx1"/>
          </a:solidFill>
          <a:latin typeface="+mn-lt"/>
          <a:ea typeface="+mn-ea"/>
        </a:defRPr>
      </a:lvl9pPr>
    </p:bodyStyle>
    <p:otherStyle>
      <a:defPPr>
        <a:defRPr lang="ja-JP"/>
      </a:defPPr>
      <a:lvl1pPr marL="0" algn="l" defTabSz="844083" rtl="0" eaLnBrk="1" latinLnBrk="0" hangingPunct="1">
        <a:defRPr kumimoji="1" sz="1662" kern="1200">
          <a:solidFill>
            <a:schemeClr val="tx1"/>
          </a:solidFill>
          <a:latin typeface="+mn-lt"/>
          <a:ea typeface="+mn-ea"/>
          <a:cs typeface="+mn-cs"/>
        </a:defRPr>
      </a:lvl1pPr>
      <a:lvl2pPr marL="422041" algn="l" defTabSz="844083" rtl="0" eaLnBrk="1" latinLnBrk="0" hangingPunct="1">
        <a:defRPr kumimoji="1" sz="1662" kern="1200">
          <a:solidFill>
            <a:schemeClr val="tx1"/>
          </a:solidFill>
          <a:latin typeface="+mn-lt"/>
          <a:ea typeface="+mn-ea"/>
          <a:cs typeface="+mn-cs"/>
        </a:defRPr>
      </a:lvl2pPr>
      <a:lvl3pPr marL="844083" algn="l" defTabSz="844083" rtl="0" eaLnBrk="1" latinLnBrk="0" hangingPunct="1">
        <a:defRPr kumimoji="1" sz="1662" kern="1200">
          <a:solidFill>
            <a:schemeClr val="tx1"/>
          </a:solidFill>
          <a:latin typeface="+mn-lt"/>
          <a:ea typeface="+mn-ea"/>
          <a:cs typeface="+mn-cs"/>
        </a:defRPr>
      </a:lvl3pPr>
      <a:lvl4pPr marL="1266124" algn="l" defTabSz="844083" rtl="0" eaLnBrk="1" latinLnBrk="0" hangingPunct="1">
        <a:defRPr kumimoji="1" sz="1662" kern="1200">
          <a:solidFill>
            <a:schemeClr val="tx1"/>
          </a:solidFill>
          <a:latin typeface="+mn-lt"/>
          <a:ea typeface="+mn-ea"/>
          <a:cs typeface="+mn-cs"/>
        </a:defRPr>
      </a:lvl4pPr>
      <a:lvl5pPr marL="1688165" algn="l" defTabSz="844083" rtl="0" eaLnBrk="1" latinLnBrk="0" hangingPunct="1">
        <a:defRPr kumimoji="1" sz="1662" kern="1200">
          <a:solidFill>
            <a:schemeClr val="tx1"/>
          </a:solidFill>
          <a:latin typeface="+mn-lt"/>
          <a:ea typeface="+mn-ea"/>
          <a:cs typeface="+mn-cs"/>
        </a:defRPr>
      </a:lvl5pPr>
      <a:lvl6pPr marL="2110207" algn="l" defTabSz="844083" rtl="0" eaLnBrk="1" latinLnBrk="0" hangingPunct="1">
        <a:defRPr kumimoji="1" sz="1662" kern="1200">
          <a:solidFill>
            <a:schemeClr val="tx1"/>
          </a:solidFill>
          <a:latin typeface="+mn-lt"/>
          <a:ea typeface="+mn-ea"/>
          <a:cs typeface="+mn-cs"/>
        </a:defRPr>
      </a:lvl6pPr>
      <a:lvl7pPr marL="2532248" algn="l" defTabSz="844083" rtl="0" eaLnBrk="1" latinLnBrk="0" hangingPunct="1">
        <a:defRPr kumimoji="1" sz="1662" kern="1200">
          <a:solidFill>
            <a:schemeClr val="tx1"/>
          </a:solidFill>
          <a:latin typeface="+mn-lt"/>
          <a:ea typeface="+mn-ea"/>
          <a:cs typeface="+mn-cs"/>
        </a:defRPr>
      </a:lvl7pPr>
      <a:lvl8pPr marL="2954289" algn="l" defTabSz="844083" rtl="0" eaLnBrk="1" latinLnBrk="0" hangingPunct="1">
        <a:defRPr kumimoji="1" sz="1662" kern="1200">
          <a:solidFill>
            <a:schemeClr val="tx1"/>
          </a:solidFill>
          <a:latin typeface="+mn-lt"/>
          <a:ea typeface="+mn-ea"/>
          <a:cs typeface="+mn-cs"/>
        </a:defRPr>
      </a:lvl8pPr>
      <a:lvl9pPr marL="3376331" algn="l" defTabSz="844083" rtl="0" eaLnBrk="1" latinLnBrk="0" hangingPunct="1">
        <a:defRPr kumimoji="1" sz="1662"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174154" y="6667000"/>
            <a:ext cx="2110515" cy="200055"/>
          </a:xfrm>
          <a:prstGeom prst="rect">
            <a:avLst/>
          </a:prstGeom>
          <a:noFill/>
          <a:ln w="9525">
            <a:noFill/>
            <a:miter lim="800000"/>
            <a:headEnd/>
            <a:tailEnd/>
          </a:ln>
          <a:effectLst/>
        </p:spPr>
        <p:txBody>
          <a:bodyPr wrap="none" lIns="0"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700">
                <a:solidFill>
                  <a:schemeClr val="bg1">
                    <a:lumMod val="50000"/>
                  </a:schemeClr>
                </a:solidFill>
                <a:latin typeface="Segoe UI" panose="020B0502040204020203" pitchFamily="34" charset="0"/>
                <a:ea typeface="+mn-ea"/>
                <a:cs typeface="Segoe UI" panose="020B0502040204020203" pitchFamily="34" charset="0"/>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306498" y="6597608"/>
            <a:ext cx="433773" cy="261610"/>
          </a:xfrm>
          <a:prstGeom prst="rect">
            <a:avLst/>
          </a:prstGeom>
          <a:noFill/>
          <a:ln w="9525">
            <a:noFill/>
            <a:miter lim="800000"/>
            <a:headEnd/>
            <a:tailEnd/>
          </a:ln>
          <a:effectLst/>
        </p:spPr>
        <p:txBody>
          <a:bodyPr wrap="none" rIns="0" bIns="0" anchor="ctr">
            <a:spAutoFit/>
          </a:bodyPr>
          <a:lstStyle/>
          <a:p>
            <a:pPr algn="r">
              <a:defRPr/>
            </a:pPr>
            <a:fld id="{8A78A693-3208-4FB2-91F2-7485DAC6A137}" type="slidenum">
              <a:rPr lang="en-US" altLang="ja-JP" sz="1400" b="1" smtClean="0">
                <a:solidFill>
                  <a:srgbClr val="000000"/>
                </a:solidFill>
                <a:effectLst/>
                <a:latin typeface="+mn-ea"/>
                <a:ea typeface="+mn-ea"/>
                <a:cs typeface="Meiryo UI" panose="020B0604030504040204" pitchFamily="50" charset="-128"/>
              </a:rPr>
              <a:pPr algn="r">
                <a:defRPr/>
              </a:pPr>
              <a:t>‹#›</a:t>
            </a:fld>
            <a:endParaRPr lang="en-US" altLang="ja-JP" sz="900" b="0">
              <a:solidFill>
                <a:srgbClr val="000000"/>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2693712902"/>
      </p:ext>
    </p:extLst>
  </p:cSld>
  <p:clrMap bg1="lt1" tx1="dk1" bg2="lt2" tx2="dk2" accent1="accent1" accent2="accent2" accent3="accent3" accent4="accent4" accent5="accent5" accent6="accent6" hlink="hlink" folHlink="folHlink"/>
  <p:sldLayoutIdLst>
    <p:sldLayoutId id="2147488173" r:id="rId1"/>
    <p:sldLayoutId id="2147488174" r:id="rId2"/>
    <p:sldLayoutId id="2147488175" r:id="rId3"/>
    <p:sldLayoutId id="2147488176" r:id="rId4"/>
    <p:sldLayoutId id="2147488177" r:id="rId5"/>
    <p:sldLayoutId id="2147488178" r:id="rId6"/>
    <p:sldLayoutId id="2147488146" r:id="rId7"/>
    <p:sldLayoutId id="2147488147" r:id="rId8"/>
    <p:sldLayoutId id="2147488148" r:id="rId9"/>
    <p:sldLayoutId id="2147488149" r:id="rId10"/>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0">
          <p15:clr>
            <a:srgbClr val="F26B43"/>
          </p15:clr>
        </p15:guide>
        <p15:guide id="3" pos="104">
          <p15:clr>
            <a:srgbClr val="F26B43"/>
          </p15:clr>
        </p15:guide>
        <p15:guide id="4" pos="6136">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6692744" y="6696277"/>
            <a:ext cx="2598790" cy="215444"/>
          </a:xfrm>
          <a:prstGeom prst="rect">
            <a:avLst/>
          </a:prstGeom>
          <a:noFill/>
          <a:ln w="9525">
            <a:noFill/>
            <a:miter lim="800000"/>
            <a:headEnd/>
            <a:tailEnd/>
          </a:ln>
          <a:effectLst/>
        </p:spPr>
        <p:txBody>
          <a:bodyPr wrap="none" lIns="91441"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800">
                <a:solidFill>
                  <a:srgbClr val="000000"/>
                </a:solidFill>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186090" y="6603945"/>
            <a:ext cx="769763" cy="307777"/>
          </a:xfrm>
          <a:prstGeom prst="rect">
            <a:avLst/>
          </a:prstGeom>
          <a:noFill/>
          <a:ln w="9525">
            <a:noFill/>
            <a:miter lim="800000"/>
            <a:headEnd/>
            <a:tailEnd/>
          </a:ln>
          <a:effectLst/>
        </p:spPr>
        <p:txBody>
          <a:bodyPr wrap="none" anchor="ctr">
            <a:spAutoFit/>
          </a:bodyPr>
          <a:lstStyle/>
          <a:p>
            <a:pPr algn="ctr">
              <a:defRPr/>
            </a:pPr>
            <a:fld id="{8A78A693-3208-4FB2-91F2-7485DAC6A137}" type="slidenum">
              <a:rPr lang="en-US" altLang="ja-JP" sz="1400" b="1" smtClean="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pPr algn="ctr">
                <a:defRPr/>
              </a:pPr>
              <a:t>‹#›</a:t>
            </a:fld>
            <a:r>
              <a:rPr lang="en-US" altLang="ja-JP" sz="14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 /</a:t>
            </a:r>
            <a:r>
              <a:rPr lang="en-US" altLang="ja-JP" sz="1200">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X</a:t>
            </a:r>
            <a:endParaRPr lang="en-US" altLang="ja-JP" sz="1200" b="1">
              <a:solidFill>
                <a:srgbClr val="00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3" name="Picture 14" descr="日本総研">
            <a:extLst>
              <a:ext uri="{FF2B5EF4-FFF2-40B4-BE49-F238E27FC236}">
                <a16:creationId xmlns:a16="http://schemas.microsoft.com/office/drawing/2014/main" id="{434C9E4A-990B-4EFF-963D-47954A53A7DD}"/>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265368" y="11751"/>
            <a:ext cx="1294244" cy="30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2">
            <a:extLst>
              <a:ext uri="{FF2B5EF4-FFF2-40B4-BE49-F238E27FC236}">
                <a16:creationId xmlns:a16="http://schemas.microsoft.com/office/drawing/2014/main" id="{79C572DE-1618-46D6-9C30-860462530A09}"/>
              </a:ext>
            </a:extLst>
          </p:cNvPr>
          <p:cNvSpPr>
            <a:spLocks noChangeArrowheads="1"/>
          </p:cNvSpPr>
          <p:nvPr userDrawn="1"/>
        </p:nvSpPr>
        <p:spPr bwMode="auto">
          <a:xfrm>
            <a:off x="342867" y="453679"/>
            <a:ext cx="142908" cy="134554"/>
          </a:xfrm>
          <a:prstGeom prst="rect">
            <a:avLst/>
          </a:prstGeom>
          <a:solidFill>
            <a:srgbClr val="DDDDDD"/>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0" name="Rectangle 13">
            <a:extLst>
              <a:ext uri="{FF2B5EF4-FFF2-40B4-BE49-F238E27FC236}">
                <a16:creationId xmlns:a16="http://schemas.microsoft.com/office/drawing/2014/main" id="{3BDB8F85-8C64-48D8-8E87-E210DB25B66B}"/>
              </a:ext>
            </a:extLst>
          </p:cNvPr>
          <p:cNvSpPr>
            <a:spLocks noChangeArrowheads="1"/>
          </p:cNvSpPr>
          <p:nvPr userDrawn="1"/>
        </p:nvSpPr>
        <p:spPr bwMode="auto">
          <a:xfrm>
            <a:off x="342899" y="282834"/>
            <a:ext cx="142875" cy="134554"/>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sp>
        <p:nvSpPr>
          <p:cNvPr id="21" name="Rectangle 10">
            <a:extLst>
              <a:ext uri="{FF2B5EF4-FFF2-40B4-BE49-F238E27FC236}">
                <a16:creationId xmlns:a16="http://schemas.microsoft.com/office/drawing/2014/main" id="{87465963-1E96-4DFB-B975-C03664AA82F1}"/>
              </a:ext>
            </a:extLst>
          </p:cNvPr>
          <p:cNvSpPr>
            <a:spLocks noChangeArrowheads="1"/>
          </p:cNvSpPr>
          <p:nvPr userDrawn="1"/>
        </p:nvSpPr>
        <p:spPr bwMode="auto">
          <a:xfrm>
            <a:off x="341279" y="628650"/>
            <a:ext cx="9221821" cy="58572"/>
          </a:xfrm>
          <a:prstGeom prst="rect">
            <a:avLst/>
          </a:prstGeom>
          <a:solidFill>
            <a:srgbClr val="0075BF"/>
          </a:solidFill>
          <a:ln>
            <a:noFill/>
          </a:ln>
          <a:effectLst/>
        </p:spPr>
        <p:txBody>
          <a:bodyPr wrap="none" anchor="ctr"/>
          <a:lstStyle>
            <a:lvl1pPr eaLnBrk="0" hangingPunct="0">
              <a:defRPr kumimoji="1" b="1">
                <a:solidFill>
                  <a:schemeClr val="tx1"/>
                </a:solidFill>
                <a:latin typeface="Arial" charset="0"/>
                <a:ea typeface="ＭＳ Ｐゴシック" charset="-128"/>
              </a:defRPr>
            </a:lvl1pPr>
            <a:lvl2pPr marL="742950" indent="-285750" eaLnBrk="0" hangingPunct="0">
              <a:defRPr kumimoji="1" b="1">
                <a:solidFill>
                  <a:schemeClr val="tx1"/>
                </a:solidFill>
                <a:latin typeface="Arial" charset="0"/>
                <a:ea typeface="ＭＳ Ｐゴシック" charset="-128"/>
              </a:defRPr>
            </a:lvl2pPr>
            <a:lvl3pPr marL="1143000" indent="-228600" eaLnBrk="0" hangingPunct="0">
              <a:defRPr kumimoji="1" b="1">
                <a:solidFill>
                  <a:schemeClr val="tx1"/>
                </a:solidFill>
                <a:latin typeface="Arial" charset="0"/>
                <a:ea typeface="ＭＳ Ｐゴシック" charset="-128"/>
              </a:defRPr>
            </a:lvl3pPr>
            <a:lvl4pPr marL="1600200" indent="-228600" eaLnBrk="0" hangingPunct="0">
              <a:defRPr kumimoji="1" b="1">
                <a:solidFill>
                  <a:schemeClr val="tx1"/>
                </a:solidFill>
                <a:latin typeface="Arial" charset="0"/>
                <a:ea typeface="ＭＳ Ｐゴシック" charset="-128"/>
              </a:defRPr>
            </a:lvl4pPr>
            <a:lvl5pPr marL="2057400" indent="-228600" eaLnBrk="0" hangingPunct="0">
              <a:defRPr kumimoji="1" b="1">
                <a:solidFill>
                  <a:schemeClr val="tx1"/>
                </a:solidFill>
                <a:latin typeface="Arial" charset="0"/>
                <a:ea typeface="ＭＳ Ｐゴシック" charset="-128"/>
              </a:defRPr>
            </a:lvl5pPr>
            <a:lvl6pPr marL="25146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6pPr>
            <a:lvl7pPr marL="29718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7pPr>
            <a:lvl8pPr marL="34290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8pPr>
            <a:lvl9pPr marL="3886200" indent="-228600" algn="just" eaLnBrk="0" fontAlgn="base" hangingPunct="0">
              <a:lnSpc>
                <a:spcPts val="2100"/>
              </a:lnSpc>
              <a:spcBef>
                <a:spcPct val="0"/>
              </a:spcBef>
              <a:spcAft>
                <a:spcPct val="0"/>
              </a:spcAft>
              <a:defRPr kumimoji="1" b="1">
                <a:solidFill>
                  <a:schemeClr val="tx1"/>
                </a:solidFill>
                <a:latin typeface="Arial" charset="0"/>
                <a:ea typeface="ＭＳ Ｐゴシック" charset="-128"/>
              </a:defRPr>
            </a:lvl9pPr>
          </a:lstStyle>
          <a:p>
            <a:pPr algn="just" eaLnBrk="1" hangingPunct="1">
              <a:lnSpc>
                <a:spcPts val="2100"/>
              </a:lnSpc>
            </a:pPr>
            <a:endParaRPr lang="ja-JP" altLang="en-US">
              <a:solidFill>
                <a:srgbClr val="292929"/>
              </a:solidFill>
            </a:endParaRPr>
          </a:p>
        </p:txBody>
      </p:sp>
      <p:grpSp>
        <p:nvGrpSpPr>
          <p:cNvPr id="98" name="グループ化 97">
            <a:extLst>
              <a:ext uri="{FF2B5EF4-FFF2-40B4-BE49-F238E27FC236}">
                <a16:creationId xmlns:a16="http://schemas.microsoft.com/office/drawing/2014/main" id="{26B26541-8904-41A3-B5CE-18AF8A93D8D5}"/>
              </a:ext>
            </a:extLst>
          </p:cNvPr>
          <p:cNvGrpSpPr/>
          <p:nvPr userDrawn="1"/>
        </p:nvGrpSpPr>
        <p:grpSpPr>
          <a:xfrm>
            <a:off x="-1687961" y="908720"/>
            <a:ext cx="1597871" cy="1287788"/>
            <a:chOff x="-1687961" y="908720"/>
            <a:chExt cx="1597871" cy="1287788"/>
          </a:xfrm>
        </p:grpSpPr>
        <p:sp>
          <p:nvSpPr>
            <p:cNvPr id="2" name="正方形/長方形 1">
              <a:extLst>
                <a:ext uri="{FF2B5EF4-FFF2-40B4-BE49-F238E27FC236}">
                  <a16:creationId xmlns:a16="http://schemas.microsoft.com/office/drawing/2014/main" id="{4D8A7B9A-6CE4-4D57-ADBD-9BD089BC15D0}"/>
                </a:ext>
              </a:extLst>
            </p:cNvPr>
            <p:cNvSpPr/>
            <p:nvPr userDrawn="1"/>
          </p:nvSpPr>
          <p:spPr bwMode="auto">
            <a:xfrm>
              <a:off x="-879648" y="908720"/>
              <a:ext cx="142908" cy="144000"/>
            </a:xfrm>
            <a:prstGeom prst="rect">
              <a:avLst/>
            </a:prstGeom>
            <a:solidFill>
              <a:srgbClr val="007ECC"/>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4" name="正方形/長方形 13">
              <a:extLst>
                <a:ext uri="{FF2B5EF4-FFF2-40B4-BE49-F238E27FC236}">
                  <a16:creationId xmlns:a16="http://schemas.microsoft.com/office/drawing/2014/main" id="{EA59DCB4-8D78-44EE-A56D-5A2F1C7BC702}"/>
                </a:ext>
              </a:extLst>
            </p:cNvPr>
            <p:cNvSpPr/>
            <p:nvPr userDrawn="1"/>
          </p:nvSpPr>
          <p:spPr bwMode="auto">
            <a:xfrm>
              <a:off x="-717985" y="908720"/>
              <a:ext cx="142908" cy="144000"/>
            </a:xfrm>
            <a:prstGeom prst="rect">
              <a:avLst/>
            </a:prstGeom>
            <a:solidFill>
              <a:srgbClr val="0075BF"/>
            </a:solidFill>
            <a:ln w="635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5" name="正方形/長方形 14">
              <a:extLst>
                <a:ext uri="{FF2B5EF4-FFF2-40B4-BE49-F238E27FC236}">
                  <a16:creationId xmlns:a16="http://schemas.microsoft.com/office/drawing/2014/main" id="{C0148BF2-BF14-47EF-837B-C30895AC31DD}"/>
                </a:ext>
              </a:extLst>
            </p:cNvPr>
            <p:cNvSpPr/>
            <p:nvPr userDrawn="1"/>
          </p:nvSpPr>
          <p:spPr bwMode="auto">
            <a:xfrm>
              <a:off x="-556322" y="908720"/>
              <a:ext cx="142908" cy="144000"/>
            </a:xfrm>
            <a:prstGeom prst="rect">
              <a:avLst/>
            </a:prstGeom>
            <a:solidFill>
              <a:srgbClr val="00588F"/>
            </a:solidFill>
            <a:ln w="6350" cap="flat" cmpd="sng" algn="ctr">
              <a:solidFill>
                <a:schemeClr val="tx1"/>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6" name="正方形/長方形 15">
              <a:extLst>
                <a:ext uri="{FF2B5EF4-FFF2-40B4-BE49-F238E27FC236}">
                  <a16:creationId xmlns:a16="http://schemas.microsoft.com/office/drawing/2014/main" id="{2237FF13-7132-4CB6-8B37-37E7C9F6EF5C}"/>
                </a:ext>
              </a:extLst>
            </p:cNvPr>
            <p:cNvSpPr/>
            <p:nvPr userDrawn="1"/>
          </p:nvSpPr>
          <p:spPr bwMode="auto">
            <a:xfrm>
              <a:off x="-394659" y="908720"/>
              <a:ext cx="142908" cy="144000"/>
            </a:xfrm>
            <a:prstGeom prst="rect">
              <a:avLst/>
            </a:prstGeom>
            <a:solidFill>
              <a:srgbClr val="003F66"/>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17" name="正方形/長方形 16">
              <a:extLst>
                <a:ext uri="{FF2B5EF4-FFF2-40B4-BE49-F238E27FC236}">
                  <a16:creationId xmlns:a16="http://schemas.microsoft.com/office/drawing/2014/main" id="{DBF9DDCB-0161-4142-A8A0-09127B3BC5CC}"/>
                </a:ext>
              </a:extLst>
            </p:cNvPr>
            <p:cNvSpPr/>
            <p:nvPr userDrawn="1"/>
          </p:nvSpPr>
          <p:spPr bwMode="auto">
            <a:xfrm>
              <a:off x="-232998" y="908720"/>
              <a:ext cx="142908" cy="144000"/>
            </a:xfrm>
            <a:prstGeom prst="rect">
              <a:avLst/>
            </a:prstGeom>
            <a:solidFill>
              <a:srgbClr val="001F33"/>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22" name="正方形/長方形 21">
              <a:extLst>
                <a:ext uri="{FF2B5EF4-FFF2-40B4-BE49-F238E27FC236}">
                  <a16:creationId xmlns:a16="http://schemas.microsoft.com/office/drawing/2014/main" id="{F496215C-808B-43DF-B95E-FE0946186438}"/>
                </a:ext>
              </a:extLst>
            </p:cNvPr>
            <p:cNvSpPr/>
            <p:nvPr userDrawn="1"/>
          </p:nvSpPr>
          <p:spPr bwMode="auto">
            <a:xfrm>
              <a:off x="-1041311" y="908720"/>
              <a:ext cx="142908" cy="144000"/>
            </a:xfrm>
            <a:prstGeom prst="rect">
              <a:avLst/>
            </a:prstGeom>
            <a:solidFill>
              <a:srgbClr val="009DFF"/>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2" name="正方形/長方形 31">
              <a:extLst>
                <a:ext uri="{FF2B5EF4-FFF2-40B4-BE49-F238E27FC236}">
                  <a16:creationId xmlns:a16="http://schemas.microsoft.com/office/drawing/2014/main" id="{47DF7F99-D002-4063-AA6F-D906C80354A0}"/>
                </a:ext>
              </a:extLst>
            </p:cNvPr>
            <p:cNvSpPr/>
            <p:nvPr userDrawn="1"/>
          </p:nvSpPr>
          <p:spPr bwMode="auto">
            <a:xfrm>
              <a:off x="-232998" y="1072118"/>
              <a:ext cx="142908" cy="144000"/>
            </a:xfrm>
            <a:prstGeom prst="rect">
              <a:avLst/>
            </a:prstGeom>
            <a:solidFill>
              <a:srgbClr val="0075BF"/>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3" name="正方形/長方形 32">
              <a:extLst>
                <a:ext uri="{FF2B5EF4-FFF2-40B4-BE49-F238E27FC236}">
                  <a16:creationId xmlns:a16="http://schemas.microsoft.com/office/drawing/2014/main" id="{74F4A216-F5C6-4AC6-B190-A13A35424001}"/>
                </a:ext>
              </a:extLst>
            </p:cNvPr>
            <p:cNvSpPr/>
            <p:nvPr userDrawn="1"/>
          </p:nvSpPr>
          <p:spPr bwMode="auto">
            <a:xfrm>
              <a:off x="-394659" y="1072118"/>
              <a:ext cx="142908" cy="144000"/>
            </a:xfrm>
            <a:prstGeom prst="rect">
              <a:avLst/>
            </a:prstGeom>
            <a:solidFill>
              <a:srgbClr val="2685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4" name="正方形/長方形 33">
              <a:extLst>
                <a:ext uri="{FF2B5EF4-FFF2-40B4-BE49-F238E27FC236}">
                  <a16:creationId xmlns:a16="http://schemas.microsoft.com/office/drawing/2014/main" id="{55E0D9A3-A6F5-4A05-9200-A4FCB6BD082C}"/>
                </a:ext>
              </a:extLst>
            </p:cNvPr>
            <p:cNvSpPr/>
            <p:nvPr userDrawn="1"/>
          </p:nvSpPr>
          <p:spPr bwMode="auto">
            <a:xfrm>
              <a:off x="-556322" y="1072118"/>
              <a:ext cx="142908" cy="144000"/>
            </a:xfrm>
            <a:prstGeom prst="rect">
              <a:avLst/>
            </a:prstGeom>
            <a:solidFill>
              <a:srgbClr val="4D93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5" name="正方形/長方形 34">
              <a:extLst>
                <a:ext uri="{FF2B5EF4-FFF2-40B4-BE49-F238E27FC236}">
                  <a16:creationId xmlns:a16="http://schemas.microsoft.com/office/drawing/2014/main" id="{FC61149A-3560-460E-BDC5-2C2FC7C588AA}"/>
                </a:ext>
              </a:extLst>
            </p:cNvPr>
            <p:cNvSpPr/>
            <p:nvPr userDrawn="1"/>
          </p:nvSpPr>
          <p:spPr bwMode="auto">
            <a:xfrm>
              <a:off x="-717985" y="1072118"/>
              <a:ext cx="142908" cy="144000"/>
            </a:xfrm>
            <a:prstGeom prst="rect">
              <a:avLst/>
            </a:prstGeom>
            <a:solidFill>
              <a:srgbClr val="73A2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6" name="正方形/長方形 35">
              <a:extLst>
                <a:ext uri="{FF2B5EF4-FFF2-40B4-BE49-F238E27FC236}">
                  <a16:creationId xmlns:a16="http://schemas.microsoft.com/office/drawing/2014/main" id="{2E493397-8BF7-4A2B-9865-7F66C6BDEC23}"/>
                </a:ext>
              </a:extLst>
            </p:cNvPr>
            <p:cNvSpPr/>
            <p:nvPr userDrawn="1"/>
          </p:nvSpPr>
          <p:spPr bwMode="auto">
            <a:xfrm>
              <a:off x="-879648" y="1072118"/>
              <a:ext cx="142908" cy="144000"/>
            </a:xfrm>
            <a:prstGeom prst="rect">
              <a:avLst/>
            </a:prstGeom>
            <a:solidFill>
              <a:srgbClr val="99B1B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7" name="正方形/長方形 36">
              <a:extLst>
                <a:ext uri="{FF2B5EF4-FFF2-40B4-BE49-F238E27FC236}">
                  <a16:creationId xmlns:a16="http://schemas.microsoft.com/office/drawing/2014/main" id="{D23E3B59-3858-49DD-8B60-DC68E462A070}"/>
                </a:ext>
              </a:extLst>
            </p:cNvPr>
            <p:cNvSpPr/>
            <p:nvPr userDrawn="1"/>
          </p:nvSpPr>
          <p:spPr bwMode="auto">
            <a:xfrm>
              <a:off x="-232998" y="1235516"/>
              <a:ext cx="142908" cy="144000"/>
            </a:xfrm>
            <a:prstGeom prst="rect">
              <a:avLst/>
            </a:prstGeom>
            <a:solidFill>
              <a:srgbClr val="003314"/>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8" name="正方形/長方形 37">
              <a:extLst>
                <a:ext uri="{FF2B5EF4-FFF2-40B4-BE49-F238E27FC236}">
                  <a16:creationId xmlns:a16="http://schemas.microsoft.com/office/drawing/2014/main" id="{F46DF83F-CFEB-4B3E-AA1C-CE9C6C495F62}"/>
                </a:ext>
              </a:extLst>
            </p:cNvPr>
            <p:cNvSpPr/>
            <p:nvPr userDrawn="1"/>
          </p:nvSpPr>
          <p:spPr bwMode="auto">
            <a:xfrm>
              <a:off x="-394659" y="1235516"/>
              <a:ext cx="142908" cy="144000"/>
            </a:xfrm>
            <a:prstGeom prst="rect">
              <a:avLst/>
            </a:prstGeom>
            <a:solidFill>
              <a:srgbClr val="006627"/>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39" name="正方形/長方形 38">
              <a:extLst>
                <a:ext uri="{FF2B5EF4-FFF2-40B4-BE49-F238E27FC236}">
                  <a16:creationId xmlns:a16="http://schemas.microsoft.com/office/drawing/2014/main" id="{7FF83F98-E376-4678-88A0-DA03EAE894FB}"/>
                </a:ext>
              </a:extLst>
            </p:cNvPr>
            <p:cNvSpPr/>
            <p:nvPr userDrawn="1"/>
          </p:nvSpPr>
          <p:spPr bwMode="auto">
            <a:xfrm>
              <a:off x="-556322" y="1235516"/>
              <a:ext cx="142908" cy="144000"/>
            </a:xfrm>
            <a:prstGeom prst="rect">
              <a:avLst/>
            </a:prstGeom>
            <a:solidFill>
              <a:srgbClr val="00993B"/>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0" name="正方形/長方形 39">
              <a:extLst>
                <a:ext uri="{FF2B5EF4-FFF2-40B4-BE49-F238E27FC236}">
                  <a16:creationId xmlns:a16="http://schemas.microsoft.com/office/drawing/2014/main" id="{AD427A32-46E6-43AE-A50A-A47E5C04EAB2}"/>
                </a:ext>
              </a:extLst>
            </p:cNvPr>
            <p:cNvSpPr/>
            <p:nvPr userDrawn="1"/>
          </p:nvSpPr>
          <p:spPr bwMode="auto">
            <a:xfrm>
              <a:off x="-717985" y="1235516"/>
              <a:ext cx="142908" cy="144000"/>
            </a:xfrm>
            <a:prstGeom prst="rect">
              <a:avLst/>
            </a:prstGeom>
            <a:solidFill>
              <a:srgbClr val="00BF49"/>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1" name="正方形/長方形 40">
              <a:extLst>
                <a:ext uri="{FF2B5EF4-FFF2-40B4-BE49-F238E27FC236}">
                  <a16:creationId xmlns:a16="http://schemas.microsoft.com/office/drawing/2014/main" id="{23B36D70-B92B-4DA0-A402-A318A5AE9311}"/>
                </a:ext>
              </a:extLst>
            </p:cNvPr>
            <p:cNvSpPr/>
            <p:nvPr userDrawn="1"/>
          </p:nvSpPr>
          <p:spPr bwMode="auto">
            <a:xfrm>
              <a:off x="-879648" y="1235516"/>
              <a:ext cx="142908" cy="144000"/>
            </a:xfrm>
            <a:prstGeom prst="rect">
              <a:avLst/>
            </a:prstGeom>
            <a:solidFill>
              <a:srgbClr val="00CC4E"/>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2" name="正方形/長方形 41">
              <a:extLst>
                <a:ext uri="{FF2B5EF4-FFF2-40B4-BE49-F238E27FC236}">
                  <a16:creationId xmlns:a16="http://schemas.microsoft.com/office/drawing/2014/main" id="{7055C1B3-C666-4A41-8CC2-209D2CDB6A18}"/>
                </a:ext>
              </a:extLst>
            </p:cNvPr>
            <p:cNvSpPr/>
            <p:nvPr userDrawn="1"/>
          </p:nvSpPr>
          <p:spPr bwMode="auto">
            <a:xfrm>
              <a:off x="-232998" y="1398914"/>
              <a:ext cx="142908" cy="144000"/>
            </a:xfrm>
            <a:prstGeom prst="rect">
              <a:avLst/>
            </a:prstGeom>
            <a:solidFill>
              <a:srgbClr val="00BF49"/>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3" name="正方形/長方形 42">
              <a:extLst>
                <a:ext uri="{FF2B5EF4-FFF2-40B4-BE49-F238E27FC236}">
                  <a16:creationId xmlns:a16="http://schemas.microsoft.com/office/drawing/2014/main" id="{C12F10F5-C924-4530-B25C-CB24D06C5EB5}"/>
                </a:ext>
              </a:extLst>
            </p:cNvPr>
            <p:cNvSpPr/>
            <p:nvPr userDrawn="1"/>
          </p:nvSpPr>
          <p:spPr bwMode="auto">
            <a:xfrm>
              <a:off x="-394659" y="1398914"/>
              <a:ext cx="142908" cy="144000"/>
            </a:xfrm>
            <a:prstGeom prst="rect">
              <a:avLst/>
            </a:prstGeom>
            <a:solidFill>
              <a:srgbClr val="26BF6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4" name="正方形/長方形 43">
              <a:extLst>
                <a:ext uri="{FF2B5EF4-FFF2-40B4-BE49-F238E27FC236}">
                  <a16:creationId xmlns:a16="http://schemas.microsoft.com/office/drawing/2014/main" id="{D85D87F0-4102-4191-AC24-EBA573E82936}"/>
                </a:ext>
              </a:extLst>
            </p:cNvPr>
            <p:cNvSpPr/>
            <p:nvPr userDrawn="1"/>
          </p:nvSpPr>
          <p:spPr bwMode="auto">
            <a:xfrm>
              <a:off x="-556322" y="1398914"/>
              <a:ext cx="142908" cy="144000"/>
            </a:xfrm>
            <a:prstGeom prst="rect">
              <a:avLst/>
            </a:prstGeom>
            <a:solidFill>
              <a:srgbClr val="4DBF7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5" name="正方形/長方形 44">
              <a:extLst>
                <a:ext uri="{FF2B5EF4-FFF2-40B4-BE49-F238E27FC236}">
                  <a16:creationId xmlns:a16="http://schemas.microsoft.com/office/drawing/2014/main" id="{93A05B7E-9B36-493A-9A2C-D0D1AFB82C84}"/>
                </a:ext>
              </a:extLst>
            </p:cNvPr>
            <p:cNvSpPr/>
            <p:nvPr userDrawn="1"/>
          </p:nvSpPr>
          <p:spPr bwMode="auto">
            <a:xfrm>
              <a:off x="-717985" y="1398914"/>
              <a:ext cx="142908" cy="144000"/>
            </a:xfrm>
            <a:prstGeom prst="rect">
              <a:avLst/>
            </a:prstGeom>
            <a:solidFill>
              <a:srgbClr val="73BF9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6" name="正方形/長方形 45">
              <a:extLst>
                <a:ext uri="{FF2B5EF4-FFF2-40B4-BE49-F238E27FC236}">
                  <a16:creationId xmlns:a16="http://schemas.microsoft.com/office/drawing/2014/main" id="{F51B6AD4-BC0A-4852-897B-3AA4AD93FF41}"/>
                </a:ext>
              </a:extLst>
            </p:cNvPr>
            <p:cNvSpPr/>
            <p:nvPr userDrawn="1"/>
          </p:nvSpPr>
          <p:spPr bwMode="auto">
            <a:xfrm>
              <a:off x="-879648" y="1398914"/>
              <a:ext cx="142908" cy="144000"/>
            </a:xfrm>
            <a:prstGeom prst="rect">
              <a:avLst/>
            </a:prstGeom>
            <a:solidFill>
              <a:srgbClr val="99BFA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8" name="正方形/長方形 47">
              <a:extLst>
                <a:ext uri="{FF2B5EF4-FFF2-40B4-BE49-F238E27FC236}">
                  <a16:creationId xmlns:a16="http://schemas.microsoft.com/office/drawing/2014/main" id="{1746099A-FDA8-4E62-B669-ECF8877CC4C5}"/>
                </a:ext>
              </a:extLst>
            </p:cNvPr>
            <p:cNvSpPr/>
            <p:nvPr userDrawn="1"/>
          </p:nvSpPr>
          <p:spPr bwMode="auto">
            <a:xfrm>
              <a:off x="-1041311" y="1235516"/>
              <a:ext cx="142908" cy="144000"/>
            </a:xfrm>
            <a:prstGeom prst="rect">
              <a:avLst/>
            </a:prstGeom>
            <a:solidFill>
              <a:srgbClr val="00FF62"/>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49" name="正方形/長方形 48">
              <a:extLst>
                <a:ext uri="{FF2B5EF4-FFF2-40B4-BE49-F238E27FC236}">
                  <a16:creationId xmlns:a16="http://schemas.microsoft.com/office/drawing/2014/main" id="{DF68EB8A-1AB5-4832-85C5-84300534CE01}"/>
                </a:ext>
              </a:extLst>
            </p:cNvPr>
            <p:cNvSpPr/>
            <p:nvPr userDrawn="1"/>
          </p:nvSpPr>
          <p:spPr bwMode="auto">
            <a:xfrm>
              <a:off x="-232998" y="1562312"/>
              <a:ext cx="142908" cy="144000"/>
            </a:xfrm>
            <a:prstGeom prst="rect">
              <a:avLst/>
            </a:prstGeom>
            <a:solidFill>
              <a:srgbClr val="333333"/>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0" name="正方形/長方形 49">
              <a:extLst>
                <a:ext uri="{FF2B5EF4-FFF2-40B4-BE49-F238E27FC236}">
                  <a16:creationId xmlns:a16="http://schemas.microsoft.com/office/drawing/2014/main" id="{B51B5651-423A-4CED-ACBD-C10B83E986F4}"/>
                </a:ext>
              </a:extLst>
            </p:cNvPr>
            <p:cNvSpPr/>
            <p:nvPr userDrawn="1"/>
          </p:nvSpPr>
          <p:spPr bwMode="auto">
            <a:xfrm>
              <a:off x="-394659" y="1562312"/>
              <a:ext cx="142908" cy="144000"/>
            </a:xfrm>
            <a:prstGeom prst="rect">
              <a:avLst/>
            </a:prstGeom>
            <a:solidFill>
              <a:srgbClr val="666666"/>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1" name="正方形/長方形 50">
              <a:extLst>
                <a:ext uri="{FF2B5EF4-FFF2-40B4-BE49-F238E27FC236}">
                  <a16:creationId xmlns:a16="http://schemas.microsoft.com/office/drawing/2014/main" id="{23240390-BD94-4E36-BDFF-DB99D8D5BA9A}"/>
                </a:ext>
              </a:extLst>
            </p:cNvPr>
            <p:cNvSpPr/>
            <p:nvPr userDrawn="1"/>
          </p:nvSpPr>
          <p:spPr bwMode="auto">
            <a:xfrm>
              <a:off x="-556322" y="1562312"/>
              <a:ext cx="142908" cy="144000"/>
            </a:xfrm>
            <a:prstGeom prst="rect">
              <a:avLst/>
            </a:prstGeom>
            <a:solidFill>
              <a:srgbClr val="9999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2" name="正方形/長方形 51">
              <a:extLst>
                <a:ext uri="{FF2B5EF4-FFF2-40B4-BE49-F238E27FC236}">
                  <a16:creationId xmlns:a16="http://schemas.microsoft.com/office/drawing/2014/main" id="{CC9702DE-E8F7-4A91-AE73-5CE78146FDCF}"/>
                </a:ext>
              </a:extLst>
            </p:cNvPr>
            <p:cNvSpPr/>
            <p:nvPr userDrawn="1"/>
          </p:nvSpPr>
          <p:spPr bwMode="auto">
            <a:xfrm>
              <a:off x="-717985" y="1562312"/>
              <a:ext cx="142908" cy="144000"/>
            </a:xfrm>
            <a:prstGeom prst="rect">
              <a:avLst/>
            </a:prstGeom>
            <a:solidFill>
              <a:srgbClr val="9999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3" name="正方形/長方形 52">
              <a:extLst>
                <a:ext uri="{FF2B5EF4-FFF2-40B4-BE49-F238E27FC236}">
                  <a16:creationId xmlns:a16="http://schemas.microsoft.com/office/drawing/2014/main" id="{96740955-A5C8-4EE8-94DD-747365CBD051}"/>
                </a:ext>
              </a:extLst>
            </p:cNvPr>
            <p:cNvSpPr/>
            <p:nvPr userDrawn="1"/>
          </p:nvSpPr>
          <p:spPr bwMode="auto">
            <a:xfrm>
              <a:off x="-879648" y="1562312"/>
              <a:ext cx="142908" cy="144000"/>
            </a:xfrm>
            <a:prstGeom prst="rect">
              <a:avLst/>
            </a:prstGeom>
            <a:solidFill>
              <a:srgbClr val="DDDDDD"/>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5" name="正方形/長方形 54">
              <a:extLst>
                <a:ext uri="{FF2B5EF4-FFF2-40B4-BE49-F238E27FC236}">
                  <a16:creationId xmlns:a16="http://schemas.microsoft.com/office/drawing/2014/main" id="{78CD483E-84E9-410B-B164-915128241D19}"/>
                </a:ext>
              </a:extLst>
            </p:cNvPr>
            <p:cNvSpPr/>
            <p:nvPr userDrawn="1"/>
          </p:nvSpPr>
          <p:spPr bwMode="auto">
            <a:xfrm>
              <a:off x="-1041311" y="1562312"/>
              <a:ext cx="142908" cy="144000"/>
            </a:xfrm>
            <a:prstGeom prst="rect">
              <a:avLst/>
            </a:prstGeom>
            <a:solidFill>
              <a:srgbClr val="F5F5F5"/>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7" name="正方形/長方形 56">
              <a:extLst>
                <a:ext uri="{FF2B5EF4-FFF2-40B4-BE49-F238E27FC236}">
                  <a16:creationId xmlns:a16="http://schemas.microsoft.com/office/drawing/2014/main" id="{8672BB9B-ABF6-49C5-9F16-FE41953C93F0}"/>
                </a:ext>
              </a:extLst>
            </p:cNvPr>
            <p:cNvSpPr/>
            <p:nvPr userDrawn="1"/>
          </p:nvSpPr>
          <p:spPr bwMode="auto">
            <a:xfrm>
              <a:off x="-232998" y="1725710"/>
              <a:ext cx="142908" cy="144000"/>
            </a:xfrm>
            <a:prstGeom prst="rect">
              <a:avLst/>
            </a:prstGeom>
            <a:solidFill>
              <a:srgbClr val="3314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8" name="正方形/長方形 57">
              <a:extLst>
                <a:ext uri="{FF2B5EF4-FFF2-40B4-BE49-F238E27FC236}">
                  <a16:creationId xmlns:a16="http://schemas.microsoft.com/office/drawing/2014/main" id="{092E9010-5CF4-48D2-A222-C58916105921}"/>
                </a:ext>
              </a:extLst>
            </p:cNvPr>
            <p:cNvSpPr/>
            <p:nvPr userDrawn="1"/>
          </p:nvSpPr>
          <p:spPr bwMode="auto">
            <a:xfrm>
              <a:off x="-394659" y="1725710"/>
              <a:ext cx="142908" cy="144000"/>
            </a:xfrm>
            <a:prstGeom prst="rect">
              <a:avLst/>
            </a:prstGeom>
            <a:solidFill>
              <a:srgbClr val="6627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59" name="正方形/長方形 58">
              <a:extLst>
                <a:ext uri="{FF2B5EF4-FFF2-40B4-BE49-F238E27FC236}">
                  <a16:creationId xmlns:a16="http://schemas.microsoft.com/office/drawing/2014/main" id="{65567612-B4CA-4C7B-A837-9F421AE3FE2B}"/>
                </a:ext>
              </a:extLst>
            </p:cNvPr>
            <p:cNvSpPr/>
            <p:nvPr userDrawn="1"/>
          </p:nvSpPr>
          <p:spPr bwMode="auto">
            <a:xfrm>
              <a:off x="-556322" y="1725710"/>
              <a:ext cx="142908" cy="144000"/>
            </a:xfrm>
            <a:prstGeom prst="rect">
              <a:avLst/>
            </a:prstGeom>
            <a:solidFill>
              <a:srgbClr val="993B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0" name="正方形/長方形 59">
              <a:extLst>
                <a:ext uri="{FF2B5EF4-FFF2-40B4-BE49-F238E27FC236}">
                  <a16:creationId xmlns:a16="http://schemas.microsoft.com/office/drawing/2014/main" id="{464969AC-DE63-4152-BC28-55B419082519}"/>
                </a:ext>
              </a:extLst>
            </p:cNvPr>
            <p:cNvSpPr/>
            <p:nvPr userDrawn="1"/>
          </p:nvSpPr>
          <p:spPr bwMode="auto">
            <a:xfrm>
              <a:off x="-717985" y="1725710"/>
              <a:ext cx="142908" cy="144000"/>
            </a:xfrm>
            <a:prstGeom prst="rect">
              <a:avLst/>
            </a:prstGeom>
            <a:solidFill>
              <a:srgbClr val="BF4900"/>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1" name="正方形/長方形 60">
              <a:extLst>
                <a:ext uri="{FF2B5EF4-FFF2-40B4-BE49-F238E27FC236}">
                  <a16:creationId xmlns:a16="http://schemas.microsoft.com/office/drawing/2014/main" id="{3F83A8CF-BA56-495B-A464-AE7BB1D1B976}"/>
                </a:ext>
              </a:extLst>
            </p:cNvPr>
            <p:cNvSpPr/>
            <p:nvPr userDrawn="1"/>
          </p:nvSpPr>
          <p:spPr bwMode="auto">
            <a:xfrm>
              <a:off x="-879648" y="1725710"/>
              <a:ext cx="142908" cy="144000"/>
            </a:xfrm>
            <a:prstGeom prst="rect">
              <a:avLst/>
            </a:prstGeom>
            <a:solidFill>
              <a:srgbClr val="CC4E0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2" name="正方形/長方形 61">
              <a:extLst>
                <a:ext uri="{FF2B5EF4-FFF2-40B4-BE49-F238E27FC236}">
                  <a16:creationId xmlns:a16="http://schemas.microsoft.com/office/drawing/2014/main" id="{2E9FCA52-4EAD-47B5-A8DE-96752CB9C931}"/>
                </a:ext>
              </a:extLst>
            </p:cNvPr>
            <p:cNvSpPr/>
            <p:nvPr userDrawn="1"/>
          </p:nvSpPr>
          <p:spPr bwMode="auto">
            <a:xfrm>
              <a:off x="-232998" y="1889108"/>
              <a:ext cx="142908" cy="144000"/>
            </a:xfrm>
            <a:prstGeom prst="rect">
              <a:avLst/>
            </a:prstGeom>
            <a:solidFill>
              <a:srgbClr val="BF0016"/>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3" name="正方形/長方形 62">
              <a:extLst>
                <a:ext uri="{FF2B5EF4-FFF2-40B4-BE49-F238E27FC236}">
                  <a16:creationId xmlns:a16="http://schemas.microsoft.com/office/drawing/2014/main" id="{E6C3FCB9-D875-4E58-B990-91324844117E}"/>
                </a:ext>
              </a:extLst>
            </p:cNvPr>
            <p:cNvSpPr/>
            <p:nvPr userDrawn="1"/>
          </p:nvSpPr>
          <p:spPr bwMode="auto">
            <a:xfrm>
              <a:off x="-394659" y="1889108"/>
              <a:ext cx="142908" cy="144000"/>
            </a:xfrm>
            <a:prstGeom prst="rect">
              <a:avLst/>
            </a:prstGeom>
            <a:solidFill>
              <a:srgbClr val="BF2638"/>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4" name="正方形/長方形 63">
              <a:extLst>
                <a:ext uri="{FF2B5EF4-FFF2-40B4-BE49-F238E27FC236}">
                  <a16:creationId xmlns:a16="http://schemas.microsoft.com/office/drawing/2014/main" id="{482BEADC-DD11-4B38-8B7B-09CD994A716E}"/>
                </a:ext>
              </a:extLst>
            </p:cNvPr>
            <p:cNvSpPr/>
            <p:nvPr userDrawn="1"/>
          </p:nvSpPr>
          <p:spPr bwMode="auto">
            <a:xfrm>
              <a:off x="-556322" y="1889108"/>
              <a:ext cx="142908" cy="144000"/>
            </a:xfrm>
            <a:prstGeom prst="rect">
              <a:avLst/>
            </a:prstGeom>
            <a:solidFill>
              <a:srgbClr val="BF4D5A"/>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5" name="正方形/長方形 64">
              <a:extLst>
                <a:ext uri="{FF2B5EF4-FFF2-40B4-BE49-F238E27FC236}">
                  <a16:creationId xmlns:a16="http://schemas.microsoft.com/office/drawing/2014/main" id="{97FD3B57-755F-4056-9C1C-6147AD0CC004}"/>
                </a:ext>
              </a:extLst>
            </p:cNvPr>
            <p:cNvSpPr/>
            <p:nvPr userDrawn="1"/>
          </p:nvSpPr>
          <p:spPr bwMode="auto">
            <a:xfrm>
              <a:off x="-717985" y="1889108"/>
              <a:ext cx="142908" cy="144000"/>
            </a:xfrm>
            <a:prstGeom prst="rect">
              <a:avLst/>
            </a:prstGeom>
            <a:solidFill>
              <a:srgbClr val="BF737C"/>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6" name="正方形/長方形 65">
              <a:extLst>
                <a:ext uri="{FF2B5EF4-FFF2-40B4-BE49-F238E27FC236}">
                  <a16:creationId xmlns:a16="http://schemas.microsoft.com/office/drawing/2014/main" id="{A4DACC19-151A-4E9D-8B64-14EEACB9CFAD}"/>
                </a:ext>
              </a:extLst>
            </p:cNvPr>
            <p:cNvSpPr/>
            <p:nvPr userDrawn="1"/>
          </p:nvSpPr>
          <p:spPr bwMode="auto">
            <a:xfrm>
              <a:off x="-879648" y="1889108"/>
              <a:ext cx="142908" cy="144000"/>
            </a:xfrm>
            <a:prstGeom prst="rect">
              <a:avLst/>
            </a:prstGeom>
            <a:solidFill>
              <a:srgbClr val="BF999D"/>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7" name="正方形/長方形 66">
              <a:extLst>
                <a:ext uri="{FF2B5EF4-FFF2-40B4-BE49-F238E27FC236}">
                  <a16:creationId xmlns:a16="http://schemas.microsoft.com/office/drawing/2014/main" id="{FDC7F51E-EDA0-41C0-A2EF-C65802D8E8DD}"/>
                </a:ext>
              </a:extLst>
            </p:cNvPr>
            <p:cNvSpPr/>
            <p:nvPr userDrawn="1"/>
          </p:nvSpPr>
          <p:spPr bwMode="auto">
            <a:xfrm>
              <a:off x="-1041311" y="1725710"/>
              <a:ext cx="142908" cy="144000"/>
            </a:xfrm>
            <a:prstGeom prst="rect">
              <a:avLst/>
            </a:prstGeom>
            <a:solidFill>
              <a:srgbClr val="FF6200"/>
            </a:solidFill>
            <a:ln w="635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69" name="正方形/長方形 68">
              <a:extLst>
                <a:ext uri="{FF2B5EF4-FFF2-40B4-BE49-F238E27FC236}">
                  <a16:creationId xmlns:a16="http://schemas.microsoft.com/office/drawing/2014/main" id="{728082C4-0F72-4330-A975-59C18F0CD948}"/>
                </a:ext>
              </a:extLst>
            </p:cNvPr>
            <p:cNvSpPr/>
            <p:nvPr userDrawn="1"/>
          </p:nvSpPr>
          <p:spPr bwMode="auto">
            <a:xfrm>
              <a:off x="-1202974" y="908720"/>
              <a:ext cx="142908" cy="144000"/>
            </a:xfrm>
            <a:prstGeom prst="rect">
              <a:avLst/>
            </a:prstGeom>
            <a:solidFill>
              <a:srgbClr val="33B1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0" name="正方形/長方形 69">
              <a:extLst>
                <a:ext uri="{FF2B5EF4-FFF2-40B4-BE49-F238E27FC236}">
                  <a16:creationId xmlns:a16="http://schemas.microsoft.com/office/drawing/2014/main" id="{FBBDD5E5-7B4A-4E90-9174-F950778180CC}"/>
                </a:ext>
              </a:extLst>
            </p:cNvPr>
            <p:cNvSpPr/>
            <p:nvPr userDrawn="1"/>
          </p:nvSpPr>
          <p:spPr bwMode="auto">
            <a:xfrm>
              <a:off x="-1364635" y="908720"/>
              <a:ext cx="142908" cy="144000"/>
            </a:xfrm>
            <a:prstGeom prst="rect">
              <a:avLst/>
            </a:prstGeom>
            <a:solidFill>
              <a:srgbClr val="66C4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1" name="正方形/長方形 70">
              <a:extLst>
                <a:ext uri="{FF2B5EF4-FFF2-40B4-BE49-F238E27FC236}">
                  <a16:creationId xmlns:a16="http://schemas.microsoft.com/office/drawing/2014/main" id="{647F9D13-A362-4300-B080-CC1BD337881B}"/>
                </a:ext>
              </a:extLst>
            </p:cNvPr>
            <p:cNvSpPr/>
            <p:nvPr userDrawn="1"/>
          </p:nvSpPr>
          <p:spPr bwMode="auto">
            <a:xfrm>
              <a:off x="-1526298" y="908720"/>
              <a:ext cx="142908" cy="144000"/>
            </a:xfrm>
            <a:prstGeom prst="rect">
              <a:avLst/>
            </a:prstGeom>
            <a:solidFill>
              <a:srgbClr val="99D8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2" name="正方形/長方形 71">
              <a:extLst>
                <a:ext uri="{FF2B5EF4-FFF2-40B4-BE49-F238E27FC236}">
                  <a16:creationId xmlns:a16="http://schemas.microsoft.com/office/drawing/2014/main" id="{3885EC14-295B-4389-A087-B25E163B7CC1}"/>
                </a:ext>
              </a:extLst>
            </p:cNvPr>
            <p:cNvSpPr/>
            <p:nvPr userDrawn="1"/>
          </p:nvSpPr>
          <p:spPr bwMode="auto">
            <a:xfrm>
              <a:off x="-1687961" y="908720"/>
              <a:ext cx="142908" cy="144000"/>
            </a:xfrm>
            <a:prstGeom prst="rect">
              <a:avLst/>
            </a:prstGeom>
            <a:solidFill>
              <a:srgbClr val="CCEBFF"/>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5" name="正方形/長方形 74">
              <a:extLst>
                <a:ext uri="{FF2B5EF4-FFF2-40B4-BE49-F238E27FC236}">
                  <a16:creationId xmlns:a16="http://schemas.microsoft.com/office/drawing/2014/main" id="{0E284A7D-2BA9-44E2-9416-5FFE33ACD138}"/>
                </a:ext>
              </a:extLst>
            </p:cNvPr>
            <p:cNvSpPr/>
            <p:nvPr userDrawn="1"/>
          </p:nvSpPr>
          <p:spPr bwMode="auto">
            <a:xfrm>
              <a:off x="-1200065" y="1235516"/>
              <a:ext cx="142908" cy="144000"/>
            </a:xfrm>
            <a:prstGeom prst="rect">
              <a:avLst/>
            </a:prstGeom>
            <a:solidFill>
              <a:srgbClr val="33FF8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6" name="正方形/長方形 75">
              <a:extLst>
                <a:ext uri="{FF2B5EF4-FFF2-40B4-BE49-F238E27FC236}">
                  <a16:creationId xmlns:a16="http://schemas.microsoft.com/office/drawing/2014/main" id="{2A94EE1A-A1D9-4B68-B89A-4E317D87D0E5}"/>
                </a:ext>
              </a:extLst>
            </p:cNvPr>
            <p:cNvSpPr/>
            <p:nvPr userDrawn="1"/>
          </p:nvSpPr>
          <p:spPr bwMode="auto">
            <a:xfrm>
              <a:off x="-1361726" y="1235516"/>
              <a:ext cx="142908" cy="144000"/>
            </a:xfrm>
            <a:prstGeom prst="rect">
              <a:avLst/>
            </a:prstGeom>
            <a:solidFill>
              <a:srgbClr val="66FFA1"/>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7" name="正方形/長方形 76">
              <a:extLst>
                <a:ext uri="{FF2B5EF4-FFF2-40B4-BE49-F238E27FC236}">
                  <a16:creationId xmlns:a16="http://schemas.microsoft.com/office/drawing/2014/main" id="{F5FA3AC6-7567-45F7-AD1A-69C0BF02BB22}"/>
                </a:ext>
              </a:extLst>
            </p:cNvPr>
            <p:cNvSpPr/>
            <p:nvPr userDrawn="1"/>
          </p:nvSpPr>
          <p:spPr bwMode="auto">
            <a:xfrm>
              <a:off x="-1523389" y="1235516"/>
              <a:ext cx="142908" cy="144000"/>
            </a:xfrm>
            <a:prstGeom prst="rect">
              <a:avLst/>
            </a:prstGeom>
            <a:solidFill>
              <a:srgbClr val="99FFC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78" name="正方形/長方形 77">
              <a:extLst>
                <a:ext uri="{FF2B5EF4-FFF2-40B4-BE49-F238E27FC236}">
                  <a16:creationId xmlns:a16="http://schemas.microsoft.com/office/drawing/2014/main" id="{E279E9F6-A10C-4AA0-B5B0-0550B6BCDA3B}"/>
                </a:ext>
              </a:extLst>
            </p:cNvPr>
            <p:cNvSpPr/>
            <p:nvPr userDrawn="1"/>
          </p:nvSpPr>
          <p:spPr bwMode="auto">
            <a:xfrm>
              <a:off x="-1685052" y="1235516"/>
              <a:ext cx="142908" cy="144000"/>
            </a:xfrm>
            <a:prstGeom prst="rect">
              <a:avLst/>
            </a:prstGeom>
            <a:solidFill>
              <a:srgbClr val="CCFFE0"/>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0" name="正方形/長方形 89">
              <a:extLst>
                <a:ext uri="{FF2B5EF4-FFF2-40B4-BE49-F238E27FC236}">
                  <a16:creationId xmlns:a16="http://schemas.microsoft.com/office/drawing/2014/main" id="{491CF514-2E44-4742-B355-585AE89D7385}"/>
                </a:ext>
              </a:extLst>
            </p:cNvPr>
            <p:cNvSpPr/>
            <p:nvPr userDrawn="1"/>
          </p:nvSpPr>
          <p:spPr bwMode="auto">
            <a:xfrm>
              <a:off x="-232998" y="2052508"/>
              <a:ext cx="142908" cy="144000"/>
            </a:xfrm>
            <a:prstGeom prst="rect">
              <a:avLst/>
            </a:prstGeom>
            <a:solidFill>
              <a:srgbClr val="BFA900"/>
            </a:solidFill>
            <a:ln w="6350" cap="flat" cmpd="sng" algn="ctr">
              <a:solidFill>
                <a:schemeClr val="tx1"/>
              </a:solid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1" name="正方形/長方形 90">
              <a:extLst>
                <a:ext uri="{FF2B5EF4-FFF2-40B4-BE49-F238E27FC236}">
                  <a16:creationId xmlns:a16="http://schemas.microsoft.com/office/drawing/2014/main" id="{5AE0069B-B8C1-40CC-B507-CC13211891E1}"/>
                </a:ext>
              </a:extLst>
            </p:cNvPr>
            <p:cNvSpPr/>
            <p:nvPr userDrawn="1"/>
          </p:nvSpPr>
          <p:spPr bwMode="auto">
            <a:xfrm>
              <a:off x="-394659" y="2052508"/>
              <a:ext cx="142908" cy="144000"/>
            </a:xfrm>
            <a:prstGeom prst="rect">
              <a:avLst/>
            </a:prstGeom>
            <a:solidFill>
              <a:srgbClr val="BFAD26"/>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2" name="正方形/長方形 91">
              <a:extLst>
                <a:ext uri="{FF2B5EF4-FFF2-40B4-BE49-F238E27FC236}">
                  <a16:creationId xmlns:a16="http://schemas.microsoft.com/office/drawing/2014/main" id="{26F658B3-9CC3-49FB-AD5C-25AE9A265E3F}"/>
                </a:ext>
              </a:extLst>
            </p:cNvPr>
            <p:cNvSpPr/>
            <p:nvPr userDrawn="1"/>
          </p:nvSpPr>
          <p:spPr bwMode="auto">
            <a:xfrm>
              <a:off x="-556322" y="2052508"/>
              <a:ext cx="142908" cy="144000"/>
            </a:xfrm>
            <a:prstGeom prst="rect">
              <a:avLst/>
            </a:prstGeom>
            <a:solidFill>
              <a:srgbClr val="BFB24D"/>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3" name="正方形/長方形 92">
              <a:extLst>
                <a:ext uri="{FF2B5EF4-FFF2-40B4-BE49-F238E27FC236}">
                  <a16:creationId xmlns:a16="http://schemas.microsoft.com/office/drawing/2014/main" id="{914D29BA-8CF9-4800-BC37-1CA160BB7D80}"/>
                </a:ext>
              </a:extLst>
            </p:cNvPr>
            <p:cNvSpPr/>
            <p:nvPr userDrawn="1"/>
          </p:nvSpPr>
          <p:spPr bwMode="auto">
            <a:xfrm>
              <a:off x="-717985" y="2052508"/>
              <a:ext cx="142908" cy="144000"/>
            </a:xfrm>
            <a:prstGeom prst="rect">
              <a:avLst/>
            </a:prstGeom>
            <a:solidFill>
              <a:srgbClr val="BFB673"/>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sp>
          <p:nvSpPr>
            <p:cNvPr id="94" name="正方形/長方形 93">
              <a:extLst>
                <a:ext uri="{FF2B5EF4-FFF2-40B4-BE49-F238E27FC236}">
                  <a16:creationId xmlns:a16="http://schemas.microsoft.com/office/drawing/2014/main" id="{DB30D298-49EE-4A52-914C-FBC6E705AA1B}"/>
                </a:ext>
              </a:extLst>
            </p:cNvPr>
            <p:cNvSpPr/>
            <p:nvPr userDrawn="1"/>
          </p:nvSpPr>
          <p:spPr bwMode="auto">
            <a:xfrm>
              <a:off x="-879648" y="2052508"/>
              <a:ext cx="142908" cy="144000"/>
            </a:xfrm>
            <a:prstGeom prst="rect">
              <a:avLst/>
            </a:prstGeom>
            <a:solidFill>
              <a:srgbClr val="BFBB99"/>
            </a:solidFill>
            <a:ln w="6350" cap="flat" cmpd="sng" algn="ctr">
              <a:noFill/>
              <a:prstDash val="solid"/>
              <a:round/>
              <a:headEnd type="none" w="med" len="med"/>
              <a:tailEnd type="none" w="med" len="me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marL="0" marR="0" indent="0" algn="ctr" defTabSz="742950" rtl="0" eaLnBrk="1" fontAlgn="base" latinLnBrk="0" hangingPunct="1">
                <a:spcBef>
                  <a:spcPct val="0"/>
                </a:spcBef>
                <a:spcAft>
                  <a:spcPct val="0"/>
                </a:spcAft>
                <a:buClrTx/>
                <a:buSzTx/>
                <a:buFontTx/>
                <a:buNone/>
                <a:tabLst/>
              </a:pPr>
              <a:endParaRPr kumimoji="1" lang="ja-JP" altLang="en-US" sz="1400" i="0" u="none" strike="noStrike" cap="none" normalizeH="0" baseline="0">
                <a:ln>
                  <a:noFill/>
                </a:ln>
                <a:solidFill>
                  <a:schemeClr val="tx1"/>
                </a:solidFill>
                <a:effectLst/>
                <a:latin typeface="+mn-ea"/>
                <a:ea typeface="+mn-ea"/>
              </a:endParaRPr>
            </a:p>
          </p:txBody>
        </p:sp>
      </p:grpSp>
    </p:spTree>
    <p:extLst>
      <p:ext uri="{BB962C8B-B14F-4D97-AF65-F5344CB8AC3E}">
        <p14:creationId xmlns:p14="http://schemas.microsoft.com/office/powerpoint/2010/main" val="553373800"/>
      </p:ext>
    </p:extLst>
  </p:cSld>
  <p:clrMap bg1="lt1" tx1="dk1" bg2="lt2" tx2="dk2" accent1="accent1" accent2="accent2" accent3="accent3" accent4="accent4" accent5="accent5" accent6="accent6" hlink="hlink" folHlink="folHlink"/>
  <p:sldLayoutIdLst>
    <p:sldLayoutId id="2147488151" r:id="rId1"/>
    <p:sldLayoutId id="2147488152" r:id="rId2"/>
    <p:sldLayoutId id="2147488153" r:id="rId3"/>
    <p:sldLayoutId id="2147488154" r:id="rId4"/>
    <p:sldLayoutId id="2147488155" r:id="rId5"/>
  </p:sldLayoutIdLst>
  <p:txStyles>
    <p:titleStyle>
      <a:lvl1pPr algn="l" rtl="0" eaLnBrk="1" fontAlgn="base" hangingPunct="1">
        <a:spcBef>
          <a:spcPct val="0"/>
        </a:spcBef>
        <a:spcAft>
          <a:spcPct val="0"/>
        </a:spcAft>
        <a:defRPr kumimoji="1" sz="2200" b="1">
          <a:solidFill>
            <a:schemeClr val="tx2"/>
          </a:solidFill>
          <a:latin typeface="+mj-lt"/>
          <a:ea typeface="+mj-ea"/>
          <a:cs typeface="+mj-cs"/>
        </a:defRPr>
      </a:lvl1pPr>
      <a:lvl2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1" fontAlgn="base" hangingPunct="1">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1" fontAlgn="base" hangingPunct="1">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1" fontAlgn="base" hangingPunct="1">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1" fontAlgn="ctr" hangingPunct="1">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eaLnBrk="1" fontAlgn="ctr" hangingPunct="1">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174155" y="6667002"/>
            <a:ext cx="2110515" cy="200055"/>
          </a:xfrm>
          <a:prstGeom prst="rect">
            <a:avLst/>
          </a:prstGeom>
          <a:noFill/>
          <a:ln w="9525">
            <a:noFill/>
            <a:miter lim="800000"/>
            <a:headEnd/>
            <a:tailEnd/>
          </a:ln>
          <a:effectLst/>
        </p:spPr>
        <p:txBody>
          <a:bodyPr wrap="none" lIns="0"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700">
                <a:solidFill>
                  <a:schemeClr val="bg1">
                    <a:lumMod val="50000"/>
                  </a:schemeClr>
                </a:solidFill>
                <a:latin typeface="Segoe UI" panose="020B0502040204020203" pitchFamily="34" charset="0"/>
                <a:ea typeface="+mn-ea"/>
                <a:cs typeface="Segoe UI" panose="020B0502040204020203" pitchFamily="34" charset="0"/>
              </a:rPr>
              <a:t>Copyright (c) The Japan Research Institute, Limited </a:t>
            </a:r>
          </a:p>
        </p:txBody>
      </p:sp>
      <p:sp>
        <p:nvSpPr>
          <p:cNvPr id="9" name="Rectangle 22">
            <a:extLst>
              <a:ext uri="{FF2B5EF4-FFF2-40B4-BE49-F238E27FC236}">
                <a16:creationId xmlns:a16="http://schemas.microsoft.com/office/drawing/2014/main" id="{32FEA6AB-2FC1-4C13-868D-027CA78CB5D2}"/>
              </a:ext>
            </a:extLst>
          </p:cNvPr>
          <p:cNvSpPr>
            <a:spLocks noChangeArrowheads="1"/>
          </p:cNvSpPr>
          <p:nvPr userDrawn="1"/>
        </p:nvSpPr>
        <p:spPr bwMode="auto">
          <a:xfrm>
            <a:off x="9306499" y="6597608"/>
            <a:ext cx="433772" cy="261610"/>
          </a:xfrm>
          <a:prstGeom prst="rect">
            <a:avLst/>
          </a:prstGeom>
          <a:noFill/>
          <a:ln w="9525">
            <a:noFill/>
            <a:miter lim="800000"/>
            <a:headEnd/>
            <a:tailEnd/>
          </a:ln>
          <a:effectLst/>
        </p:spPr>
        <p:txBody>
          <a:bodyPr wrap="none" rIns="0" bIns="0" anchor="ctr">
            <a:spAutoFit/>
          </a:bodyPr>
          <a:lstStyle/>
          <a:p>
            <a:pPr algn="r">
              <a:defRPr/>
            </a:pPr>
            <a:fld id="{8A78A693-3208-4FB2-91F2-7485DAC6A137}" type="slidenum">
              <a:rPr lang="en-US" altLang="ja-JP" sz="1400" b="1" smtClean="0">
                <a:solidFill>
                  <a:srgbClr val="000000"/>
                </a:solidFill>
                <a:effectLst/>
                <a:latin typeface="+mn-ea"/>
                <a:ea typeface="+mn-ea"/>
                <a:cs typeface="Meiryo UI" panose="020B0604030504040204" pitchFamily="50" charset="-128"/>
              </a:rPr>
              <a:pPr algn="r">
                <a:defRPr/>
              </a:pPr>
              <a:t>‹#›</a:t>
            </a:fld>
            <a:endParaRPr lang="en-US" altLang="ja-JP" sz="900" b="0">
              <a:solidFill>
                <a:srgbClr val="000000"/>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1137765361"/>
      </p:ext>
    </p:extLst>
  </p:cSld>
  <p:clrMap bg1="lt1" tx1="dk1" bg2="lt2" tx2="dk2" accent1="accent1" accent2="accent2" accent3="accent3" accent4="accent4" accent5="accent5" accent6="accent6" hlink="hlink" folHlink="folHlink"/>
  <p:sldLayoutIdLst>
    <p:sldLayoutId id="2147488157" r:id="rId1"/>
    <p:sldLayoutId id="2147488158" r:id="rId2"/>
    <p:sldLayoutId id="2147488159" r:id="rId3"/>
    <p:sldLayoutId id="2147488160" r:id="rId4"/>
    <p:sldLayoutId id="2147488161" r:id="rId5"/>
    <p:sldLayoutId id="2147488162" r:id="rId6"/>
    <p:sldLayoutId id="2147488163" r:id="rId7"/>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0">
          <p15:clr>
            <a:srgbClr val="F26B43"/>
          </p15:clr>
        </p15:guide>
        <p15:guide id="3" pos="104">
          <p15:clr>
            <a:srgbClr val="F26B43"/>
          </p15:clr>
        </p15:guide>
        <p15:guide id="4" pos="6136">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Box 21">
            <a:extLst>
              <a:ext uri="{FF2B5EF4-FFF2-40B4-BE49-F238E27FC236}">
                <a16:creationId xmlns:a16="http://schemas.microsoft.com/office/drawing/2014/main" id="{A66AC57F-6831-4681-A36D-F04E94C5ABEB}"/>
              </a:ext>
            </a:extLst>
          </p:cNvPr>
          <p:cNvSpPr txBox="1">
            <a:spLocks noChangeArrowheads="1"/>
          </p:cNvSpPr>
          <p:nvPr userDrawn="1"/>
        </p:nvSpPr>
        <p:spPr bwMode="auto">
          <a:xfrm>
            <a:off x="174154" y="6667000"/>
            <a:ext cx="2110515" cy="200055"/>
          </a:xfrm>
          <a:prstGeom prst="rect">
            <a:avLst/>
          </a:prstGeom>
          <a:noFill/>
          <a:ln w="9525">
            <a:noFill/>
            <a:miter lim="800000"/>
            <a:headEnd/>
            <a:tailEnd/>
          </a:ln>
          <a:effectLst/>
        </p:spPr>
        <p:txBody>
          <a:bodyPr wrap="none" lIns="0" rIns="91441">
            <a:spAutoFit/>
          </a:bodyPr>
          <a:lstStyle>
            <a:lvl1pPr algn="l">
              <a:spcBef>
                <a:spcPct val="0"/>
              </a:spcBef>
              <a:defRPr kumimoji="1">
                <a:solidFill>
                  <a:schemeClr val="tx1"/>
                </a:solidFill>
                <a:latin typeface="Arial" charset="0"/>
                <a:ea typeface="ＭＳ Ｐゴシック" pitchFamily="50" charset="-128"/>
              </a:defRPr>
            </a:lvl1pPr>
            <a:lvl2pPr marL="742950" indent="-285750" algn="l">
              <a:spcBef>
                <a:spcPct val="0"/>
              </a:spcBef>
              <a:defRPr kumimoji="1">
                <a:solidFill>
                  <a:schemeClr val="tx1"/>
                </a:solidFill>
                <a:latin typeface="Arial" charset="0"/>
                <a:ea typeface="ＭＳ Ｐゴシック" pitchFamily="50" charset="-128"/>
              </a:defRPr>
            </a:lvl2pPr>
            <a:lvl3pPr marL="1143000" indent="-228600" algn="l">
              <a:spcBef>
                <a:spcPct val="0"/>
              </a:spcBef>
              <a:defRPr kumimoji="1">
                <a:solidFill>
                  <a:schemeClr val="tx1"/>
                </a:solidFill>
                <a:latin typeface="Arial" charset="0"/>
                <a:ea typeface="ＭＳ Ｐゴシック" pitchFamily="50" charset="-128"/>
              </a:defRPr>
            </a:lvl3pPr>
            <a:lvl4pPr marL="1600200" indent="-228600" algn="l">
              <a:spcBef>
                <a:spcPct val="0"/>
              </a:spcBef>
              <a:defRPr kumimoji="1">
                <a:solidFill>
                  <a:schemeClr val="tx1"/>
                </a:solidFill>
                <a:latin typeface="Arial" charset="0"/>
                <a:ea typeface="ＭＳ Ｐゴシック" pitchFamily="50" charset="-128"/>
              </a:defRPr>
            </a:lvl4pPr>
            <a:lvl5pPr marL="2057400" indent="-228600" algn="l">
              <a:spcBef>
                <a:spcPct val="0"/>
              </a:spcBef>
              <a:defRPr kumimoji="1">
                <a:solidFill>
                  <a:schemeClr val="tx1"/>
                </a:solidFill>
                <a:latin typeface="Arial" charset="0"/>
                <a:ea typeface="ＭＳ Ｐゴシック" pitchFamily="50" charset="-128"/>
              </a:defRPr>
            </a:lvl5pPr>
            <a:lvl6pPr marL="2514600" indent="-228600" fontAlgn="base">
              <a:spcBef>
                <a:spcPct val="0"/>
              </a:spcBef>
              <a:spcAft>
                <a:spcPct val="0"/>
              </a:spcAft>
              <a:defRPr kumimoji="1">
                <a:solidFill>
                  <a:schemeClr val="tx1"/>
                </a:solidFill>
                <a:latin typeface="Arial" charset="0"/>
                <a:ea typeface="ＭＳ Ｐゴシック" pitchFamily="50" charset="-128"/>
              </a:defRPr>
            </a:lvl6pPr>
            <a:lvl7pPr marL="2971800" indent="-228600" fontAlgn="base">
              <a:spcBef>
                <a:spcPct val="0"/>
              </a:spcBef>
              <a:spcAft>
                <a:spcPct val="0"/>
              </a:spcAft>
              <a:defRPr kumimoji="1">
                <a:solidFill>
                  <a:schemeClr val="tx1"/>
                </a:solidFill>
                <a:latin typeface="Arial" charset="0"/>
                <a:ea typeface="ＭＳ Ｐゴシック" pitchFamily="50" charset="-128"/>
              </a:defRPr>
            </a:lvl7pPr>
            <a:lvl8pPr marL="3429000" indent="-228600" fontAlgn="base">
              <a:spcBef>
                <a:spcPct val="0"/>
              </a:spcBef>
              <a:spcAft>
                <a:spcPct val="0"/>
              </a:spcAft>
              <a:defRPr kumimoji="1">
                <a:solidFill>
                  <a:schemeClr val="tx1"/>
                </a:solidFill>
                <a:latin typeface="Arial" charset="0"/>
                <a:ea typeface="ＭＳ Ｐゴシック" pitchFamily="50" charset="-128"/>
              </a:defRPr>
            </a:lvl8pPr>
            <a:lvl9pPr marL="3886200" indent="-228600" fontAlgn="base">
              <a:spcBef>
                <a:spcPct val="0"/>
              </a:spcBef>
              <a:spcAft>
                <a:spcPct val="0"/>
              </a:spcAft>
              <a:defRPr kumimoji="1">
                <a:solidFill>
                  <a:schemeClr val="tx1"/>
                </a:solidFill>
                <a:latin typeface="Arial" charset="0"/>
                <a:ea typeface="ＭＳ Ｐゴシック" pitchFamily="50" charset="-128"/>
              </a:defRPr>
            </a:lvl9pPr>
          </a:lstStyle>
          <a:p>
            <a:pPr eaLnBrk="0" hangingPunct="0">
              <a:defRPr/>
            </a:pPr>
            <a:r>
              <a:rPr lang="en-US" altLang="ja-JP" sz="700">
                <a:solidFill>
                  <a:schemeClr val="bg1">
                    <a:lumMod val="50000"/>
                  </a:schemeClr>
                </a:solidFill>
                <a:latin typeface="Segoe UI" panose="020B0502040204020203" pitchFamily="34" charset="0"/>
                <a:ea typeface="+mn-ea"/>
                <a:cs typeface="Segoe UI" panose="020B0502040204020203" pitchFamily="34" charset="0"/>
              </a:rPr>
              <a:t>Copyright (c) The Japan Research Institute, Limited </a:t>
            </a:r>
          </a:p>
        </p:txBody>
      </p:sp>
      <p:sp>
        <p:nvSpPr>
          <p:cNvPr id="2" name="スライド番号プレースホルダー 1">
            <a:extLst>
              <a:ext uri="{FF2B5EF4-FFF2-40B4-BE49-F238E27FC236}">
                <a16:creationId xmlns:a16="http://schemas.microsoft.com/office/drawing/2014/main" id="{44C62A5D-F3D6-4D9B-B12A-308115F5048B}"/>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solidFill>
              </a:defRPr>
            </a:lvl1pPr>
          </a:lstStyle>
          <a:p>
            <a:fld id="{DC2615FD-9EC7-412B-BF79-CE00EAC56490}" type="slidenum">
              <a:rPr lang="ja-JP" altLang="en-US" smtClean="0"/>
              <a:pPr/>
              <a:t>‹#›</a:t>
            </a:fld>
            <a:endParaRPr lang="ja-JP" altLang="en-US"/>
          </a:p>
        </p:txBody>
      </p:sp>
    </p:spTree>
    <p:extLst>
      <p:ext uri="{BB962C8B-B14F-4D97-AF65-F5344CB8AC3E}">
        <p14:creationId xmlns:p14="http://schemas.microsoft.com/office/powerpoint/2010/main" val="2779956254"/>
      </p:ext>
    </p:extLst>
  </p:cSld>
  <p:clrMap bg1="lt1" tx1="dk1" bg2="lt2" tx2="dk2" accent1="accent1" accent2="accent2" accent3="accent3" accent4="accent4" accent5="accent5" accent6="accent6" hlink="hlink" folHlink="folHlink"/>
  <p:sldLayoutIdLst>
    <p:sldLayoutId id="2147488165" r:id="rId1"/>
    <p:sldLayoutId id="2147488166" r:id="rId2"/>
    <p:sldLayoutId id="2147488167" r:id="rId3"/>
    <p:sldLayoutId id="2147488168" r:id="rId4"/>
    <p:sldLayoutId id="2147488169" r:id="rId5"/>
    <p:sldLayoutId id="2147488170" r:id="rId6"/>
    <p:sldLayoutId id="2147488171" r:id="rId7"/>
  </p:sldLayoutIdLst>
  <p:txStyles>
    <p:titleStyle>
      <a:lvl1pPr algn="l" rtl="0" eaLnBrk="0" fontAlgn="base" hangingPunct="0">
        <a:spcBef>
          <a:spcPct val="0"/>
        </a:spcBef>
        <a:spcAft>
          <a:spcPct val="0"/>
        </a:spcAft>
        <a:defRPr kumimoji="1" sz="2200" b="1">
          <a:solidFill>
            <a:schemeClr val="tx2"/>
          </a:solidFill>
          <a:latin typeface="+mj-lt"/>
          <a:ea typeface="+mj-ea"/>
          <a:cs typeface="+mj-cs"/>
        </a:defRPr>
      </a:lvl1pPr>
      <a:lvl2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2pPr>
      <a:lvl3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3pPr>
      <a:lvl4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4pPr>
      <a:lvl5pPr algn="l" rtl="0" eaLnBrk="0" fontAlgn="base" hangingPunct="0">
        <a:spcBef>
          <a:spcPct val="0"/>
        </a:spcBef>
        <a:spcAft>
          <a:spcPct val="0"/>
        </a:spcAft>
        <a:defRPr kumimoji="1" sz="2200" b="1">
          <a:solidFill>
            <a:schemeClr val="tx2"/>
          </a:solidFill>
          <a:latin typeface="ＭＳ Ｐゴシック" pitchFamily="50" charset="-128"/>
          <a:ea typeface="ＭＳ Ｐゴシック" pitchFamily="50" charset="-128"/>
        </a:defRPr>
      </a:lvl5pPr>
      <a:lvl6pPr marL="4572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6pPr>
      <a:lvl7pPr marL="9144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7pPr>
      <a:lvl8pPr marL="13716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8pPr>
      <a:lvl9pPr marL="1828800" algn="l" rtl="0" fontAlgn="base">
        <a:spcBef>
          <a:spcPct val="0"/>
        </a:spcBef>
        <a:spcAft>
          <a:spcPct val="0"/>
        </a:spcAft>
        <a:defRPr kumimoji="1" sz="2200" b="1">
          <a:solidFill>
            <a:schemeClr val="tx2"/>
          </a:solidFill>
          <a:latin typeface="ＭＳ Ｐゴシック" pitchFamily="50" charset="-128"/>
          <a:ea typeface="ＭＳ Ｐゴシック" pitchFamily="50" charset="-128"/>
        </a:defRPr>
      </a:lvl9pPr>
    </p:titleStyle>
    <p:bodyStyle>
      <a:lvl1pPr marL="188913" indent="-188913" algn="l" rtl="0" eaLnBrk="0" fontAlgn="base" hangingPunct="0">
        <a:lnSpc>
          <a:spcPct val="125000"/>
        </a:lnSpc>
        <a:spcBef>
          <a:spcPct val="80000"/>
        </a:spcBef>
        <a:spcAft>
          <a:spcPct val="0"/>
        </a:spcAft>
        <a:buClr>
          <a:srgbClr val="003C2C"/>
        </a:buClr>
        <a:buFont typeface="Wingdings" pitchFamily="2" charset="2"/>
        <a:buChar char="l"/>
        <a:defRPr kumimoji="1">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0">
          <p15:clr>
            <a:srgbClr val="F26B43"/>
          </p15:clr>
        </p15:guide>
        <p15:guide id="3" pos="104">
          <p15:clr>
            <a:srgbClr val="F26B43"/>
          </p15:clr>
        </p15:guide>
        <p15:guide id="4" pos="61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8.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88.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88.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8.xml"/></Relationships>
</file>

<file path=ppt/slides/_rels/slide1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1.xml"/><Relationship Id="rId1" Type="http://schemas.openxmlformats.org/officeDocument/2006/relationships/slideLayout" Target="../slideLayouts/slideLayout8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F153D-2A7C-415B-8993-1D3F964C499D}"/>
              </a:ext>
            </a:extLst>
          </p:cNvPr>
          <p:cNvSpPr>
            <a:spLocks noGrp="1"/>
          </p:cNvSpPr>
          <p:nvPr>
            <p:ph type="title"/>
          </p:nvPr>
        </p:nvSpPr>
        <p:spPr/>
        <p:txBody>
          <a:bodyPr/>
          <a:lstStyle/>
          <a:p>
            <a:pPr marL="0" indent="0" eaLnBrk="1" hangingPunct="1">
              <a:spcAft>
                <a:spcPts val="0"/>
              </a:spcAft>
              <a:defRPr/>
            </a:pPr>
            <a:r>
              <a:rPr lang="ja-JP" altLang="en-US">
                <a:latin typeface="+mn-ea"/>
                <a:ea typeface="+mn-ea"/>
              </a:rPr>
              <a:t>０．アジェンダ</a:t>
            </a:r>
            <a:endParaRPr kumimoji="1" lang="en-US" altLang="ja-JP" sz="1800">
              <a:latin typeface="+mn-ea"/>
              <a:ea typeface="+mn-ea"/>
            </a:endParaRPr>
          </a:p>
        </p:txBody>
      </p:sp>
      <p:graphicFrame>
        <p:nvGraphicFramePr>
          <p:cNvPr id="3" name="表 2">
            <a:extLst>
              <a:ext uri="{FF2B5EF4-FFF2-40B4-BE49-F238E27FC236}">
                <a16:creationId xmlns:a16="http://schemas.microsoft.com/office/drawing/2014/main" id="{B4BAFE0E-B3C2-8B3C-A3E7-A00C51A20E7F}"/>
              </a:ext>
            </a:extLst>
          </p:cNvPr>
          <p:cNvGraphicFramePr>
            <a:graphicFrameLocks noGrp="1"/>
          </p:cNvGraphicFramePr>
          <p:nvPr>
            <p:extLst>
              <p:ext uri="{D42A27DB-BD31-4B8C-83A1-F6EECF244321}">
                <p14:modId xmlns:p14="http://schemas.microsoft.com/office/powerpoint/2010/main" val="3791223372"/>
              </p:ext>
            </p:extLst>
          </p:nvPr>
        </p:nvGraphicFramePr>
        <p:xfrm>
          <a:off x="146439" y="1544019"/>
          <a:ext cx="9607161" cy="4111833"/>
        </p:xfrm>
        <a:graphic>
          <a:graphicData uri="http://schemas.openxmlformats.org/drawingml/2006/table">
            <a:tbl>
              <a:tblPr firstRow="1" bandRow="1"/>
              <a:tblGrid>
                <a:gridCol w="536857">
                  <a:extLst>
                    <a:ext uri="{9D8B030D-6E8A-4147-A177-3AD203B41FA5}">
                      <a16:colId xmlns:a16="http://schemas.microsoft.com/office/drawing/2014/main" val="2111247577"/>
                    </a:ext>
                  </a:extLst>
                </a:gridCol>
                <a:gridCol w="2352739">
                  <a:extLst>
                    <a:ext uri="{9D8B030D-6E8A-4147-A177-3AD203B41FA5}">
                      <a16:colId xmlns:a16="http://schemas.microsoft.com/office/drawing/2014/main" val="253952805"/>
                    </a:ext>
                  </a:extLst>
                </a:gridCol>
                <a:gridCol w="4974159">
                  <a:extLst>
                    <a:ext uri="{9D8B030D-6E8A-4147-A177-3AD203B41FA5}">
                      <a16:colId xmlns:a16="http://schemas.microsoft.com/office/drawing/2014/main" val="145456141"/>
                    </a:ext>
                  </a:extLst>
                </a:gridCol>
                <a:gridCol w="871703">
                  <a:extLst>
                    <a:ext uri="{9D8B030D-6E8A-4147-A177-3AD203B41FA5}">
                      <a16:colId xmlns:a16="http://schemas.microsoft.com/office/drawing/2014/main" val="4250550550"/>
                    </a:ext>
                  </a:extLst>
                </a:gridCol>
                <a:gridCol w="871703">
                  <a:extLst>
                    <a:ext uri="{9D8B030D-6E8A-4147-A177-3AD203B41FA5}">
                      <a16:colId xmlns:a16="http://schemas.microsoft.com/office/drawing/2014/main" val="608725056"/>
                    </a:ext>
                  </a:extLst>
                </a:gridCol>
              </a:tblGrid>
              <a:tr h="381106">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eaLnBrk="1" hangingPunct="1">
                        <a:lnSpc>
                          <a:spcPct val="100000"/>
                        </a:lnSpc>
                        <a:spcBef>
                          <a:spcPts val="0"/>
                        </a:spcBef>
                        <a:buClrTx/>
                        <a:buFontTx/>
                        <a:buNone/>
                      </a:pPr>
                      <a:r>
                        <a:rPr lang="en-US" altLang="ja-JP" sz="1400" b="1">
                          <a:solidFill>
                            <a:schemeClr val="tx1"/>
                          </a:solidFill>
                          <a:latin typeface="+mn-ea"/>
                          <a:ea typeface="+mn-ea"/>
                        </a:rPr>
                        <a:t>No.</a:t>
                      </a: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5BF">
                        <a:lumMod val="20000"/>
                        <a:lumOff val="80000"/>
                      </a:srgbClr>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eaLnBrk="1" hangingPunct="1">
                        <a:lnSpc>
                          <a:spcPct val="100000"/>
                        </a:lnSpc>
                        <a:spcBef>
                          <a:spcPts val="0"/>
                        </a:spcBef>
                        <a:buClrTx/>
                        <a:buFontTx/>
                        <a:buNone/>
                      </a:pPr>
                      <a:r>
                        <a:rPr lang="ja-JP" altLang="en-US" sz="1400" b="1">
                          <a:solidFill>
                            <a:schemeClr val="tx1"/>
                          </a:solidFill>
                          <a:latin typeface="+mn-ea"/>
                          <a:ea typeface="+mn-ea"/>
                        </a:rPr>
                        <a:t>報告事項</a:t>
                      </a:r>
                      <a:endParaRPr lang="en-US" altLang="ja-JP" sz="1400" b="1">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5BF">
                        <a:lumMod val="20000"/>
                        <a:lumOff val="80000"/>
                      </a:srgbClr>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eaLnBrk="1" hangingPunct="1">
                        <a:lnSpc>
                          <a:spcPct val="100000"/>
                        </a:lnSpc>
                        <a:spcBef>
                          <a:spcPts val="0"/>
                        </a:spcBef>
                        <a:buClrTx/>
                        <a:buFontTx/>
                        <a:buNone/>
                      </a:pPr>
                      <a:r>
                        <a:rPr lang="ja-JP" altLang="en-US" sz="1400" b="1">
                          <a:solidFill>
                            <a:schemeClr val="tx1"/>
                          </a:solidFill>
                          <a:latin typeface="+mn-ea"/>
                          <a:ea typeface="+mn-ea"/>
                        </a:rPr>
                        <a:t>概要</a:t>
                      </a:r>
                      <a:endParaRPr lang="en-US" altLang="ja-JP" sz="1400" b="1">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5BF">
                        <a:lumMod val="20000"/>
                        <a:lumOff val="80000"/>
                      </a:srgbClr>
                    </a:solidFill>
                  </a:tcPr>
                </a:tc>
                <a:tc>
                  <a:txBody>
                    <a:bodyPr/>
                    <a:lstStyle/>
                    <a:p>
                      <a:pPr algn="ctr" eaLnBrk="1" hangingPunct="1">
                        <a:lnSpc>
                          <a:spcPct val="100000"/>
                        </a:lnSpc>
                        <a:spcBef>
                          <a:spcPts val="0"/>
                        </a:spcBef>
                        <a:buClrTx/>
                        <a:buFontTx/>
                        <a:buNone/>
                      </a:pPr>
                      <a:r>
                        <a:rPr lang="ja-JP" altLang="en-US" sz="1400" b="1">
                          <a:solidFill>
                            <a:schemeClr val="tx1"/>
                          </a:solidFill>
                          <a:latin typeface="+mn-ea"/>
                          <a:ea typeface="+mn-ea"/>
                        </a:rPr>
                        <a:t>報告者</a:t>
                      </a:r>
                      <a:endParaRPr lang="zh-TW" altLang="en-US" sz="1400" b="1">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5BF">
                        <a:lumMod val="20000"/>
                        <a:lumOff val="80000"/>
                      </a:srgbClr>
                    </a:solidFill>
                  </a:tcPr>
                </a:tc>
                <a:tc>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eaLnBrk="1" hangingPunct="1">
                        <a:lnSpc>
                          <a:spcPct val="100000"/>
                        </a:lnSpc>
                        <a:spcBef>
                          <a:spcPts val="0"/>
                        </a:spcBef>
                        <a:buClrTx/>
                        <a:buFontTx/>
                        <a:buNone/>
                      </a:pPr>
                      <a:r>
                        <a:rPr lang="ja-JP" altLang="en-US" sz="1400" b="1">
                          <a:solidFill>
                            <a:schemeClr val="tx1"/>
                          </a:solidFill>
                          <a:latin typeface="+mn-ea"/>
                          <a:ea typeface="+mn-ea"/>
                        </a:rPr>
                        <a:t>時間</a:t>
                      </a:r>
                      <a:endParaRPr lang="zh-TW" altLang="en-US" sz="1400" b="1">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0075BF">
                        <a:lumMod val="20000"/>
                        <a:lumOff val="80000"/>
                      </a:srgbClr>
                    </a:solidFill>
                  </a:tcPr>
                </a:tc>
                <a:extLst>
                  <a:ext uri="{0D108BD9-81ED-4DB2-BD59-A6C34878D82A}">
                    <a16:rowId xmlns:a16="http://schemas.microsoft.com/office/drawing/2014/main" val="2232190845"/>
                  </a:ext>
                </a:extLst>
              </a:tr>
              <a:tr h="1629108">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eaLnBrk="1" hangingPunct="1">
                        <a:lnSpc>
                          <a:spcPct val="100000"/>
                        </a:lnSpc>
                        <a:spcBef>
                          <a:spcPts val="0"/>
                        </a:spcBef>
                        <a:buClrTx/>
                        <a:buFontTx/>
                        <a:buNone/>
                      </a:pPr>
                      <a:r>
                        <a:rPr lang="en-US" altLang="ja-JP" sz="1200" b="0" strike="noStrike" baseline="0">
                          <a:solidFill>
                            <a:schemeClr val="tx1"/>
                          </a:solidFill>
                          <a:latin typeface="+mn-ea"/>
                          <a:ea typeface="+mn-ea"/>
                        </a:rPr>
                        <a:t>Ⅰ</a:t>
                      </a: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0" strike="noStrike" baseline="0">
                          <a:solidFill>
                            <a:schemeClr val="tx1"/>
                          </a:solidFill>
                          <a:latin typeface="+mn-ea"/>
                          <a:ea typeface="+mn-ea"/>
                        </a:rPr>
                        <a:t>検討状況の報告</a:t>
                      </a:r>
                      <a:endParaRPr lang="en-US" altLang="ja-JP"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eaLnBrk="1" hangingPunct="1">
                        <a:lnSpc>
                          <a:spcPct val="100000"/>
                        </a:lnSpc>
                        <a:spcBef>
                          <a:spcPts val="0"/>
                        </a:spcBef>
                        <a:buClrTx/>
                        <a:buFontTx/>
                        <a:buNone/>
                      </a:pPr>
                      <a:r>
                        <a:rPr lang="ja-JP" altLang="en-US" sz="1200" b="0" strike="noStrike" baseline="0">
                          <a:solidFill>
                            <a:schemeClr val="tx1"/>
                          </a:solidFill>
                          <a:latin typeface="+mn-ea"/>
                          <a:ea typeface="+mn-ea"/>
                        </a:rPr>
                        <a:t>・検討状況のご報告（</a:t>
                      </a:r>
                      <a:r>
                        <a:rPr lang="en-US" altLang="ja-JP" sz="1200" b="0" strike="noStrike" baseline="0">
                          <a:solidFill>
                            <a:schemeClr val="tx1"/>
                          </a:solidFill>
                          <a:latin typeface="+mn-ea"/>
                          <a:ea typeface="+mn-ea"/>
                        </a:rPr>
                        <a:t>10</a:t>
                      </a:r>
                      <a:r>
                        <a:rPr kumimoji="1" lang="ja-JP" altLang="en-US" sz="1200" b="0" strike="noStrike" kern="1200" baseline="0">
                          <a:solidFill>
                            <a:schemeClr val="tx1"/>
                          </a:solidFill>
                          <a:latin typeface="+mn-ea"/>
                          <a:ea typeface="Meiryo UI"/>
                          <a:cs typeface="+mn-cs"/>
                        </a:rPr>
                        <a:t>月</a:t>
                      </a:r>
                      <a:r>
                        <a:rPr kumimoji="1" lang="en-US" altLang="ja-JP" sz="1200" b="0" strike="noStrike" kern="1200" baseline="0">
                          <a:solidFill>
                            <a:schemeClr val="tx1"/>
                          </a:solidFill>
                          <a:latin typeface="+mn-ea"/>
                          <a:ea typeface="Meiryo UI"/>
                          <a:cs typeface="+mn-cs"/>
                        </a:rPr>
                        <a:t>21</a:t>
                      </a:r>
                      <a:r>
                        <a:rPr kumimoji="1" lang="ja-JP" altLang="en-US" sz="1200" b="0" strike="noStrike" kern="1200" baseline="0">
                          <a:solidFill>
                            <a:schemeClr val="tx1"/>
                          </a:solidFill>
                          <a:latin typeface="+mn-ea"/>
                          <a:ea typeface="Meiryo UI"/>
                          <a:cs typeface="+mn-cs"/>
                        </a:rPr>
                        <a:t>日時点）</a:t>
                      </a:r>
                      <a:endParaRPr kumimoji="1" lang="en-US" altLang="ja-JP" sz="1200" b="0" strike="noStrike" kern="1200" baseline="0">
                        <a:solidFill>
                          <a:schemeClr val="tx1"/>
                        </a:solidFill>
                        <a:latin typeface="+mn-ea"/>
                        <a:ea typeface="Meiryo UI"/>
                        <a:cs typeface="+mn-cs"/>
                      </a:endParaRPr>
                    </a:p>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・個別検討項目の内容説明</a:t>
                      </a:r>
                      <a:endParaRPr kumimoji="1" lang="en-US" altLang="ja-JP" sz="1200" b="0" strike="noStrike" kern="1200" baseline="0">
                        <a:solidFill>
                          <a:schemeClr val="tx1"/>
                        </a:solidFill>
                        <a:latin typeface="+mn-ea"/>
                        <a:ea typeface="Meiryo UI"/>
                        <a:cs typeface="+mn-cs"/>
                      </a:endParaRPr>
                    </a:p>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　① 仮想基盤構築の検討状況</a:t>
                      </a:r>
                      <a:endParaRPr kumimoji="1" lang="en-US" altLang="ja-JP" sz="1200" b="0" strike="noStrike" kern="1200" baseline="0">
                        <a:solidFill>
                          <a:schemeClr val="tx1"/>
                        </a:solidFill>
                        <a:latin typeface="+mn-ea"/>
                        <a:ea typeface="Meiryo UI"/>
                        <a:cs typeface="+mn-cs"/>
                      </a:endParaRPr>
                    </a:p>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　</a:t>
                      </a:r>
                      <a:r>
                        <a:rPr kumimoji="1" lang="ja-JP" altLang="en-US" sz="1200" b="0" strike="noStrike" kern="1200" baseline="0">
                          <a:solidFill>
                            <a:schemeClr val="bg1">
                              <a:lumMod val="50000"/>
                            </a:schemeClr>
                          </a:solidFill>
                          <a:latin typeface="+mn-ea"/>
                          <a:ea typeface="Meiryo UI"/>
                          <a:cs typeface="+mn-cs"/>
                        </a:rPr>
                        <a:t>② アウトバウンド後継製品の機能要件比較</a:t>
                      </a:r>
                      <a:endParaRPr kumimoji="1" lang="en-US" altLang="ja-JP" sz="1200" b="0" strike="noStrike" kern="1200" baseline="0">
                        <a:solidFill>
                          <a:schemeClr val="bg1">
                            <a:lumMod val="50000"/>
                          </a:schemeClr>
                        </a:solidFill>
                        <a:latin typeface="+mn-ea"/>
                        <a:ea typeface="Meiryo UI"/>
                        <a:cs typeface="+mn-cs"/>
                      </a:endParaRPr>
                    </a:p>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　</a:t>
                      </a:r>
                      <a:r>
                        <a:rPr kumimoji="1" lang="ja-JP" altLang="en-US" sz="1200" b="0" strike="noStrike" kern="1200" baseline="0">
                          <a:solidFill>
                            <a:schemeClr val="bg1">
                              <a:lumMod val="50000"/>
                            </a:schemeClr>
                          </a:solidFill>
                          <a:latin typeface="+mn-ea"/>
                          <a:ea typeface="Meiryo UI"/>
                          <a:cs typeface="+mn-cs"/>
                        </a:rPr>
                        <a:t>③ 共同利用対象範囲の見直し状況</a:t>
                      </a:r>
                      <a:endParaRPr kumimoji="1" lang="en-US" altLang="ja-JP" sz="1200" b="0" strike="noStrike" kern="1200" baseline="0">
                        <a:solidFill>
                          <a:schemeClr val="bg1">
                            <a:lumMod val="50000"/>
                          </a:schemeClr>
                        </a:solidFill>
                        <a:latin typeface="+mn-ea"/>
                        <a:ea typeface="Meiryo UI"/>
                        <a:cs typeface="+mn-cs"/>
                      </a:endParaRPr>
                    </a:p>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　</a:t>
                      </a:r>
                      <a:r>
                        <a:rPr kumimoji="1" lang="ja-JP" altLang="en-US" sz="1200" b="0" strike="noStrike" kern="1200" baseline="0">
                          <a:solidFill>
                            <a:schemeClr val="bg1">
                              <a:lumMod val="50000"/>
                            </a:schemeClr>
                          </a:solidFill>
                          <a:latin typeface="+mn-ea"/>
                          <a:ea typeface="Meiryo UI"/>
                          <a:cs typeface="+mn-cs"/>
                        </a:rPr>
                        <a:t>④ 資産化スキームの見直し状況</a:t>
                      </a:r>
                      <a:endParaRPr kumimoji="1" lang="en-US" altLang="ja-JP" sz="1200" b="0" strike="noStrike" kern="1200" baseline="0">
                        <a:solidFill>
                          <a:schemeClr val="bg1">
                            <a:lumMod val="50000"/>
                          </a:schemeClr>
                        </a:solidFill>
                        <a:latin typeface="+mn-ea"/>
                        <a:ea typeface="Meiryo UI"/>
                        <a:cs typeface="+mn-cs"/>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eaLnBrk="1" hangingPunct="1">
                        <a:lnSpc>
                          <a:spcPct val="100000"/>
                        </a:lnSpc>
                        <a:spcBef>
                          <a:spcPts val="0"/>
                        </a:spcBef>
                        <a:buClrTx/>
                        <a:buFontTx/>
                        <a:buNone/>
                      </a:pPr>
                      <a:r>
                        <a:rPr lang="en-US" altLang="ja-JP" sz="1200" b="0" strike="noStrike" baseline="0">
                          <a:solidFill>
                            <a:schemeClr val="tx1"/>
                          </a:solidFill>
                          <a:latin typeface="+mn-ea"/>
                          <a:ea typeface="+mn-ea"/>
                        </a:rPr>
                        <a:t>JRI</a:t>
                      </a:r>
                      <a:endParaRPr lang="zh-TW" altLang="en-US"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eaLnBrk="1" hangingPunct="1">
                        <a:lnSpc>
                          <a:spcPct val="100000"/>
                        </a:lnSpc>
                        <a:spcBef>
                          <a:spcPts val="0"/>
                        </a:spcBef>
                        <a:buClrTx/>
                        <a:buFontTx/>
                        <a:buNone/>
                      </a:pPr>
                      <a:r>
                        <a:rPr lang="en-US" altLang="ja-JP" sz="1200" b="0">
                          <a:solidFill>
                            <a:schemeClr val="tx1"/>
                          </a:solidFill>
                          <a:latin typeface="+mn-ea"/>
                          <a:ea typeface="+mn-ea"/>
                        </a:rPr>
                        <a:t>10</a:t>
                      </a:r>
                      <a:r>
                        <a:rPr lang="ja-JP" altLang="en-US" sz="1200" b="0">
                          <a:solidFill>
                            <a:schemeClr val="tx1"/>
                          </a:solidFill>
                          <a:latin typeface="+mn-ea"/>
                          <a:ea typeface="+mn-ea"/>
                        </a:rPr>
                        <a:t>分</a:t>
                      </a:r>
                      <a:endParaRPr lang="zh-TW" altLang="en-US" sz="1200" b="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85893992"/>
                  </a:ext>
                </a:extLst>
              </a:tr>
              <a:tr h="1063487">
                <a:tc>
                  <a:txBody>
                    <a:bodyPr/>
                    <a:lstStyle/>
                    <a:p>
                      <a:pPr algn="ctr" eaLnBrk="1" hangingPunct="1">
                        <a:lnSpc>
                          <a:spcPct val="100000"/>
                        </a:lnSpc>
                        <a:spcBef>
                          <a:spcPts val="0"/>
                        </a:spcBef>
                        <a:buClrTx/>
                        <a:buFontTx/>
                        <a:buNone/>
                      </a:pPr>
                      <a:r>
                        <a:rPr lang="en-US" altLang="ja-JP" sz="1200" b="0" strike="noStrike" baseline="0">
                          <a:solidFill>
                            <a:schemeClr val="tx1"/>
                          </a:solidFill>
                          <a:latin typeface="+mn-ea"/>
                          <a:ea typeface="+mn-ea"/>
                        </a:rPr>
                        <a:t>Ⅱ</a:t>
                      </a: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0" strike="noStrike" baseline="0">
                          <a:solidFill>
                            <a:schemeClr val="tx1"/>
                          </a:solidFill>
                          <a:latin typeface="+mn-ea"/>
                          <a:ea typeface="+mn-ea"/>
                        </a:rPr>
                        <a:t>検討結果の報告</a:t>
                      </a:r>
                      <a:endParaRPr lang="en-US" altLang="ja-JP"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eaLnBrk="1" hangingPunct="1">
                        <a:lnSpc>
                          <a:spcPct val="100000"/>
                        </a:lnSpc>
                        <a:spcBef>
                          <a:spcPts val="0"/>
                        </a:spcBef>
                        <a:buClrTx/>
                        <a:buFontTx/>
                        <a:buNone/>
                      </a:pPr>
                      <a:r>
                        <a:rPr kumimoji="1" lang="ja-JP" altLang="en-US" sz="1200" b="0" strike="noStrike" kern="1200" baseline="0">
                          <a:solidFill>
                            <a:schemeClr val="tx1"/>
                          </a:solidFill>
                          <a:latin typeface="+mn-ea"/>
                          <a:ea typeface="Meiryo UI"/>
                          <a:cs typeface="+mn-cs"/>
                        </a:rPr>
                        <a:t>・</a:t>
                      </a:r>
                      <a:r>
                        <a:rPr kumimoji="1" lang="en-US" altLang="ja-JP" sz="1200" b="0" strike="noStrike" kern="1200" baseline="0">
                          <a:solidFill>
                            <a:schemeClr val="tx1"/>
                          </a:solidFill>
                          <a:latin typeface="+mn-ea"/>
                          <a:ea typeface="Meiryo UI"/>
                          <a:cs typeface="+mn-cs"/>
                        </a:rPr>
                        <a:t>CC</a:t>
                      </a:r>
                      <a:r>
                        <a:rPr kumimoji="1" lang="ja-JP" altLang="en-US" sz="1200" b="0" strike="noStrike" kern="1200" baseline="0">
                          <a:solidFill>
                            <a:schemeClr val="tx1"/>
                          </a:solidFill>
                          <a:latin typeface="+mn-ea"/>
                          <a:ea typeface="Meiryo UI"/>
                          <a:cs typeface="+mn-cs"/>
                        </a:rPr>
                        <a:t>共通基盤の更改方針検討結果のご報告</a:t>
                      </a:r>
                      <a:endParaRPr kumimoji="1" lang="en-US" altLang="ja-JP" sz="1200" b="0" strike="noStrike" kern="1200" baseline="0">
                        <a:solidFill>
                          <a:schemeClr val="tx1"/>
                        </a:solidFill>
                        <a:latin typeface="+mn-ea"/>
                        <a:ea typeface="Meiryo UI"/>
                        <a:cs typeface="+mn-cs"/>
                      </a:endParaRPr>
                    </a:p>
                    <a:p>
                      <a:pPr algn="l" eaLnBrk="1" hangingPunct="1">
                        <a:lnSpc>
                          <a:spcPct val="100000"/>
                        </a:lnSpc>
                        <a:spcBef>
                          <a:spcPts val="0"/>
                        </a:spcBef>
                        <a:buClrTx/>
                        <a:buFontTx/>
                        <a:buNone/>
                      </a:pPr>
                      <a:endParaRPr kumimoji="1" lang="en-US" altLang="ja-JP" sz="1200" b="0" strike="noStrike" kern="1200" baseline="0">
                        <a:solidFill>
                          <a:schemeClr val="tx1"/>
                        </a:solidFill>
                        <a:latin typeface="+mn-ea"/>
                        <a:ea typeface="Meiryo UI"/>
                        <a:cs typeface="+mn-cs"/>
                      </a:endParaRPr>
                    </a:p>
                    <a:p>
                      <a:pPr algn="l" eaLnBrk="1" hangingPunct="1">
                        <a:lnSpc>
                          <a:spcPct val="100000"/>
                        </a:lnSpc>
                        <a:spcBef>
                          <a:spcPts val="0"/>
                        </a:spcBef>
                        <a:buClrTx/>
                        <a:buFontTx/>
                        <a:buNone/>
                      </a:pPr>
                      <a:r>
                        <a:rPr kumimoji="1" lang="en-US" altLang="ja-JP" sz="1200" b="0" strike="noStrike" kern="1200" baseline="0">
                          <a:solidFill>
                            <a:schemeClr val="tx1"/>
                          </a:solidFill>
                          <a:latin typeface="+mn-ea"/>
                          <a:ea typeface="Meiryo UI"/>
                          <a:cs typeface="+mn-cs"/>
                        </a:rPr>
                        <a:t>※</a:t>
                      </a:r>
                      <a:r>
                        <a:rPr kumimoji="1" lang="ja-JP" altLang="en-US" sz="1200" b="0" strike="noStrike" kern="1200" baseline="0">
                          <a:solidFill>
                            <a:schemeClr val="tx1"/>
                          </a:solidFill>
                          <a:latin typeface="+mn-ea"/>
                          <a:ea typeface="Meiryo UI"/>
                          <a:cs typeface="+mn-cs"/>
                        </a:rPr>
                        <a:t>本会議終了後、</a:t>
                      </a:r>
                      <a:r>
                        <a:rPr kumimoji="1" lang="en-US" altLang="ja-JP" sz="1200" b="0" strike="noStrike" kern="1200" baseline="0">
                          <a:solidFill>
                            <a:srgbClr val="C00000"/>
                          </a:solidFill>
                          <a:latin typeface="+mn-ea"/>
                          <a:ea typeface="Meiryo UI"/>
                          <a:cs typeface="+mn-cs"/>
                        </a:rPr>
                        <a:t>1</a:t>
                      </a:r>
                      <a:r>
                        <a:rPr kumimoji="1" lang="ja-JP" altLang="en-US" sz="1200" b="0" strike="noStrike" kern="1200" baseline="0">
                          <a:solidFill>
                            <a:srgbClr val="C00000"/>
                          </a:solidFill>
                          <a:latin typeface="+mn-ea"/>
                          <a:ea typeface="Meiryo UI"/>
                          <a:cs typeface="+mn-cs"/>
                        </a:rPr>
                        <a:t>週間以内にご意見をいただき反対意見がない場合には合意済</a:t>
                      </a:r>
                      <a:r>
                        <a:rPr kumimoji="1" lang="ja-JP" altLang="en-US" sz="1200" b="0" strike="noStrike" kern="1200" baseline="0">
                          <a:solidFill>
                            <a:schemeClr val="tx1"/>
                          </a:solidFill>
                          <a:latin typeface="+mn-ea"/>
                          <a:ea typeface="Meiryo UI"/>
                          <a:cs typeface="+mn-cs"/>
                        </a:rPr>
                        <a:t>とさせていただきます。</a:t>
                      </a:r>
                      <a:endParaRPr kumimoji="1" lang="en-US" altLang="ja-JP" sz="1200" b="0" strike="noStrike" kern="1200" baseline="0">
                        <a:solidFill>
                          <a:schemeClr val="tx1"/>
                        </a:solidFill>
                        <a:latin typeface="+mn-ea"/>
                        <a:ea typeface="Meiryo UI"/>
                        <a:cs typeface="+mn-cs"/>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eaLnBrk="1" hangingPunct="1">
                        <a:lnSpc>
                          <a:spcPct val="100000"/>
                        </a:lnSpc>
                        <a:spcBef>
                          <a:spcPts val="0"/>
                        </a:spcBef>
                        <a:buClrTx/>
                        <a:buFontTx/>
                        <a:buNone/>
                      </a:pPr>
                      <a:r>
                        <a:rPr lang="en-US" altLang="ja-JP" sz="1200" b="0" strike="noStrike" baseline="0">
                          <a:solidFill>
                            <a:schemeClr val="tx1"/>
                          </a:solidFill>
                          <a:latin typeface="+mn-ea"/>
                          <a:ea typeface="+mn-ea"/>
                        </a:rPr>
                        <a:t>JRI</a:t>
                      </a:r>
                      <a:endParaRPr lang="zh-TW" altLang="en-US"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eaLnBrk="1" hangingPunct="1">
                        <a:lnSpc>
                          <a:spcPct val="100000"/>
                        </a:lnSpc>
                        <a:spcBef>
                          <a:spcPts val="0"/>
                        </a:spcBef>
                        <a:buClrTx/>
                        <a:buFontTx/>
                        <a:buNone/>
                      </a:pPr>
                      <a:r>
                        <a:rPr lang="en-US" altLang="ja-JP" sz="1200" b="0">
                          <a:solidFill>
                            <a:schemeClr val="tx1"/>
                          </a:solidFill>
                          <a:latin typeface="+mn-ea"/>
                          <a:ea typeface="+mn-ea"/>
                        </a:rPr>
                        <a:t>20</a:t>
                      </a:r>
                      <a:r>
                        <a:rPr lang="ja-JP" altLang="en-US" sz="1200" b="0">
                          <a:solidFill>
                            <a:schemeClr val="tx1"/>
                          </a:solidFill>
                          <a:latin typeface="+mn-ea"/>
                          <a:ea typeface="+mn-ea"/>
                        </a:rPr>
                        <a:t>分</a:t>
                      </a:r>
                      <a:endParaRPr lang="zh-TW" altLang="en-US" sz="1200" b="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64988371"/>
                  </a:ext>
                </a:extLst>
              </a:tr>
              <a:tr h="657026">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eaLnBrk="1" hangingPunct="1">
                        <a:lnSpc>
                          <a:spcPct val="100000"/>
                        </a:lnSpc>
                        <a:spcBef>
                          <a:spcPts val="0"/>
                        </a:spcBef>
                        <a:buClrTx/>
                        <a:buFontTx/>
                        <a:buNone/>
                      </a:pPr>
                      <a:r>
                        <a:rPr lang="en-US" altLang="ja-JP" sz="1200" b="0">
                          <a:solidFill>
                            <a:schemeClr val="tx1"/>
                          </a:solidFill>
                          <a:latin typeface="+mn-ea"/>
                          <a:ea typeface="+mn-ea"/>
                        </a:rPr>
                        <a:t>Ⅲ</a:t>
                      </a: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b="0" strike="noStrike" baseline="0">
                          <a:solidFill>
                            <a:schemeClr val="tx1"/>
                          </a:solidFill>
                          <a:latin typeface="+mn-ea"/>
                          <a:ea typeface="+mn-ea"/>
                        </a:rPr>
                        <a:t>質疑応答</a:t>
                      </a:r>
                      <a:endParaRPr lang="en-US" altLang="ja-JP"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eaLnBrk="1" hangingPunct="1">
                        <a:lnSpc>
                          <a:spcPct val="100000"/>
                        </a:lnSpc>
                        <a:spcBef>
                          <a:spcPts val="0"/>
                        </a:spcBef>
                        <a:buClrTx/>
                        <a:buFontTx/>
                        <a:buNone/>
                      </a:pPr>
                      <a:r>
                        <a:rPr lang="ja-JP" altLang="en-US" sz="1200" b="0" strike="noStrike" baseline="0">
                          <a:solidFill>
                            <a:schemeClr val="tx1"/>
                          </a:solidFill>
                          <a:latin typeface="+mn-ea"/>
                          <a:ea typeface="+mn-ea"/>
                        </a:rPr>
                        <a:t>・上記に対する質疑応答</a:t>
                      </a:r>
                      <a:endParaRPr lang="en-US" altLang="ja-JP"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eaLnBrk="1" hangingPunct="1">
                        <a:lnSpc>
                          <a:spcPct val="100000"/>
                        </a:lnSpc>
                        <a:spcBef>
                          <a:spcPts val="0"/>
                        </a:spcBef>
                        <a:buClrTx/>
                        <a:buFontTx/>
                        <a:buNone/>
                      </a:pPr>
                      <a:r>
                        <a:rPr lang="ja-JP" altLang="en-US" sz="1200" b="0" strike="noStrike" baseline="0">
                          <a:solidFill>
                            <a:schemeClr val="tx1"/>
                          </a:solidFill>
                          <a:latin typeface="+mn-ea"/>
                          <a:ea typeface="+mn-ea"/>
                        </a:rPr>
                        <a:t>ー</a:t>
                      </a:r>
                      <a:endParaRPr lang="zh-TW" altLang="en-US"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eaLnBrk="1" hangingPunct="1">
                        <a:lnSpc>
                          <a:spcPct val="100000"/>
                        </a:lnSpc>
                        <a:spcBef>
                          <a:spcPts val="0"/>
                        </a:spcBef>
                        <a:buClrTx/>
                        <a:buFontTx/>
                        <a:buNone/>
                      </a:pPr>
                      <a:r>
                        <a:rPr lang="en-US" altLang="ja-JP" sz="1200" b="0" strike="noStrike" baseline="0">
                          <a:solidFill>
                            <a:schemeClr val="tx1"/>
                          </a:solidFill>
                          <a:latin typeface="+mn-ea"/>
                          <a:ea typeface="+mn-ea"/>
                        </a:rPr>
                        <a:t>10</a:t>
                      </a:r>
                      <a:r>
                        <a:rPr lang="ja-JP" altLang="en-US" sz="1200" b="0" strike="noStrike" baseline="0">
                          <a:solidFill>
                            <a:schemeClr val="tx1"/>
                          </a:solidFill>
                          <a:latin typeface="+mn-ea"/>
                          <a:ea typeface="+mn-ea"/>
                        </a:rPr>
                        <a:t>分</a:t>
                      </a:r>
                      <a:endParaRPr lang="zh-TW" altLang="en-US" sz="1200" b="0" strike="noStrike" baseline="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6444892"/>
                  </a:ext>
                </a:extLst>
              </a:tr>
              <a:tr h="381106">
                <a:tc gridSpan="3">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l" eaLnBrk="1" hangingPunct="1">
                        <a:lnSpc>
                          <a:spcPct val="100000"/>
                        </a:lnSpc>
                        <a:spcBef>
                          <a:spcPts val="0"/>
                        </a:spcBef>
                        <a:buClrTx/>
                        <a:buFontTx/>
                        <a:buNone/>
                      </a:pPr>
                      <a:r>
                        <a:rPr lang="ja-JP" altLang="en-US" sz="1200">
                          <a:solidFill>
                            <a:schemeClr val="tx1"/>
                          </a:solidFill>
                          <a:latin typeface="+mn-ea"/>
                          <a:ea typeface="+mn-ea"/>
                        </a:rPr>
                        <a:t>合計</a:t>
                      </a:r>
                      <a:endParaRPr lang="en-US" altLang="ja-JP" sz="120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ja-JP" altLang="en-US" sz="1400" b="0">
                        <a:solidFill>
                          <a:schemeClr val="accent6"/>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chemeClr val="tx1"/>
                          </a:solidFill>
                          <a:latin typeface="+mn-ea"/>
                          <a:ea typeface="+mn-ea"/>
                        </a:rPr>
                        <a:t>ー</a:t>
                      </a:r>
                      <a:endParaRPr lang="en-US" altLang="ja-JP" sz="120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n-ea"/>
                          <a:ea typeface="+mn-ea"/>
                        </a:rPr>
                        <a:t>40</a:t>
                      </a:r>
                      <a:r>
                        <a:rPr lang="ja-JP" altLang="en-US" sz="1200">
                          <a:solidFill>
                            <a:schemeClr val="tx1"/>
                          </a:solidFill>
                          <a:latin typeface="+mn-ea"/>
                          <a:ea typeface="+mn-ea"/>
                        </a:rPr>
                        <a:t>分</a:t>
                      </a:r>
                      <a:endParaRPr lang="en-US" altLang="ja-JP" sz="1200">
                        <a:solidFill>
                          <a:schemeClr val="tx1"/>
                        </a:solidFill>
                        <a:latin typeface="+mn-ea"/>
                        <a:ea typeface="+mn-ea"/>
                      </a:endParaRPr>
                    </a:p>
                  </a:txBody>
                  <a:tcPr marL="90000" marR="90000" marT="36000" marB="36000" anchor="ctr">
                    <a:lnL w="12700" cap="flat" cmpd="sng" algn="ctr">
                      <a:solidFill>
                        <a:srgbClr val="292929"/>
                      </a:solidFill>
                      <a:prstDash val="solid"/>
                      <a:round/>
                      <a:headEnd type="none" w="med" len="med"/>
                      <a:tailEnd type="none" w="med" len="med"/>
                    </a:lnL>
                    <a:lnR w="12700" cap="flat" cmpd="sng" algn="ctr">
                      <a:solidFill>
                        <a:srgbClr val="292929"/>
                      </a:solidFill>
                      <a:prstDash val="solid"/>
                      <a:round/>
                      <a:headEnd type="none" w="med" len="med"/>
                      <a:tailEnd type="none" w="med" len="med"/>
                    </a:lnR>
                    <a:lnT w="12700" cap="flat" cmpd="sng" algn="ctr">
                      <a:solidFill>
                        <a:srgbClr val="292929"/>
                      </a:solidFill>
                      <a:prstDash val="solid"/>
                      <a:round/>
                      <a:headEnd type="none" w="med" len="med"/>
                      <a:tailEnd type="none" w="med" len="med"/>
                    </a:lnT>
                    <a:lnB w="12700" cap="flat" cmpd="sng" algn="ctr">
                      <a:solidFill>
                        <a:srgbClr val="292929"/>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86193804"/>
                  </a:ext>
                </a:extLst>
              </a:tr>
            </a:tbl>
          </a:graphicData>
        </a:graphic>
      </p:graphicFrame>
      <p:graphicFrame>
        <p:nvGraphicFramePr>
          <p:cNvPr id="4" name="表 3">
            <a:extLst>
              <a:ext uri="{FF2B5EF4-FFF2-40B4-BE49-F238E27FC236}">
                <a16:creationId xmlns:a16="http://schemas.microsoft.com/office/drawing/2014/main" id="{F5270D83-A66B-E78C-DEE0-4D652D217B72}"/>
              </a:ext>
            </a:extLst>
          </p:cNvPr>
          <p:cNvGraphicFramePr>
            <a:graphicFrameLocks noGrp="1"/>
          </p:cNvGraphicFramePr>
          <p:nvPr/>
        </p:nvGraphicFramePr>
        <p:xfrm>
          <a:off x="146440" y="739029"/>
          <a:ext cx="9607160" cy="570720"/>
        </p:xfrm>
        <a:graphic>
          <a:graphicData uri="http://schemas.openxmlformats.org/drawingml/2006/table">
            <a:tbl>
              <a:tblPr firstRow="1" bandRow="1">
                <a:tableStyleId>{5C22544A-7EE6-4342-B048-85BDC9FD1C3A}</a:tableStyleId>
              </a:tblPr>
              <a:tblGrid>
                <a:gridCol w="1364965">
                  <a:extLst>
                    <a:ext uri="{9D8B030D-6E8A-4147-A177-3AD203B41FA5}">
                      <a16:colId xmlns:a16="http://schemas.microsoft.com/office/drawing/2014/main" val="20000"/>
                    </a:ext>
                  </a:extLst>
                </a:gridCol>
                <a:gridCol w="8242195">
                  <a:extLst>
                    <a:ext uri="{9D8B030D-6E8A-4147-A177-3AD203B41FA5}">
                      <a16:colId xmlns:a16="http://schemas.microsoft.com/office/drawing/2014/main" val="20002"/>
                    </a:ext>
                  </a:extLst>
                </a:gridCol>
              </a:tblGrid>
              <a:tr h="0">
                <a:tc>
                  <a:txBody>
                    <a:bodyPr/>
                    <a:lstStyle/>
                    <a:p>
                      <a:pPr>
                        <a:spcBef>
                          <a:spcPts val="0"/>
                        </a:spcBef>
                      </a:pPr>
                      <a:r>
                        <a:rPr kumimoji="1" lang="ja-JP" altLang="en-US" sz="1400" b="1">
                          <a:solidFill>
                            <a:srgbClr val="000000"/>
                          </a:solidFill>
                          <a:latin typeface="+mj-ea"/>
                          <a:ea typeface="+mj-ea"/>
                        </a:rPr>
                        <a:t>１．日時</a:t>
                      </a:r>
                    </a:p>
                  </a:txBody>
                  <a:tcPr marL="90000" marR="90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400" b="0">
                          <a:solidFill>
                            <a:schemeClr val="tx1"/>
                          </a:solidFill>
                          <a:latin typeface="+mj-ea"/>
                          <a:ea typeface="+mj-ea"/>
                        </a:rPr>
                        <a:t>２０２５年１０月２１日（火）　１６：００～１７：００　</a:t>
                      </a:r>
                      <a:endParaRPr lang="en-US" altLang="ja-JP" sz="1400" b="0">
                        <a:solidFill>
                          <a:schemeClr val="tx1"/>
                        </a:solidFill>
                        <a:latin typeface="+mj-ea"/>
                        <a:ea typeface="+mj-ea"/>
                      </a:endParaRPr>
                    </a:p>
                  </a:txBody>
                  <a:tcPr marL="90000" marR="90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0">
                <a:tc>
                  <a:txBody>
                    <a:bodyPr/>
                    <a:lstStyle/>
                    <a:p>
                      <a:pPr>
                        <a:spcBef>
                          <a:spcPts val="0"/>
                        </a:spcBef>
                      </a:pPr>
                      <a:r>
                        <a:rPr kumimoji="1" lang="ja-JP" altLang="en-US" sz="1400" b="1">
                          <a:solidFill>
                            <a:srgbClr val="000000"/>
                          </a:solidFill>
                          <a:latin typeface="+mj-ea"/>
                          <a:ea typeface="+mj-ea"/>
                        </a:rPr>
                        <a:t>２．司会進行</a:t>
                      </a:r>
                    </a:p>
                  </a:txBody>
                  <a:tcPr marL="90000" marR="90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400" b="0">
                          <a:solidFill>
                            <a:schemeClr val="tx1"/>
                          </a:solidFill>
                          <a:latin typeface="+mj-ea"/>
                          <a:ea typeface="+mj-ea"/>
                        </a:rPr>
                        <a:t>SMFG</a:t>
                      </a:r>
                      <a:r>
                        <a:rPr lang="ja-JP" altLang="en-US" sz="1400" b="0">
                          <a:solidFill>
                            <a:schemeClr val="tx1"/>
                          </a:solidFill>
                          <a:latin typeface="+mj-ea"/>
                          <a:ea typeface="+mj-ea"/>
                        </a:rPr>
                        <a:t>　</a:t>
                      </a:r>
                      <a:r>
                        <a:rPr lang="en-US" altLang="ja-JP" sz="1400" b="0">
                          <a:solidFill>
                            <a:schemeClr val="tx1"/>
                          </a:solidFill>
                          <a:latin typeface="+mj-ea"/>
                          <a:ea typeface="+mj-ea"/>
                        </a:rPr>
                        <a:t>IT</a:t>
                      </a:r>
                      <a:r>
                        <a:rPr lang="ja-JP" altLang="en-US" sz="1400" b="0">
                          <a:solidFill>
                            <a:schemeClr val="tx1"/>
                          </a:solidFill>
                          <a:latin typeface="+mj-ea"/>
                          <a:ea typeface="+mj-ea"/>
                        </a:rPr>
                        <a:t>企</a:t>
                      </a:r>
                      <a:endParaRPr lang="en-US" altLang="ja-JP" sz="1400" b="0">
                        <a:solidFill>
                          <a:schemeClr val="tx1"/>
                        </a:solidFill>
                        <a:latin typeface="+mj-ea"/>
                        <a:ea typeface="+mj-ea"/>
                      </a:endParaRPr>
                    </a:p>
                  </a:txBody>
                  <a:tcPr marL="90000" marR="90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47171832"/>
                  </a:ext>
                </a:extLst>
              </a:tr>
            </a:tbl>
          </a:graphicData>
        </a:graphic>
      </p:graphicFrame>
      <p:sp>
        <p:nvSpPr>
          <p:cNvPr id="5" name="Rectangle 21">
            <a:extLst>
              <a:ext uri="{FF2B5EF4-FFF2-40B4-BE49-F238E27FC236}">
                <a16:creationId xmlns:a16="http://schemas.microsoft.com/office/drawing/2014/main" id="{B637E256-C490-D279-3FAA-83982499FE07}"/>
              </a:ext>
            </a:extLst>
          </p:cNvPr>
          <p:cNvSpPr>
            <a:spLocks noChangeArrowheads="1"/>
          </p:cNvSpPr>
          <p:nvPr/>
        </p:nvSpPr>
        <p:spPr bwMode="auto">
          <a:xfrm>
            <a:off x="146439" y="6128292"/>
            <a:ext cx="6018823" cy="536875"/>
          </a:xfrm>
          <a:prstGeom prst="rect">
            <a:avLst/>
          </a:prstGeom>
          <a:noFill/>
          <a:ln w="12700" algn="ctr">
            <a:noFill/>
            <a:miter lim="800000"/>
            <a:headEnd/>
            <a:tailEnd/>
          </a:ln>
          <a:effectLst/>
        </p:spPr>
        <p:txBody>
          <a:bodyPr wrap="none" anchor="ctr">
            <a:noAutofit/>
          </a:bodyPr>
          <a:lstStyle>
            <a:lvl1pPr defTabSz="742950" eaLnBrk="0" hangingPunct="0">
              <a:defRPr kumimoji="1" b="1">
                <a:solidFill>
                  <a:schemeClr val="tx1"/>
                </a:solidFill>
                <a:latin typeface="Arial" panose="020B0604020202020204" pitchFamily="34" charset="0"/>
                <a:ea typeface="ＭＳ Ｐゴシック" panose="020B0600070205080204" pitchFamily="50" charset="-128"/>
              </a:defRPr>
            </a:lvl1pPr>
            <a:lvl2pPr marL="742950" indent="-285750" defTabSz="742950" eaLnBrk="0" hangingPunct="0">
              <a:defRPr kumimoji="1" b="1">
                <a:solidFill>
                  <a:schemeClr val="tx1"/>
                </a:solidFill>
                <a:latin typeface="Arial" panose="020B0604020202020204" pitchFamily="34" charset="0"/>
                <a:ea typeface="ＭＳ Ｐゴシック" panose="020B0600070205080204" pitchFamily="50" charset="-128"/>
              </a:defRPr>
            </a:lvl2pPr>
            <a:lvl3pPr marL="1143000" indent="-228600" defTabSz="742950" eaLnBrk="0" hangingPunct="0">
              <a:defRPr kumimoji="1" b="1">
                <a:solidFill>
                  <a:schemeClr val="tx1"/>
                </a:solidFill>
                <a:latin typeface="Arial" panose="020B0604020202020204" pitchFamily="34" charset="0"/>
                <a:ea typeface="ＭＳ Ｐゴシック" panose="020B0600070205080204" pitchFamily="50" charset="-128"/>
              </a:defRPr>
            </a:lvl3pPr>
            <a:lvl4pPr marL="1600200" indent="-228600" defTabSz="742950" eaLnBrk="0" hangingPunct="0">
              <a:defRPr kumimoji="1" b="1">
                <a:solidFill>
                  <a:schemeClr val="tx1"/>
                </a:solidFill>
                <a:latin typeface="Arial" panose="020B0604020202020204" pitchFamily="34" charset="0"/>
                <a:ea typeface="ＭＳ Ｐゴシック" panose="020B0600070205080204" pitchFamily="50" charset="-128"/>
              </a:defRPr>
            </a:lvl4pPr>
            <a:lvl5pPr marL="2057400" indent="-228600" defTabSz="742950" eaLnBrk="0" hangingPunct="0">
              <a:defRPr kumimoji="1" b="1">
                <a:solidFill>
                  <a:schemeClr val="tx1"/>
                </a:solidFill>
                <a:latin typeface="Arial" panose="020B0604020202020204" pitchFamily="34" charset="0"/>
                <a:ea typeface="ＭＳ Ｐゴシック" panose="020B0600070205080204" pitchFamily="50" charset="-128"/>
              </a:defRPr>
            </a:lvl5pPr>
            <a:lvl6pPr marL="2514600" indent="-228600" algn="just" defTabSz="742950" eaLnBrk="0" fontAlgn="base" hangingPunct="0">
              <a:lnSpc>
                <a:spcPts val="2100"/>
              </a:lnSpc>
              <a:spcBef>
                <a:spcPct val="0"/>
              </a:spcBef>
              <a:spcAft>
                <a:spcPct val="0"/>
              </a:spcAft>
              <a:defRPr kumimoji="1" b="1">
                <a:solidFill>
                  <a:schemeClr val="tx1"/>
                </a:solidFill>
                <a:latin typeface="Arial" panose="020B0604020202020204" pitchFamily="34" charset="0"/>
                <a:ea typeface="ＭＳ Ｐゴシック" panose="020B0600070205080204" pitchFamily="50" charset="-128"/>
              </a:defRPr>
            </a:lvl6pPr>
            <a:lvl7pPr marL="2971800" indent="-228600" algn="just" defTabSz="742950" eaLnBrk="0" fontAlgn="base" hangingPunct="0">
              <a:lnSpc>
                <a:spcPts val="2100"/>
              </a:lnSpc>
              <a:spcBef>
                <a:spcPct val="0"/>
              </a:spcBef>
              <a:spcAft>
                <a:spcPct val="0"/>
              </a:spcAft>
              <a:defRPr kumimoji="1" b="1">
                <a:solidFill>
                  <a:schemeClr val="tx1"/>
                </a:solidFill>
                <a:latin typeface="Arial" panose="020B0604020202020204" pitchFamily="34" charset="0"/>
                <a:ea typeface="ＭＳ Ｐゴシック" panose="020B0600070205080204" pitchFamily="50" charset="-128"/>
              </a:defRPr>
            </a:lvl7pPr>
            <a:lvl8pPr marL="3429000" indent="-228600" algn="just" defTabSz="742950" eaLnBrk="0" fontAlgn="base" hangingPunct="0">
              <a:lnSpc>
                <a:spcPts val="2100"/>
              </a:lnSpc>
              <a:spcBef>
                <a:spcPct val="0"/>
              </a:spcBef>
              <a:spcAft>
                <a:spcPct val="0"/>
              </a:spcAft>
              <a:defRPr kumimoji="1" b="1">
                <a:solidFill>
                  <a:schemeClr val="tx1"/>
                </a:solidFill>
                <a:latin typeface="Arial" panose="020B0604020202020204" pitchFamily="34" charset="0"/>
                <a:ea typeface="ＭＳ Ｐゴシック" panose="020B0600070205080204" pitchFamily="50" charset="-128"/>
              </a:defRPr>
            </a:lvl8pPr>
            <a:lvl9pPr marL="3886200" indent="-228600" algn="just" defTabSz="742950" eaLnBrk="0" fontAlgn="base" hangingPunct="0">
              <a:lnSpc>
                <a:spcPts val="2100"/>
              </a:lnSpc>
              <a:spcBef>
                <a:spcPct val="0"/>
              </a:spcBef>
              <a:spcAft>
                <a:spcPct val="0"/>
              </a:spcAft>
              <a:defRPr kumimoji="1" b="1">
                <a:solidFill>
                  <a:schemeClr val="tx1"/>
                </a:solidFill>
                <a:latin typeface="Arial" panose="020B0604020202020204" pitchFamily="34" charset="0"/>
                <a:ea typeface="ＭＳ Ｐゴシック" panose="020B0600070205080204" pitchFamily="50" charset="-128"/>
              </a:defRPr>
            </a:lvl9pPr>
          </a:lstStyle>
          <a:p>
            <a:pPr eaLnBrk="1" hangingPunct="1">
              <a:lnSpc>
                <a:spcPct val="100000"/>
              </a:lnSpc>
            </a:pPr>
            <a:r>
              <a:rPr lang="ja-JP" altLang="en-US" sz="1400" b="0">
                <a:latin typeface="+mj-ea"/>
                <a:ea typeface="+mj-ea"/>
                <a:cs typeface="Meiryo UI" panose="020B0604030504040204" pitchFamily="50" charset="-128"/>
              </a:rPr>
              <a:t>次回予定：　２０２５年１１月１８日（火）　１６：００～１７：００</a:t>
            </a:r>
            <a:endParaRPr lang="en-US" altLang="ja-JP" sz="1400" b="0">
              <a:latin typeface="+mj-ea"/>
              <a:ea typeface="+mj-ea"/>
              <a:cs typeface="Meiryo UI" panose="020B0604030504040204" pitchFamily="50" charset="-128"/>
            </a:endParaRPr>
          </a:p>
          <a:p>
            <a:pPr eaLnBrk="1" hangingPunct="1">
              <a:lnSpc>
                <a:spcPct val="100000"/>
              </a:lnSpc>
            </a:pPr>
            <a:r>
              <a:rPr lang="en-US" altLang="ja-JP" sz="1400" b="0">
                <a:latin typeface="+mj-ea"/>
                <a:ea typeface="+mj-ea"/>
                <a:cs typeface="Meiryo UI" panose="020B0604030504040204" pitchFamily="50" charset="-128"/>
              </a:rPr>
              <a:t>※</a:t>
            </a:r>
            <a:r>
              <a:rPr lang="ja-JP" altLang="en-US" sz="1400" b="0">
                <a:latin typeface="+mj-ea"/>
                <a:ea typeface="+mj-ea"/>
                <a:cs typeface="Meiryo UI" panose="020B0604030504040204" pitchFamily="50" charset="-128"/>
              </a:rPr>
              <a:t>別途案内送付予定</a:t>
            </a:r>
            <a:endParaRPr lang="en-US" altLang="ja-JP" sz="1400" b="0">
              <a:latin typeface="+mj-ea"/>
              <a:ea typeface="+mj-ea"/>
              <a:cs typeface="Meiryo UI" panose="020B0604030504040204" pitchFamily="50" charset="-128"/>
            </a:endParaRPr>
          </a:p>
        </p:txBody>
      </p:sp>
      <p:sp>
        <p:nvSpPr>
          <p:cNvPr id="6" name="四角形: 角を丸くする 5">
            <a:extLst>
              <a:ext uri="{FF2B5EF4-FFF2-40B4-BE49-F238E27FC236}">
                <a16:creationId xmlns:a16="http://schemas.microsoft.com/office/drawing/2014/main" id="{EF4412D7-6CC3-B726-05DD-5EBE5396EC5D}"/>
              </a:ext>
            </a:extLst>
          </p:cNvPr>
          <p:cNvSpPr/>
          <p:nvPr/>
        </p:nvSpPr>
        <p:spPr bwMode="auto">
          <a:xfrm>
            <a:off x="792480" y="2933700"/>
            <a:ext cx="1996440" cy="373380"/>
          </a:xfrm>
          <a:prstGeom prst="round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→プロジェクト状況報告書（</a:t>
            </a:r>
            <a:r>
              <a:rPr kumimoji="1" lang="en-US" altLang="ja-JP" sz="1000" i="0" u="none" strike="noStrike" cap="none" normalizeH="0" baseline="0">
                <a:ln>
                  <a:noFill/>
                </a:ln>
                <a:solidFill>
                  <a:schemeClr val="tx1"/>
                </a:solidFill>
                <a:effectLst/>
                <a:latin typeface="+mn-ea"/>
                <a:ea typeface="+mn-ea"/>
                <a:cs typeface="Meiryo UI" panose="020B0604030504040204" pitchFamily="50" charset="-128"/>
              </a:rPr>
              <a:t>Excel</a:t>
            </a: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a:t>
            </a:r>
          </a:p>
        </p:txBody>
      </p:sp>
      <p:sp>
        <p:nvSpPr>
          <p:cNvPr id="7" name="四角形: 角を丸くする 6">
            <a:extLst>
              <a:ext uri="{FF2B5EF4-FFF2-40B4-BE49-F238E27FC236}">
                <a16:creationId xmlns:a16="http://schemas.microsoft.com/office/drawing/2014/main" id="{E9F47413-4E01-31B3-3F44-7229F7D18DC2}"/>
              </a:ext>
            </a:extLst>
          </p:cNvPr>
          <p:cNvSpPr/>
          <p:nvPr/>
        </p:nvSpPr>
        <p:spPr bwMode="auto">
          <a:xfrm>
            <a:off x="876300" y="4183380"/>
            <a:ext cx="1996440" cy="373380"/>
          </a:xfrm>
          <a:prstGeom prst="round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→本</a:t>
            </a:r>
            <a:r>
              <a:rPr kumimoji="1" lang="en-US" altLang="ja-JP" sz="1000" i="0" u="none" strike="noStrike" cap="none" normalizeH="0" baseline="0">
                <a:ln>
                  <a:noFill/>
                </a:ln>
                <a:solidFill>
                  <a:schemeClr val="tx1"/>
                </a:solidFill>
                <a:effectLst/>
                <a:latin typeface="+mn-ea"/>
                <a:ea typeface="+mn-ea"/>
                <a:cs typeface="Meiryo UI" panose="020B0604030504040204" pitchFamily="50" charset="-128"/>
              </a:rPr>
              <a:t>PowerPoint</a:t>
            </a: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資料</a:t>
            </a:r>
          </a:p>
        </p:txBody>
      </p:sp>
    </p:spTree>
    <p:extLst>
      <p:ext uri="{BB962C8B-B14F-4D97-AF65-F5344CB8AC3E}">
        <p14:creationId xmlns:p14="http://schemas.microsoft.com/office/powerpoint/2010/main" val="1923070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F153D-2A7C-415B-8993-1D3F964C499D}"/>
              </a:ext>
            </a:extLst>
          </p:cNvPr>
          <p:cNvSpPr>
            <a:spLocks noGrp="1"/>
          </p:cNvSpPr>
          <p:nvPr>
            <p:ph type="title"/>
          </p:nvPr>
        </p:nvSpPr>
        <p:spPr/>
        <p:txBody>
          <a:bodyPr/>
          <a:lstStyle/>
          <a:p>
            <a:pPr marL="0" indent="0" eaLnBrk="1" hangingPunct="1">
              <a:spcAft>
                <a:spcPts val="0"/>
              </a:spcAft>
              <a:defRPr/>
            </a:pPr>
            <a:r>
              <a:rPr lang="en-US" altLang="ja-JP">
                <a:latin typeface="+mn-ea"/>
                <a:ea typeface="+mn-ea"/>
              </a:rPr>
              <a:t>1</a:t>
            </a:r>
            <a:r>
              <a:rPr lang="ja-JP" altLang="en-US">
                <a:latin typeface="+mn-ea"/>
                <a:ea typeface="+mn-ea"/>
              </a:rPr>
              <a:t>．</a:t>
            </a:r>
            <a:r>
              <a:rPr lang="en-US" altLang="ja-JP">
                <a:latin typeface="+mn-ea"/>
                <a:ea typeface="+mn-ea"/>
              </a:rPr>
              <a:t>【</a:t>
            </a:r>
            <a:r>
              <a:rPr lang="ja-JP" altLang="en-US">
                <a:latin typeface="+mn-ea"/>
                <a:ea typeface="+mn-ea"/>
              </a:rPr>
              <a:t>全体概要</a:t>
            </a:r>
            <a:r>
              <a:rPr lang="en-US" altLang="ja-JP">
                <a:latin typeface="+mn-ea"/>
                <a:ea typeface="+mn-ea"/>
              </a:rPr>
              <a:t>】</a:t>
            </a:r>
            <a:endParaRPr kumimoji="1" lang="en-US" altLang="ja-JP" sz="1800">
              <a:latin typeface="+mn-ea"/>
              <a:ea typeface="+mn-ea"/>
            </a:endParaRPr>
          </a:p>
        </p:txBody>
      </p:sp>
      <p:sp>
        <p:nvSpPr>
          <p:cNvPr id="24" name="テキスト ボックス 23">
            <a:extLst>
              <a:ext uri="{FF2B5EF4-FFF2-40B4-BE49-F238E27FC236}">
                <a16:creationId xmlns:a16="http://schemas.microsoft.com/office/drawing/2014/main" id="{0AC3754E-1BD0-4016-87A0-0B1B079521F2}"/>
              </a:ext>
            </a:extLst>
          </p:cNvPr>
          <p:cNvSpPr txBox="1"/>
          <p:nvPr/>
        </p:nvSpPr>
        <p:spPr>
          <a:xfrm>
            <a:off x="220804" y="578006"/>
            <a:ext cx="9674993" cy="1200329"/>
          </a:xfrm>
          <a:prstGeom prst="rect">
            <a:avLst/>
          </a:prstGeom>
          <a:noFill/>
        </p:spPr>
        <p:txBody>
          <a:bodyPr wrap="square">
            <a:spAutoFit/>
          </a:bodyPr>
          <a:lstStyle/>
          <a:p>
            <a:pPr marL="269875" indent="-269875" eaLnBrk="1" hangingPunct="1">
              <a:spcAft>
                <a:spcPts val="0"/>
              </a:spcAft>
              <a:buFont typeface="Wingdings" panose="05000000000000000000" pitchFamily="2" charset="2"/>
              <a:buChar char="ü"/>
              <a:defRPr/>
            </a:pPr>
            <a:r>
              <a:rPr lang="ja-JP" altLang="en-US" sz="1800">
                <a:latin typeface="+mn-ea"/>
                <a:ea typeface="+mn-ea"/>
              </a:rPr>
              <a:t>コンタクト共通基盤の保守期限（日興証券：</a:t>
            </a:r>
            <a:r>
              <a:rPr lang="en-US" altLang="ja-JP" sz="1800">
                <a:latin typeface="+mn-ea"/>
                <a:ea typeface="+mn-ea"/>
              </a:rPr>
              <a:t>2027</a:t>
            </a:r>
            <a:r>
              <a:rPr lang="ja-JP" altLang="en-US" sz="1800">
                <a:latin typeface="+mn-ea"/>
                <a:ea typeface="+mn-ea"/>
              </a:rPr>
              <a:t>年</a:t>
            </a:r>
            <a:r>
              <a:rPr lang="en-US" altLang="ja-JP" sz="1800">
                <a:latin typeface="+mn-ea"/>
                <a:ea typeface="+mn-ea"/>
              </a:rPr>
              <a:t>5</a:t>
            </a:r>
            <a:r>
              <a:rPr lang="ja-JP" altLang="en-US" sz="1800">
                <a:latin typeface="+mn-ea"/>
                <a:ea typeface="+mn-ea"/>
              </a:rPr>
              <a:t>月、</a:t>
            </a:r>
            <a:r>
              <a:rPr lang="en-US" altLang="ja-JP" sz="1800">
                <a:latin typeface="+mn-ea"/>
                <a:ea typeface="+mn-ea"/>
              </a:rPr>
              <a:t>SMCC</a:t>
            </a:r>
            <a:r>
              <a:rPr lang="ja-JP" altLang="en-US" sz="1800">
                <a:latin typeface="+mn-ea"/>
                <a:ea typeface="+mn-ea"/>
              </a:rPr>
              <a:t>：</a:t>
            </a:r>
            <a:r>
              <a:rPr lang="en-US" altLang="ja-JP" sz="1800">
                <a:latin typeface="+mn-ea"/>
                <a:ea typeface="+mn-ea"/>
              </a:rPr>
              <a:t>2028</a:t>
            </a:r>
            <a:r>
              <a:rPr lang="ja-JP" altLang="en-US" sz="1800">
                <a:latin typeface="+mn-ea"/>
                <a:ea typeface="+mn-ea"/>
              </a:rPr>
              <a:t>年</a:t>
            </a:r>
            <a:r>
              <a:rPr lang="en-US" altLang="ja-JP" sz="1800">
                <a:latin typeface="+mn-ea"/>
                <a:ea typeface="+mn-ea"/>
              </a:rPr>
              <a:t>2</a:t>
            </a:r>
            <a:r>
              <a:rPr lang="ja-JP" altLang="en-US" sz="1800">
                <a:latin typeface="+mn-ea"/>
                <a:ea typeface="+mn-ea"/>
              </a:rPr>
              <a:t>月）を迎えることから、</a:t>
            </a:r>
            <a:r>
              <a:rPr lang="en-US" altLang="ja-JP" sz="1800">
                <a:latin typeface="+mn-ea"/>
                <a:ea typeface="+mn-ea"/>
              </a:rPr>
              <a:t> 2024</a:t>
            </a:r>
            <a:r>
              <a:rPr lang="ja-JP" altLang="en-US" sz="1800">
                <a:latin typeface="+mn-ea"/>
                <a:ea typeface="+mn-ea"/>
              </a:rPr>
              <a:t>年</a:t>
            </a:r>
            <a:r>
              <a:rPr lang="en-US" altLang="ja-JP" sz="1800">
                <a:latin typeface="+mn-ea"/>
                <a:ea typeface="+mn-ea"/>
              </a:rPr>
              <a:t>12</a:t>
            </a:r>
            <a:r>
              <a:rPr lang="ja-JP" altLang="en-US" sz="1800">
                <a:latin typeface="+mn-ea"/>
                <a:ea typeface="+mn-ea"/>
              </a:rPr>
              <a:t>月</a:t>
            </a:r>
            <a:r>
              <a:rPr lang="en-US" altLang="ja-JP" sz="1800">
                <a:latin typeface="+mn-ea"/>
                <a:ea typeface="+mn-ea"/>
              </a:rPr>
              <a:t>16</a:t>
            </a:r>
            <a:r>
              <a:rPr lang="ja-JP" altLang="en-US" sz="1800">
                <a:latin typeface="+mn-ea"/>
                <a:ea typeface="+mn-ea"/>
              </a:rPr>
              <a:t>日にインフラ戦略</a:t>
            </a:r>
            <a:r>
              <a:rPr lang="en-US" altLang="ja-JP" sz="1800">
                <a:latin typeface="+mn-ea"/>
                <a:ea typeface="+mn-ea"/>
              </a:rPr>
              <a:t>MTG</a:t>
            </a:r>
            <a:r>
              <a:rPr lang="ja-JP" altLang="en-US" sz="1800">
                <a:latin typeface="+mn-ea"/>
                <a:ea typeface="+mn-ea"/>
              </a:rPr>
              <a:t>にて報告した次世代コンタクト共通基盤コンセプト（多様な製品・サービスの組合せ </a:t>
            </a:r>
            <a:r>
              <a:rPr lang="en-US" altLang="ja-JP" sz="1800">
                <a:latin typeface="+mn-ea"/>
                <a:ea typeface="+mn-ea"/>
              </a:rPr>
              <a:t>mix-and-match</a:t>
            </a:r>
            <a:r>
              <a:rPr lang="ja-JP" altLang="en-US" sz="1800">
                <a:latin typeface="+mn-ea"/>
                <a:ea typeface="+mn-ea"/>
              </a:rPr>
              <a:t>）に基づき、次期基盤の更改方針検討を実施。</a:t>
            </a:r>
            <a:endParaRPr lang="en-US" altLang="ja-JP" sz="1800">
              <a:latin typeface="+mn-ea"/>
              <a:ea typeface="+mn-ea"/>
            </a:endParaRPr>
          </a:p>
          <a:p>
            <a:pPr marL="269875" indent="-269875" eaLnBrk="1" hangingPunct="1">
              <a:spcAft>
                <a:spcPts val="0"/>
              </a:spcAft>
              <a:buFont typeface="Wingdings" panose="05000000000000000000" pitchFamily="2" charset="2"/>
              <a:buChar char="ü"/>
              <a:defRPr/>
            </a:pPr>
            <a:r>
              <a:rPr lang="ja-JP" altLang="en-US" sz="1800">
                <a:latin typeface="+mn-ea"/>
                <a:ea typeface="+mn-ea"/>
              </a:rPr>
              <a:t>先行して更改を行う日興証券、</a:t>
            </a:r>
            <a:r>
              <a:rPr lang="en-US" altLang="ja-JP" sz="1800">
                <a:latin typeface="+mn-ea"/>
                <a:ea typeface="+mn-ea"/>
              </a:rPr>
              <a:t>SMCC</a:t>
            </a:r>
            <a:r>
              <a:rPr lang="ja-JP" altLang="en-US" sz="1800">
                <a:latin typeface="+mn-ea"/>
                <a:ea typeface="+mn-ea"/>
              </a:rPr>
              <a:t>のスケジュールと合わせオンプレミス構成の検討を優先的に実施。</a:t>
            </a:r>
            <a:endParaRPr lang="en-US" altLang="ja-JP" sz="1800">
              <a:latin typeface="+mn-ea"/>
              <a:ea typeface="+mn-ea"/>
            </a:endParaRPr>
          </a:p>
        </p:txBody>
      </p:sp>
      <p:grpSp>
        <p:nvGrpSpPr>
          <p:cNvPr id="25" name="グループ化 24">
            <a:extLst>
              <a:ext uri="{FF2B5EF4-FFF2-40B4-BE49-F238E27FC236}">
                <a16:creationId xmlns:a16="http://schemas.microsoft.com/office/drawing/2014/main" id="{6ADC441D-2A49-4599-8D43-EAE442628449}"/>
              </a:ext>
            </a:extLst>
          </p:cNvPr>
          <p:cNvGrpSpPr/>
          <p:nvPr/>
        </p:nvGrpSpPr>
        <p:grpSpPr>
          <a:xfrm>
            <a:off x="129036" y="1934099"/>
            <a:ext cx="4642386" cy="237463"/>
            <a:chOff x="997893" y="668547"/>
            <a:chExt cx="4176001" cy="237463"/>
          </a:xfrm>
        </p:grpSpPr>
        <p:sp>
          <p:nvSpPr>
            <p:cNvPr id="26" name="Rectangle 2">
              <a:extLst>
                <a:ext uri="{FF2B5EF4-FFF2-40B4-BE49-F238E27FC236}">
                  <a16:creationId xmlns:a16="http://schemas.microsoft.com/office/drawing/2014/main" id="{24C5825C-0214-464A-B556-F8774A6F0042}"/>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lang="ja-JP" altLang="en-US" sz="1400" b="1">
                  <a:solidFill>
                    <a:srgbClr val="292929"/>
                  </a:solidFill>
                  <a:latin typeface="Meiryo UI" pitchFamily="50" charset="-128"/>
                  <a:ea typeface="Meiryo UI" pitchFamily="50" charset="-128"/>
                  <a:cs typeface="Meiryo UI" pitchFamily="50" charset="-128"/>
                </a:rPr>
                <a:t>検討</a:t>
              </a:r>
              <a:r>
                <a:rPr kumimoji="1" lang="ja-JP" altLang="en-US" sz="1400" b="1" i="0" u="none" strike="noStrike" kern="1200" cap="none" spc="0" normalizeH="0" baseline="0" noProof="0">
                  <a:ln>
                    <a:noFill/>
                  </a:ln>
                  <a:solidFill>
                    <a:srgbClr val="292929"/>
                  </a:solidFill>
                  <a:effectLst/>
                  <a:uLnTx/>
                  <a:uFillTx/>
                  <a:latin typeface="Meiryo UI" pitchFamily="50" charset="-128"/>
                  <a:ea typeface="Meiryo UI" pitchFamily="50" charset="-128"/>
                  <a:cs typeface="Meiryo UI" pitchFamily="50" charset="-128"/>
                </a:rPr>
                <a:t>概要</a:t>
              </a:r>
              <a:endParaRPr kumimoji="1" lang="en-US" altLang="ja-JP" sz="1400" i="0" u="none" strike="noStrike" kern="1200" cap="none" spc="0" normalizeH="0" baseline="0" noProof="0">
                <a:ln>
                  <a:noFill/>
                </a:ln>
                <a:effectLst/>
                <a:uLnTx/>
                <a:uFillTx/>
                <a:latin typeface="Meiryo UI" pitchFamily="50" charset="-128"/>
                <a:ea typeface="Meiryo UI" pitchFamily="50" charset="-128"/>
                <a:cs typeface="Meiryo UI" pitchFamily="50" charset="-128"/>
              </a:endParaRPr>
            </a:p>
          </p:txBody>
        </p:sp>
        <p:cxnSp>
          <p:nvCxnSpPr>
            <p:cNvPr id="27" name="直線コネクタ 26">
              <a:extLst>
                <a:ext uri="{FF2B5EF4-FFF2-40B4-BE49-F238E27FC236}">
                  <a16:creationId xmlns:a16="http://schemas.microsoft.com/office/drawing/2014/main" id="{A498A36A-0B68-42A1-B58A-8442A9DC8E63}"/>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pSp>
        <p:nvGrpSpPr>
          <p:cNvPr id="199" name="グループ化 198">
            <a:extLst>
              <a:ext uri="{FF2B5EF4-FFF2-40B4-BE49-F238E27FC236}">
                <a16:creationId xmlns:a16="http://schemas.microsoft.com/office/drawing/2014/main" id="{DD1EC660-4DE0-7F6B-060F-088C6821B5EA}"/>
              </a:ext>
            </a:extLst>
          </p:cNvPr>
          <p:cNvGrpSpPr/>
          <p:nvPr/>
        </p:nvGrpSpPr>
        <p:grpSpPr>
          <a:xfrm>
            <a:off x="4922921" y="1934099"/>
            <a:ext cx="4642386" cy="237463"/>
            <a:chOff x="997893" y="668547"/>
            <a:chExt cx="4176001" cy="237463"/>
          </a:xfrm>
        </p:grpSpPr>
        <p:sp>
          <p:nvSpPr>
            <p:cNvPr id="200" name="Rectangle 2">
              <a:extLst>
                <a:ext uri="{FF2B5EF4-FFF2-40B4-BE49-F238E27FC236}">
                  <a16:creationId xmlns:a16="http://schemas.microsoft.com/office/drawing/2014/main" id="{2B6F1E05-364A-5938-7264-A9E5DC63BB9C}"/>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i="0" u="none" strike="noStrike" kern="1200" cap="none" spc="0" normalizeH="0" baseline="0" noProof="0">
                  <a:ln>
                    <a:noFill/>
                  </a:ln>
                  <a:solidFill>
                    <a:srgbClr val="292929"/>
                  </a:solidFill>
                  <a:effectLst/>
                  <a:uLnTx/>
                  <a:uFillTx/>
                  <a:latin typeface="Meiryo UI" pitchFamily="50" charset="-128"/>
                  <a:ea typeface="Meiryo UI" pitchFamily="50" charset="-128"/>
                  <a:cs typeface="Meiryo UI" pitchFamily="50" charset="-128"/>
                </a:rPr>
                <a:t>更改方針の検討スケジュール</a:t>
              </a:r>
              <a:endParaRPr kumimoji="1" lang="en-US" altLang="ja-JP" sz="1400" b="1" i="0" u="none" strike="noStrike" kern="1200" cap="none" spc="0" normalizeH="0" baseline="0" noProof="0">
                <a:ln>
                  <a:noFill/>
                </a:ln>
                <a:solidFill>
                  <a:srgbClr val="292929"/>
                </a:solidFill>
                <a:effectLst/>
                <a:uLnTx/>
                <a:uFillTx/>
                <a:latin typeface="Meiryo UI" pitchFamily="50" charset="-128"/>
                <a:ea typeface="Meiryo UI" pitchFamily="50" charset="-128"/>
                <a:cs typeface="Meiryo UI" pitchFamily="50" charset="-128"/>
              </a:endParaRPr>
            </a:p>
          </p:txBody>
        </p:sp>
        <p:cxnSp>
          <p:nvCxnSpPr>
            <p:cNvPr id="201" name="直線コネクタ 200">
              <a:extLst>
                <a:ext uri="{FF2B5EF4-FFF2-40B4-BE49-F238E27FC236}">
                  <a16:creationId xmlns:a16="http://schemas.microsoft.com/office/drawing/2014/main" id="{FAC296FF-1387-A8B4-371C-AB9C9EC9E296}"/>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aphicFrame>
        <p:nvGraphicFramePr>
          <p:cNvPr id="4" name="表 3">
            <a:extLst>
              <a:ext uri="{FF2B5EF4-FFF2-40B4-BE49-F238E27FC236}">
                <a16:creationId xmlns:a16="http://schemas.microsoft.com/office/drawing/2014/main" id="{83E426B5-E878-3644-9EFD-253AB3CDEFEF}"/>
              </a:ext>
            </a:extLst>
          </p:cNvPr>
          <p:cNvGraphicFramePr>
            <a:graphicFrameLocks noGrp="1"/>
          </p:cNvGraphicFramePr>
          <p:nvPr>
            <p:extLst>
              <p:ext uri="{D42A27DB-BD31-4B8C-83A1-F6EECF244321}">
                <p14:modId xmlns:p14="http://schemas.microsoft.com/office/powerpoint/2010/main" val="609104626"/>
              </p:ext>
            </p:extLst>
          </p:nvPr>
        </p:nvGraphicFramePr>
        <p:xfrm>
          <a:off x="135682" y="3653434"/>
          <a:ext cx="4618524" cy="2626560"/>
        </p:xfrm>
        <a:graphic>
          <a:graphicData uri="http://schemas.openxmlformats.org/drawingml/2006/table">
            <a:tbl>
              <a:tblPr firstRow="1" bandRow="1">
                <a:tableStyleId>{69012ECD-51FC-41F1-AA8D-1B2483CD663E}</a:tableStyleId>
              </a:tblPr>
              <a:tblGrid>
                <a:gridCol w="1983813">
                  <a:extLst>
                    <a:ext uri="{9D8B030D-6E8A-4147-A177-3AD203B41FA5}">
                      <a16:colId xmlns:a16="http://schemas.microsoft.com/office/drawing/2014/main" val="1919381433"/>
                    </a:ext>
                  </a:extLst>
                </a:gridCol>
                <a:gridCol w="2634711">
                  <a:extLst>
                    <a:ext uri="{9D8B030D-6E8A-4147-A177-3AD203B41FA5}">
                      <a16:colId xmlns:a16="http://schemas.microsoft.com/office/drawing/2014/main" val="3760164846"/>
                    </a:ext>
                  </a:extLst>
                </a:gridCol>
              </a:tblGrid>
              <a:tr h="178229">
                <a:tc>
                  <a:txBody>
                    <a:bodyPr/>
                    <a:lstStyle/>
                    <a:p>
                      <a:pPr algn="ctr"/>
                      <a:r>
                        <a:rPr kumimoji="1" lang="ja-JP" altLang="en-US" sz="1200" b="1">
                          <a:solidFill>
                            <a:schemeClr val="bg1"/>
                          </a:solidFill>
                          <a:latin typeface="+mn-ea"/>
                          <a:ea typeface="+mn-ea"/>
                        </a:rPr>
                        <a:t>大分類</a:t>
                      </a:r>
                    </a:p>
                  </a:txBody>
                  <a:tcPr marL="36000" marR="36000" marT="36000" marB="3600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a:solidFill>
                            <a:schemeClr val="bg1"/>
                          </a:solidFill>
                          <a:latin typeface="+mn-ea"/>
                          <a:ea typeface="+mn-ea"/>
                        </a:rPr>
                        <a:t>検討事項</a:t>
                      </a:r>
                    </a:p>
                  </a:txBody>
                  <a:tcPr marL="36000" marR="36000" marT="36000" marB="36000"/>
                </a:tc>
                <a:extLst>
                  <a:ext uri="{0D108BD9-81ED-4DB2-BD59-A6C34878D82A}">
                    <a16:rowId xmlns:a16="http://schemas.microsoft.com/office/drawing/2014/main" val="389113664"/>
                  </a:ext>
                </a:extLst>
              </a:tr>
              <a:tr h="192523">
                <a:tc>
                  <a:txBody>
                    <a:bodyPr/>
                    <a:lstStyle/>
                    <a:p>
                      <a:r>
                        <a:rPr kumimoji="1" lang="ja-JP" altLang="en-US" sz="1100" b="0">
                          <a:solidFill>
                            <a:schemeClr val="tx1"/>
                          </a:solidFill>
                          <a:latin typeface="+mn-ea"/>
                          <a:ea typeface="+mn-ea"/>
                        </a:rPr>
                        <a:t>①オンプレミス構成の検討</a:t>
                      </a:r>
                    </a:p>
                  </a:txBody>
                  <a:tcPr marL="36000" marR="36000" marT="36000" marB="36000"/>
                </a:tc>
                <a:tc>
                  <a:txBody>
                    <a:bodyPr/>
                    <a:lstStyle/>
                    <a:p>
                      <a:r>
                        <a:rPr kumimoji="1" lang="ja-JP" altLang="en-US" sz="1100" b="0">
                          <a:solidFill>
                            <a:schemeClr val="tx1"/>
                          </a:solidFill>
                          <a:latin typeface="+mn-ea"/>
                          <a:ea typeface="+mn-ea"/>
                        </a:rPr>
                        <a:t>・対象業務の見直し</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a:t>
                      </a:r>
                      <a:r>
                        <a:rPr kumimoji="1" lang="en-US" altLang="ja-JP" sz="1100" b="0">
                          <a:solidFill>
                            <a:schemeClr val="tx1"/>
                          </a:solidFill>
                          <a:latin typeface="+mn-ea"/>
                          <a:ea typeface="+mn-ea"/>
                        </a:rPr>
                        <a:t>HW/SW</a:t>
                      </a:r>
                      <a:r>
                        <a:rPr kumimoji="1" lang="ja-JP" altLang="en-US" sz="1100" b="0">
                          <a:solidFill>
                            <a:schemeClr val="tx1"/>
                          </a:solidFill>
                          <a:latin typeface="+mn-ea"/>
                          <a:ea typeface="+mn-ea"/>
                        </a:rPr>
                        <a:t>構成の見直し</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・調達商流</a:t>
                      </a:r>
                      <a:r>
                        <a:rPr kumimoji="1" lang="en-US" altLang="ja-JP" sz="1100" b="0">
                          <a:solidFill>
                            <a:schemeClr val="tx1"/>
                          </a:solidFill>
                          <a:latin typeface="+mn-ea"/>
                          <a:ea typeface="+mn-ea"/>
                        </a:rPr>
                        <a:t>/</a:t>
                      </a:r>
                      <a:r>
                        <a:rPr kumimoji="1" lang="ja-JP" altLang="en-US" sz="1100" b="0">
                          <a:solidFill>
                            <a:schemeClr val="tx1"/>
                          </a:solidFill>
                          <a:latin typeface="+mn-ea"/>
                          <a:ea typeface="+mn-ea"/>
                        </a:rPr>
                        <a:t>共通化範囲の見直し</a:t>
                      </a:r>
                    </a:p>
                  </a:txBody>
                  <a:tcPr marL="36000" marR="36000" marT="36000" marB="36000"/>
                </a:tc>
                <a:extLst>
                  <a:ext uri="{0D108BD9-81ED-4DB2-BD59-A6C34878D82A}">
                    <a16:rowId xmlns:a16="http://schemas.microsoft.com/office/drawing/2014/main" val="503516831"/>
                  </a:ext>
                </a:extLst>
              </a:tr>
              <a:tr h="209227">
                <a:tc>
                  <a:txBody>
                    <a:bodyPr/>
                    <a:lstStyle/>
                    <a:p>
                      <a:r>
                        <a:rPr kumimoji="1" lang="ja-JP" altLang="en-US" sz="1100" b="0">
                          <a:solidFill>
                            <a:schemeClr val="tx1"/>
                          </a:solidFill>
                          <a:latin typeface="+mn-ea"/>
                          <a:ea typeface="+mn-ea"/>
                        </a:rPr>
                        <a:t>②クラウド構成の検討</a:t>
                      </a:r>
                    </a:p>
                  </a:txBody>
                  <a:tcPr marL="36000" marR="36000" marT="36000" marB="36000"/>
                </a:tc>
                <a:tc>
                  <a:txBody>
                    <a:bodyPr/>
                    <a:lstStyle/>
                    <a:p>
                      <a:r>
                        <a:rPr kumimoji="1" lang="ja-JP" altLang="en-US" sz="1100" b="0">
                          <a:solidFill>
                            <a:schemeClr val="tx1"/>
                          </a:solidFill>
                          <a:latin typeface="+mn-ea"/>
                          <a:ea typeface="+mn-ea"/>
                        </a:rPr>
                        <a:t>・評価対象サービスの選定</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・クラウド移行対象業務の洗い出し</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・選定基準</a:t>
                      </a:r>
                      <a:r>
                        <a:rPr kumimoji="1" lang="en-US" altLang="ja-JP" sz="1100" b="0">
                          <a:solidFill>
                            <a:schemeClr val="tx1"/>
                          </a:solidFill>
                          <a:latin typeface="+mn-ea"/>
                          <a:ea typeface="+mn-ea"/>
                        </a:rPr>
                        <a:t>/</a:t>
                      </a:r>
                      <a:r>
                        <a:rPr kumimoji="1" lang="ja-JP" altLang="en-US" sz="1100" b="0">
                          <a:solidFill>
                            <a:schemeClr val="tx1"/>
                          </a:solidFill>
                          <a:latin typeface="+mn-ea"/>
                          <a:ea typeface="+mn-ea"/>
                        </a:rPr>
                        <a:t>審査ガイドの策定</a:t>
                      </a:r>
                    </a:p>
                  </a:txBody>
                  <a:tcPr marL="36000" marR="36000" marT="36000" marB="36000"/>
                </a:tc>
                <a:extLst>
                  <a:ext uri="{0D108BD9-81ED-4DB2-BD59-A6C34878D82A}">
                    <a16:rowId xmlns:a16="http://schemas.microsoft.com/office/drawing/2014/main" val="452318172"/>
                  </a:ext>
                </a:extLst>
              </a:tr>
              <a:tr h="219901">
                <a:tc>
                  <a:txBody>
                    <a:bodyPr/>
                    <a:lstStyle/>
                    <a:p>
                      <a:r>
                        <a:rPr kumimoji="1" lang="ja-JP" altLang="en-US" sz="1100" b="0">
                          <a:solidFill>
                            <a:schemeClr val="tx1"/>
                          </a:solidFill>
                          <a:latin typeface="+mn-ea"/>
                          <a:ea typeface="+mn-ea"/>
                        </a:rPr>
                        <a:t>③オンプレ・クラウド連携の検討</a:t>
                      </a:r>
                    </a:p>
                  </a:txBody>
                  <a:tcPr marL="36000" marR="36000" marT="36000" marB="36000"/>
                </a:tc>
                <a:tc>
                  <a:txBody>
                    <a:bodyPr/>
                    <a:lstStyle/>
                    <a:p>
                      <a:r>
                        <a:rPr kumimoji="1" lang="ja-JP" altLang="en-US" sz="1100" b="0">
                          <a:solidFill>
                            <a:schemeClr val="tx1"/>
                          </a:solidFill>
                          <a:latin typeface="+mn-ea"/>
                          <a:ea typeface="+mn-ea"/>
                        </a:rPr>
                        <a:t>上記②と同様</a:t>
                      </a:r>
                      <a:endParaRPr kumimoji="1" lang="en-US" altLang="ja-JP" sz="1100" b="0">
                        <a:solidFill>
                          <a:schemeClr val="tx1"/>
                        </a:solidFill>
                        <a:latin typeface="+mn-ea"/>
                        <a:ea typeface="+mn-ea"/>
                      </a:endParaRPr>
                    </a:p>
                  </a:txBody>
                  <a:tcPr marL="36000" marR="36000" marT="36000" marB="36000"/>
                </a:tc>
                <a:extLst>
                  <a:ext uri="{0D108BD9-81ED-4DB2-BD59-A6C34878D82A}">
                    <a16:rowId xmlns:a16="http://schemas.microsoft.com/office/drawing/2014/main" val="3961550902"/>
                  </a:ext>
                </a:extLst>
              </a:tr>
              <a:tr h="240224">
                <a:tc>
                  <a:txBody>
                    <a:bodyPr/>
                    <a:lstStyle/>
                    <a:p>
                      <a:r>
                        <a:rPr kumimoji="1" lang="ja-JP" altLang="en-US" sz="1100" b="0">
                          <a:solidFill>
                            <a:schemeClr val="tx1"/>
                          </a:solidFill>
                          <a:latin typeface="+mn-ea"/>
                          <a:ea typeface="+mn-ea"/>
                        </a:rPr>
                        <a:t>④</a:t>
                      </a:r>
                      <a:r>
                        <a:rPr kumimoji="1" lang="en-US" altLang="ja-JP" sz="1100" b="0">
                          <a:solidFill>
                            <a:schemeClr val="tx1"/>
                          </a:solidFill>
                          <a:latin typeface="+mn-ea"/>
                          <a:ea typeface="+mn-ea"/>
                        </a:rPr>
                        <a:t>CTI</a:t>
                      </a:r>
                      <a:r>
                        <a:rPr kumimoji="1" lang="ja-JP" altLang="en-US" sz="1100" b="0">
                          <a:solidFill>
                            <a:schemeClr val="tx1"/>
                          </a:solidFill>
                          <a:latin typeface="+mn-ea"/>
                          <a:ea typeface="+mn-ea"/>
                        </a:rPr>
                        <a:t>アプリ高度化</a:t>
                      </a:r>
                    </a:p>
                  </a:txBody>
                  <a:tcPr marL="36000" marR="36000" marT="36000" marB="36000"/>
                </a:tc>
                <a:tc>
                  <a:txBody>
                    <a:bodyPr/>
                    <a:lstStyle/>
                    <a:p>
                      <a:r>
                        <a:rPr kumimoji="1" lang="ja-JP" altLang="en-US" sz="1100" b="0">
                          <a:solidFill>
                            <a:schemeClr val="tx1"/>
                          </a:solidFill>
                          <a:latin typeface="+mn-ea"/>
                          <a:ea typeface="+mn-ea"/>
                        </a:rPr>
                        <a:t>・クラウドサービスとの</a:t>
                      </a:r>
                      <a:r>
                        <a:rPr kumimoji="1" lang="en-US" altLang="ja-JP" sz="1100" b="0">
                          <a:solidFill>
                            <a:schemeClr val="tx1"/>
                          </a:solidFill>
                          <a:latin typeface="+mn-ea"/>
                          <a:ea typeface="+mn-ea"/>
                        </a:rPr>
                        <a:t>CTI</a:t>
                      </a:r>
                      <a:r>
                        <a:rPr kumimoji="1" lang="ja-JP" altLang="en-US" sz="1100" b="0">
                          <a:solidFill>
                            <a:schemeClr val="tx1"/>
                          </a:solidFill>
                          <a:latin typeface="+mn-ea"/>
                          <a:ea typeface="+mn-ea"/>
                        </a:rPr>
                        <a:t>連携方式の検討</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・業務アプリの影響確認</a:t>
                      </a:r>
                      <a:endParaRPr kumimoji="1" lang="en-US" altLang="ja-JP" sz="1100" b="0">
                        <a:solidFill>
                          <a:schemeClr val="tx1"/>
                        </a:solidFill>
                        <a:latin typeface="+mn-ea"/>
                        <a:ea typeface="+mn-ea"/>
                      </a:endParaRPr>
                    </a:p>
                  </a:txBody>
                  <a:tcPr marL="36000" marR="36000" marT="36000" marB="36000"/>
                </a:tc>
                <a:extLst>
                  <a:ext uri="{0D108BD9-81ED-4DB2-BD59-A6C34878D82A}">
                    <a16:rowId xmlns:a16="http://schemas.microsoft.com/office/drawing/2014/main" val="4128632391"/>
                  </a:ext>
                </a:extLst>
              </a:tr>
              <a:tr h="217522">
                <a:tc>
                  <a:txBody>
                    <a:bodyPr/>
                    <a:lstStyle/>
                    <a:p>
                      <a:r>
                        <a:rPr kumimoji="1" lang="ja-JP" altLang="en-US" sz="1100" b="0">
                          <a:solidFill>
                            <a:schemeClr val="tx1"/>
                          </a:solidFill>
                          <a:latin typeface="+mn-ea"/>
                          <a:ea typeface="+mn-ea"/>
                        </a:rPr>
                        <a:t>⑤クラウド接続構成の検討</a:t>
                      </a:r>
                    </a:p>
                  </a:txBody>
                  <a:tcPr marL="36000" marR="36000" marT="36000" marB="36000"/>
                </a:tc>
                <a:tc>
                  <a:txBody>
                    <a:bodyPr/>
                    <a:lstStyle/>
                    <a:p>
                      <a:r>
                        <a:rPr kumimoji="1" lang="ja-JP" altLang="en-US" sz="1100" b="0">
                          <a:solidFill>
                            <a:schemeClr val="tx1"/>
                          </a:solidFill>
                          <a:latin typeface="+mn-ea"/>
                          <a:ea typeface="+mn-ea"/>
                        </a:rPr>
                        <a:t>・既存の接続構成における制約事項整理</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・コンタクトセンタ専用回線構築の検討</a:t>
                      </a:r>
                      <a:endParaRPr kumimoji="1" lang="en-US" altLang="ja-JP" sz="1100" b="0">
                        <a:solidFill>
                          <a:schemeClr val="tx1"/>
                        </a:solidFill>
                        <a:latin typeface="+mn-ea"/>
                        <a:ea typeface="+mn-ea"/>
                      </a:endParaRPr>
                    </a:p>
                    <a:p>
                      <a:r>
                        <a:rPr kumimoji="1" lang="ja-JP" altLang="en-US" sz="1100" b="0">
                          <a:solidFill>
                            <a:schemeClr val="tx1"/>
                          </a:solidFill>
                          <a:latin typeface="+mn-ea"/>
                          <a:ea typeface="+mn-ea"/>
                        </a:rPr>
                        <a:t>・拠点接続構成の検討</a:t>
                      </a:r>
                    </a:p>
                  </a:txBody>
                  <a:tcPr marL="36000" marR="36000" marT="36000" marB="36000"/>
                </a:tc>
                <a:extLst>
                  <a:ext uri="{0D108BD9-81ED-4DB2-BD59-A6C34878D82A}">
                    <a16:rowId xmlns:a16="http://schemas.microsoft.com/office/drawing/2014/main" val="4062451759"/>
                  </a:ext>
                </a:extLst>
              </a:tr>
            </a:tbl>
          </a:graphicData>
        </a:graphic>
      </p:graphicFrame>
      <p:sp>
        <p:nvSpPr>
          <p:cNvPr id="5" name="正方形/長方形 4">
            <a:extLst>
              <a:ext uri="{FF2B5EF4-FFF2-40B4-BE49-F238E27FC236}">
                <a16:creationId xmlns:a16="http://schemas.microsoft.com/office/drawing/2014/main" id="{90DB2DC2-2B99-5518-997C-AC88C307D9C8}"/>
              </a:ext>
            </a:extLst>
          </p:cNvPr>
          <p:cNvSpPr/>
          <p:nvPr/>
        </p:nvSpPr>
        <p:spPr bwMode="auto">
          <a:xfrm>
            <a:off x="100516" y="2192186"/>
            <a:ext cx="4624972" cy="847623"/>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563" indent="-182563" defTabSz="742950" eaLnBrk="1" hangingPunct="1">
              <a:buFont typeface="Wingdings" panose="05000000000000000000" pitchFamily="2" charset="2"/>
              <a:buChar char="ü"/>
              <a:defRPr/>
            </a:pPr>
            <a:r>
              <a:rPr lang="ja-JP" altLang="en-US" sz="1200">
                <a:latin typeface="+mn-ea"/>
                <a:ea typeface="+mn-ea"/>
              </a:rPr>
              <a:t>次世代コンタクト共通基盤コンセプトに基づき、検討項目を５つに分類し、検討項目ごとに優先度を決めて更改方針検討を実施。</a:t>
            </a:r>
            <a:endParaRPr lang="en-US" altLang="ja-JP" sz="1200">
              <a:latin typeface="+mn-ea"/>
              <a:ea typeface="+mn-ea"/>
            </a:endParaRPr>
          </a:p>
          <a:p>
            <a:pPr marL="182563" indent="-182563" defTabSz="742950" eaLnBrk="1" hangingPunct="1">
              <a:buFont typeface="Wingdings" panose="05000000000000000000" pitchFamily="2" charset="2"/>
              <a:buChar char="ü"/>
              <a:defRPr/>
            </a:pPr>
            <a:r>
              <a:rPr lang="ja-JP" altLang="en-US" sz="1200">
                <a:latin typeface="+mn-ea"/>
                <a:ea typeface="+mn-ea"/>
              </a:rPr>
              <a:t>日興証券、</a:t>
            </a:r>
            <a:r>
              <a:rPr lang="en-US" altLang="ja-JP" sz="1200">
                <a:latin typeface="+mn-ea"/>
                <a:ea typeface="+mn-ea"/>
              </a:rPr>
              <a:t>SMCC</a:t>
            </a:r>
            <a:r>
              <a:rPr lang="ja-JP" altLang="en-US" sz="1200">
                <a:latin typeface="+mn-ea"/>
                <a:ea typeface="+mn-ea"/>
              </a:rPr>
              <a:t>の検討スケジュールと合わせてオンプレミス構成の検討を優先的に実施。</a:t>
            </a:r>
            <a:r>
              <a:rPr kumimoji="1" lang="ja-JP" altLang="en-US">
                <a:latin typeface="+mn-ea"/>
                <a:ea typeface="+mn-ea"/>
              </a:rPr>
              <a:t>オンプレミス構成の更改方針を元に、</a:t>
            </a:r>
            <a:r>
              <a:rPr kumimoji="1" lang="en-US" altLang="ja-JP">
                <a:latin typeface="+mn-ea"/>
                <a:ea typeface="+mn-ea"/>
              </a:rPr>
              <a:t>2025</a:t>
            </a:r>
            <a:r>
              <a:rPr kumimoji="1" lang="ja-JP" altLang="en-US">
                <a:latin typeface="+mn-ea"/>
                <a:ea typeface="+mn-ea"/>
              </a:rPr>
              <a:t>年度下期より共通化ガイド・共通化運用要領を修正予定。</a:t>
            </a:r>
            <a:endParaRPr lang="en-US" altLang="ja-JP" sz="1200">
              <a:latin typeface="+mn-ea"/>
              <a:ea typeface="+mn-ea"/>
            </a:endParaRPr>
          </a:p>
          <a:p>
            <a:pPr marL="182563" indent="-182563" defTabSz="742950" eaLnBrk="1" hangingPunct="1">
              <a:buFont typeface="Wingdings" panose="05000000000000000000" pitchFamily="2" charset="2"/>
              <a:buChar char="ü"/>
              <a:defRPr/>
            </a:pPr>
            <a:r>
              <a:rPr lang="ja-JP" altLang="en-US">
                <a:latin typeface="+mn-ea"/>
                <a:ea typeface="+mn-ea"/>
              </a:rPr>
              <a:t>クラウドサービスの利用に関する検討については</a:t>
            </a:r>
            <a:r>
              <a:rPr lang="en-US" altLang="ja-JP">
                <a:latin typeface="+mn-ea"/>
                <a:ea typeface="+mn-ea"/>
              </a:rPr>
              <a:t>2025</a:t>
            </a:r>
            <a:r>
              <a:rPr lang="ja-JP" altLang="en-US">
                <a:latin typeface="+mn-ea"/>
                <a:ea typeface="+mn-ea"/>
              </a:rPr>
              <a:t>年度下期以降に検討を着手予定。</a:t>
            </a:r>
            <a:endParaRPr lang="en-US" altLang="ja-JP" sz="1200">
              <a:latin typeface="+mn-ea"/>
              <a:ea typeface="+mn-ea"/>
            </a:endParaRPr>
          </a:p>
        </p:txBody>
      </p:sp>
      <p:sp>
        <p:nvSpPr>
          <p:cNvPr id="6" name="正方形/長方形 5">
            <a:extLst>
              <a:ext uri="{FF2B5EF4-FFF2-40B4-BE49-F238E27FC236}">
                <a16:creationId xmlns:a16="http://schemas.microsoft.com/office/drawing/2014/main" id="{BAB035A9-FACC-C456-53B0-7F133CFF893B}"/>
              </a:ext>
            </a:extLst>
          </p:cNvPr>
          <p:cNvSpPr/>
          <p:nvPr/>
        </p:nvSpPr>
        <p:spPr bwMode="auto">
          <a:xfrm>
            <a:off x="135682" y="3899101"/>
            <a:ext cx="4612847" cy="599135"/>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9" name="正方形/長方形 8">
            <a:extLst>
              <a:ext uri="{FF2B5EF4-FFF2-40B4-BE49-F238E27FC236}">
                <a16:creationId xmlns:a16="http://schemas.microsoft.com/office/drawing/2014/main" id="{8341C4A8-4EFA-3C3D-F038-FD29B2912695}"/>
              </a:ext>
            </a:extLst>
          </p:cNvPr>
          <p:cNvSpPr/>
          <p:nvPr/>
        </p:nvSpPr>
        <p:spPr bwMode="auto">
          <a:xfrm>
            <a:off x="4939763" y="2192186"/>
            <a:ext cx="4624972" cy="984602"/>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563" indent="-182563" defTabSz="742950" eaLnBrk="1" hangingPunct="1">
              <a:buFont typeface="Wingdings" panose="05000000000000000000" pitchFamily="2" charset="2"/>
              <a:buChar char="ü"/>
              <a:defRPr/>
            </a:pPr>
            <a:r>
              <a:rPr lang="en-US" altLang="ja-JP" sz="1200" b="1" u="sng">
                <a:latin typeface="+mn-ea"/>
                <a:ea typeface="+mn-ea"/>
              </a:rPr>
              <a:t>2025</a:t>
            </a:r>
            <a:r>
              <a:rPr lang="ja-JP" altLang="en-US" sz="1200" b="1" u="sng">
                <a:latin typeface="+mn-ea"/>
                <a:ea typeface="+mn-ea"/>
              </a:rPr>
              <a:t>年度上期中に各社合意予定でしたが、</a:t>
            </a:r>
            <a:r>
              <a:rPr lang="en-US" altLang="ja-JP" sz="1200" b="1" u="sng">
                <a:latin typeface="+mn-ea"/>
                <a:ea typeface="+mn-ea"/>
              </a:rPr>
              <a:t>HW</a:t>
            </a:r>
            <a:r>
              <a:rPr lang="ja-JP" altLang="en-US" sz="1200" b="1" u="sng">
                <a:latin typeface="+mn-ea"/>
                <a:ea typeface="+mn-ea"/>
              </a:rPr>
              <a:t>構成検討の進捗遅延が発生し、各社合意未済。</a:t>
            </a:r>
            <a:r>
              <a:rPr lang="en-US" altLang="ja-JP" sz="1200" b="1" u="sng">
                <a:latin typeface="+mn-ea"/>
                <a:ea typeface="+mn-ea"/>
              </a:rPr>
              <a:t>3Q</a:t>
            </a:r>
            <a:r>
              <a:rPr lang="ja-JP" altLang="en-US" sz="1200" b="1" u="sng">
                <a:latin typeface="+mn-ea"/>
                <a:ea typeface="+mn-ea"/>
              </a:rPr>
              <a:t>までに</a:t>
            </a:r>
            <a:r>
              <a:rPr lang="en-US" altLang="ja-JP" sz="1200" b="1" u="sng">
                <a:latin typeface="+mn-ea"/>
                <a:ea typeface="+mn-ea"/>
              </a:rPr>
              <a:t>FG</a:t>
            </a:r>
            <a:r>
              <a:rPr lang="ja-JP" altLang="en-US" b="1" u="sng">
                <a:latin typeface="+mn-ea"/>
                <a:ea typeface="+mn-ea"/>
              </a:rPr>
              <a:t>合意</a:t>
            </a:r>
            <a:r>
              <a:rPr lang="ja-JP" altLang="en-US" sz="1200" b="1" u="sng">
                <a:latin typeface="+mn-ea"/>
                <a:ea typeface="+mn-ea"/>
              </a:rPr>
              <a:t>を行うため、</a:t>
            </a:r>
            <a:r>
              <a:rPr lang="en-US" altLang="ja-JP" b="1" u="sng">
                <a:solidFill>
                  <a:srgbClr val="C00000"/>
                </a:solidFill>
                <a:latin typeface="+mn-ea"/>
                <a:ea typeface="+mn-ea"/>
              </a:rPr>
              <a:t>10</a:t>
            </a:r>
            <a:r>
              <a:rPr lang="ja-JP" altLang="en-US" b="1" u="sng">
                <a:solidFill>
                  <a:srgbClr val="C00000"/>
                </a:solidFill>
                <a:latin typeface="+mn-ea"/>
                <a:ea typeface="+mn-ea"/>
              </a:rPr>
              <a:t>月中に各社（</a:t>
            </a:r>
            <a:r>
              <a:rPr lang="en-US" altLang="ja-JP" b="1" u="sng">
                <a:solidFill>
                  <a:srgbClr val="C00000"/>
                </a:solidFill>
                <a:latin typeface="+mn-ea"/>
                <a:ea typeface="+mn-ea"/>
              </a:rPr>
              <a:t>CC</a:t>
            </a:r>
            <a:r>
              <a:rPr lang="ja-JP" altLang="en-US" b="1" u="sng">
                <a:solidFill>
                  <a:srgbClr val="C00000"/>
                </a:solidFill>
                <a:latin typeface="+mn-ea"/>
                <a:ea typeface="+mn-ea"/>
              </a:rPr>
              <a:t>、日興）合意をいただきたい</a:t>
            </a:r>
            <a:r>
              <a:rPr lang="ja-JP" altLang="en-US" sz="1200" b="1" u="sng">
                <a:solidFill>
                  <a:srgbClr val="C00000"/>
                </a:solidFill>
                <a:latin typeface="+mn-ea"/>
                <a:ea typeface="+mn-ea"/>
              </a:rPr>
              <a:t>。</a:t>
            </a:r>
            <a:endParaRPr lang="en-US" altLang="ja-JP" sz="1200" b="1" u="sng">
              <a:solidFill>
                <a:srgbClr val="C00000"/>
              </a:solidFill>
              <a:latin typeface="+mn-ea"/>
              <a:ea typeface="+mn-ea"/>
            </a:endParaRPr>
          </a:p>
          <a:p>
            <a:pPr marL="182563" indent="-182563" defTabSz="742950" eaLnBrk="1" hangingPunct="1">
              <a:buFont typeface="Wingdings" panose="05000000000000000000" pitchFamily="2" charset="2"/>
              <a:buChar char="ü"/>
              <a:defRPr/>
            </a:pPr>
            <a:r>
              <a:rPr lang="ja-JP" altLang="en-US" sz="1200">
                <a:latin typeface="+mn-ea"/>
                <a:ea typeface="+mn-ea"/>
              </a:rPr>
              <a:t>コンタクト共通基盤の次期基盤更改方針検討と並行して日興証券、</a:t>
            </a:r>
            <a:r>
              <a:rPr lang="en-US" altLang="ja-JP" sz="1200">
                <a:latin typeface="+mn-ea"/>
                <a:ea typeface="+mn-ea"/>
              </a:rPr>
              <a:t>SMCC</a:t>
            </a:r>
            <a:r>
              <a:rPr lang="ja-JP" altLang="en-US" sz="1200">
                <a:latin typeface="+mn-ea"/>
                <a:ea typeface="+mn-ea"/>
              </a:rPr>
              <a:t>の更改方針検討・要件定義を実施するため、</a:t>
            </a:r>
            <a:r>
              <a:rPr lang="ja-JP" altLang="en-US">
                <a:latin typeface="+mn-ea"/>
                <a:ea typeface="+mn-ea"/>
              </a:rPr>
              <a:t>各社の更改方針とのズレが生じないようにするため、各社担当との情報共有を実施。</a:t>
            </a:r>
            <a:endParaRPr kumimoji="1" lang="ja-JP" altLang="en-US" sz="1200"/>
          </a:p>
          <a:p>
            <a:pPr marL="182563" indent="-182563" defTabSz="742950" eaLnBrk="1" hangingPunct="1">
              <a:buFont typeface="Wingdings" panose="05000000000000000000" pitchFamily="2" charset="2"/>
              <a:buChar char="ü"/>
              <a:defRPr/>
            </a:pPr>
            <a:endParaRPr kumimoji="1" lang="en-US" altLang="ja-JP">
              <a:latin typeface="+mn-ea"/>
              <a:ea typeface="+mn-ea"/>
            </a:endParaRPr>
          </a:p>
        </p:txBody>
      </p:sp>
      <p:graphicFrame>
        <p:nvGraphicFramePr>
          <p:cNvPr id="10" name="表 9">
            <a:extLst>
              <a:ext uri="{FF2B5EF4-FFF2-40B4-BE49-F238E27FC236}">
                <a16:creationId xmlns:a16="http://schemas.microsoft.com/office/drawing/2014/main" id="{05ADDD02-745E-EF43-E3B4-F733DC2981C3}"/>
              </a:ext>
            </a:extLst>
          </p:cNvPr>
          <p:cNvGraphicFramePr>
            <a:graphicFrameLocks noGrp="1"/>
          </p:cNvGraphicFramePr>
          <p:nvPr>
            <p:extLst>
              <p:ext uri="{D42A27DB-BD31-4B8C-83A1-F6EECF244321}">
                <p14:modId xmlns:p14="http://schemas.microsoft.com/office/powerpoint/2010/main" val="315466333"/>
              </p:ext>
            </p:extLst>
          </p:nvPr>
        </p:nvGraphicFramePr>
        <p:xfrm>
          <a:off x="4922921" y="3463897"/>
          <a:ext cx="4641815" cy="2445081"/>
        </p:xfrm>
        <a:graphic>
          <a:graphicData uri="http://schemas.openxmlformats.org/drawingml/2006/table">
            <a:tbl>
              <a:tblPr firstRow="1" bandRow="1">
                <a:tableStyleId>{5C22544A-7EE6-4342-B048-85BDC9FD1C3A}</a:tableStyleId>
              </a:tblPr>
              <a:tblGrid>
                <a:gridCol w="1485965">
                  <a:extLst>
                    <a:ext uri="{9D8B030D-6E8A-4147-A177-3AD203B41FA5}">
                      <a16:colId xmlns:a16="http://schemas.microsoft.com/office/drawing/2014/main" val="116094207"/>
                    </a:ext>
                  </a:extLst>
                </a:gridCol>
                <a:gridCol w="525975">
                  <a:extLst>
                    <a:ext uri="{9D8B030D-6E8A-4147-A177-3AD203B41FA5}">
                      <a16:colId xmlns:a16="http://schemas.microsoft.com/office/drawing/2014/main" val="3322080614"/>
                    </a:ext>
                  </a:extLst>
                </a:gridCol>
                <a:gridCol w="525975">
                  <a:extLst>
                    <a:ext uri="{9D8B030D-6E8A-4147-A177-3AD203B41FA5}">
                      <a16:colId xmlns:a16="http://schemas.microsoft.com/office/drawing/2014/main" val="1621574184"/>
                    </a:ext>
                  </a:extLst>
                </a:gridCol>
                <a:gridCol w="525975">
                  <a:extLst>
                    <a:ext uri="{9D8B030D-6E8A-4147-A177-3AD203B41FA5}">
                      <a16:colId xmlns:a16="http://schemas.microsoft.com/office/drawing/2014/main" val="4216761080"/>
                    </a:ext>
                  </a:extLst>
                </a:gridCol>
                <a:gridCol w="525975">
                  <a:extLst>
                    <a:ext uri="{9D8B030D-6E8A-4147-A177-3AD203B41FA5}">
                      <a16:colId xmlns:a16="http://schemas.microsoft.com/office/drawing/2014/main" val="2479066366"/>
                    </a:ext>
                  </a:extLst>
                </a:gridCol>
                <a:gridCol w="525975">
                  <a:extLst>
                    <a:ext uri="{9D8B030D-6E8A-4147-A177-3AD203B41FA5}">
                      <a16:colId xmlns:a16="http://schemas.microsoft.com/office/drawing/2014/main" val="3915138592"/>
                    </a:ext>
                  </a:extLst>
                </a:gridCol>
                <a:gridCol w="525975">
                  <a:extLst>
                    <a:ext uri="{9D8B030D-6E8A-4147-A177-3AD203B41FA5}">
                      <a16:colId xmlns:a16="http://schemas.microsoft.com/office/drawing/2014/main" val="2640110898"/>
                    </a:ext>
                  </a:extLst>
                </a:gridCol>
              </a:tblGrid>
              <a:tr h="160587">
                <a:tc rowSpan="2">
                  <a:txBody>
                    <a:bodyPr/>
                    <a:lstStyle/>
                    <a:p>
                      <a:pPr algn="ctr"/>
                      <a:endPar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en-US" altLang="ja-JP" sz="1100" b="1">
                          <a:solidFill>
                            <a:schemeClr val="bg1">
                              <a:lumMod val="95000"/>
                            </a:schemeClr>
                          </a:solidFill>
                          <a:latin typeface="Meiryo UI" panose="020B0604030504040204" pitchFamily="50" charset="-128"/>
                          <a:ea typeface="Meiryo UI" panose="020B0604030504040204" pitchFamily="50" charset="-128"/>
                        </a:rPr>
                        <a:t>2025</a:t>
                      </a:r>
                      <a:r>
                        <a:rPr kumimoji="1" lang="ja-JP" altLang="en-US" sz="1100" b="1">
                          <a:solidFill>
                            <a:schemeClr val="bg1">
                              <a:lumMod val="95000"/>
                            </a:schemeClr>
                          </a:solidFill>
                          <a:latin typeface="Meiryo UI" panose="020B0604030504040204" pitchFamily="50" charset="-128"/>
                          <a:ea typeface="Meiryo UI" panose="020B0604030504040204" pitchFamily="50" charset="-128"/>
                        </a:rPr>
                        <a:t>年度</a:t>
                      </a:r>
                      <a:endParaRPr sz="1100"/>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lumMod val="95000"/>
                            </a:schemeClr>
                          </a:solidFill>
                          <a:latin typeface="Meiryo UI" panose="020B0604030504040204" pitchFamily="50" charset="-128"/>
                          <a:ea typeface="Meiryo UI" panose="020B0604030504040204" pitchFamily="50" charset="-128"/>
                        </a:rPr>
                        <a:t>2026</a:t>
                      </a:r>
                      <a:r>
                        <a:rPr kumimoji="1" lang="ja-JP" altLang="en-US" sz="1100" b="1">
                          <a:solidFill>
                            <a:schemeClr val="bg1">
                              <a:lumMod val="95000"/>
                            </a:schemeClr>
                          </a:solidFill>
                          <a:latin typeface="Meiryo UI" panose="020B0604030504040204" pitchFamily="50" charset="-128"/>
                          <a:ea typeface="Meiryo UI" panose="020B0604030504040204" pitchFamily="50" charset="-128"/>
                        </a:rPr>
                        <a:t>年度</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en-US" altLang="ja-JP"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2027</a:t>
                      </a: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年度</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3120691387"/>
                  </a:ext>
                </a:extLst>
              </a:tr>
              <a:tr h="147658">
                <a:tc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上期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下期</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513077">
                <a:tc>
                  <a:txBody>
                    <a:bodyPr/>
                    <a:lstStyle/>
                    <a:p>
                      <a:pPr algn="l"/>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マイルストーン</a:t>
                      </a:r>
                      <a:endParaRPr kumimoji="1" lang="en-US" altLang="ja-JP" sz="105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5498616"/>
                  </a:ext>
                </a:extLst>
              </a:tr>
              <a:tr h="461554">
                <a:tc>
                  <a:txBody>
                    <a:bodyPr/>
                    <a:lstStyle/>
                    <a:p>
                      <a:pPr algn="l"/>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次世代コンタクトセンター</a:t>
                      </a:r>
                      <a:endParaRPr kumimoji="1" lang="en-US" altLang="ja-JP" sz="105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グランドデザイン検討</a:t>
                      </a:r>
                      <a:endParaRPr kumimoji="1" lang="en-US" altLang="ja-JP" sz="105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77112"/>
                  </a:ext>
                </a:extLst>
              </a:tr>
              <a:tr h="5072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日興　</a:t>
                      </a:r>
                      <a:r>
                        <a:rPr kumimoji="1" lang="en-US" altLang="ja-JP" sz="1050" b="1">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更改</a:t>
                      </a:r>
                      <a:endParaRPr kumimoji="1" lang="en-US" altLang="ja-JP" sz="105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518408"/>
                  </a:ext>
                </a:extLst>
              </a:tr>
              <a:tr h="483878">
                <a:tc>
                  <a:txBody>
                    <a:bodyPr/>
                    <a:lstStyle/>
                    <a:p>
                      <a:pPr algn="l"/>
                      <a:r>
                        <a:rPr kumimoji="1" lang="en-US" altLang="ja-JP" sz="1050" b="1">
                          <a:latin typeface="Meiryo UI" panose="020B0604030504040204" pitchFamily="50" charset="-128"/>
                          <a:ea typeface="Meiryo UI" panose="020B0604030504040204" pitchFamily="50" charset="-128"/>
                          <a:cs typeface="Meiryo UI" panose="020B0604030504040204" pitchFamily="50" charset="-128"/>
                        </a:rPr>
                        <a:t>SMCC/</a:t>
                      </a:r>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旧</a:t>
                      </a:r>
                      <a:r>
                        <a:rPr kumimoji="1" lang="en-US" altLang="ja-JP" sz="1050" b="1">
                          <a:latin typeface="Meiryo UI" panose="020B0604030504040204" pitchFamily="50" charset="-128"/>
                          <a:ea typeface="Meiryo UI" panose="020B0604030504040204" pitchFamily="50" charset="-128"/>
                          <a:cs typeface="Meiryo UI" panose="020B0604030504040204" pitchFamily="50" charset="-128"/>
                        </a:rPr>
                        <a:t>FS</a:t>
                      </a:r>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50" b="1">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a:latin typeface="Meiryo UI" panose="020B0604030504040204" pitchFamily="50" charset="-128"/>
                          <a:ea typeface="Meiryo UI" panose="020B0604030504040204" pitchFamily="50" charset="-128"/>
                          <a:cs typeface="Meiryo UI" panose="020B0604030504040204" pitchFamily="50" charset="-128"/>
                        </a:rPr>
                        <a:t>更改</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8587735"/>
                  </a:ext>
                </a:extLst>
              </a:tr>
            </a:tbl>
          </a:graphicData>
        </a:graphic>
      </p:graphicFrame>
      <p:sp>
        <p:nvSpPr>
          <p:cNvPr id="11" name="矢印: 五方向 10">
            <a:extLst>
              <a:ext uri="{FF2B5EF4-FFF2-40B4-BE49-F238E27FC236}">
                <a16:creationId xmlns:a16="http://schemas.microsoft.com/office/drawing/2014/main" id="{C4F622AC-3F30-6801-9D83-68A6FD18F340}"/>
              </a:ext>
            </a:extLst>
          </p:cNvPr>
          <p:cNvSpPr/>
          <p:nvPr/>
        </p:nvSpPr>
        <p:spPr bwMode="auto">
          <a:xfrm>
            <a:off x="6409457" y="4510290"/>
            <a:ext cx="521810" cy="340967"/>
          </a:xfrm>
          <a:prstGeom prst="homePlate">
            <a:avLst>
              <a:gd name="adj" fmla="val 31850"/>
            </a:avLst>
          </a:prstGeom>
          <a:solidFill>
            <a:srgbClr val="CCFF99"/>
          </a:solidFill>
          <a:ln w="9525" cap="flat" cmpd="sng" algn="ctr">
            <a:solidFill>
              <a:schemeClr val="tx2"/>
            </a:solidFill>
            <a:prstDash val="solid"/>
            <a:round/>
            <a:headEnd type="none" w="med" len="med"/>
            <a:tailEnd type="none" w="med" len="med"/>
          </a:ln>
          <a:effectLst/>
        </p:spPr>
        <p:txBody>
          <a:bodyPr vert="horz" wrap="none" lIns="36000" tIns="45719" rIns="35999" bIns="45719" numCol="1" rtlCol="0" anchor="ctr" anchorCtr="0" compatLnSpc="1">
            <a:prstTxWarp prst="textNoShape">
              <a:avLst/>
            </a:prstTxWarp>
          </a:bodyPr>
          <a:lstStyle/>
          <a:p>
            <a:pPr algn="just" defTabSz="742955" fontAlgn="base">
              <a:spcBef>
                <a:spcPct val="0"/>
              </a:spcBef>
              <a:spcAft>
                <a:spcPct val="0"/>
              </a:spcAft>
            </a:pPr>
            <a:r>
              <a:rPr lang="ja-JP" altLang="en-US" sz="900">
                <a:solidFill>
                  <a:srgbClr val="000000"/>
                </a:solidFill>
                <a:latin typeface="Meiryo UI"/>
                <a:ea typeface="Meiryo UI"/>
                <a:cs typeface="Meiryo UI" panose="020B0604030504040204" pitchFamily="50" charset="-128"/>
              </a:rPr>
              <a:t>共同</a:t>
            </a:r>
            <a:endParaRPr lang="en-US" altLang="ja-JP" sz="900">
              <a:solidFill>
                <a:srgbClr val="000000"/>
              </a:solidFill>
              <a:latin typeface="Meiryo UI"/>
              <a:ea typeface="Meiryo UI"/>
              <a:cs typeface="Meiryo UI" panose="020B0604030504040204" pitchFamily="50" charset="-128"/>
            </a:endParaRPr>
          </a:p>
          <a:p>
            <a:pPr algn="just" defTabSz="742955" fontAlgn="base">
              <a:spcBef>
                <a:spcPct val="0"/>
              </a:spcBef>
              <a:spcAft>
                <a:spcPct val="0"/>
              </a:spcAft>
            </a:pPr>
            <a:r>
              <a:rPr lang="ja-JP" altLang="en-US" sz="900">
                <a:solidFill>
                  <a:srgbClr val="000000"/>
                </a:solidFill>
                <a:latin typeface="Meiryo UI"/>
                <a:ea typeface="Meiryo UI"/>
                <a:cs typeface="Meiryo UI" panose="020B0604030504040204" pitchFamily="50" charset="-128"/>
              </a:rPr>
              <a:t>検討</a:t>
            </a:r>
          </a:p>
        </p:txBody>
      </p:sp>
      <p:sp>
        <p:nvSpPr>
          <p:cNvPr id="12" name="矢印: 五方向 11">
            <a:extLst>
              <a:ext uri="{FF2B5EF4-FFF2-40B4-BE49-F238E27FC236}">
                <a16:creationId xmlns:a16="http://schemas.microsoft.com/office/drawing/2014/main" id="{00F9F1F6-7B47-BBAC-6AFE-A3335812F983}"/>
              </a:ext>
            </a:extLst>
          </p:cNvPr>
          <p:cNvSpPr/>
          <p:nvPr/>
        </p:nvSpPr>
        <p:spPr bwMode="auto">
          <a:xfrm>
            <a:off x="6931267" y="4503443"/>
            <a:ext cx="286717" cy="338154"/>
          </a:xfrm>
          <a:prstGeom prst="homePlate">
            <a:avLst>
              <a:gd name="adj" fmla="val 28272"/>
            </a:avLst>
          </a:prstGeom>
          <a:solidFill>
            <a:srgbClr val="FFFF99"/>
          </a:solidFill>
          <a:ln>
            <a:solidFill>
              <a:schemeClr val="accent1"/>
            </a:solidFill>
          </a:ln>
          <a:effectLst/>
        </p:spPr>
        <p:txBody>
          <a:bodyPr wrap="none" lIns="36000" tIns="0" rIns="0" bIns="0" rtlCol="0" anchor="ctr"/>
          <a:lstStyle/>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付</a:t>
            </a:r>
            <a:endParaRPr kumimoji="0" lang="en-US" altLang="ja-JP"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議</a:t>
            </a:r>
          </a:p>
        </p:txBody>
      </p:sp>
      <p:sp>
        <p:nvSpPr>
          <p:cNvPr id="14" name="矢印: 五方向 13">
            <a:extLst>
              <a:ext uri="{FF2B5EF4-FFF2-40B4-BE49-F238E27FC236}">
                <a16:creationId xmlns:a16="http://schemas.microsoft.com/office/drawing/2014/main" id="{169C0B56-D2D4-37C4-4AC5-ED058DB362F2}"/>
              </a:ext>
            </a:extLst>
          </p:cNvPr>
          <p:cNvSpPr/>
          <p:nvPr/>
        </p:nvSpPr>
        <p:spPr bwMode="auto">
          <a:xfrm>
            <a:off x="7217984" y="4507604"/>
            <a:ext cx="387459" cy="333993"/>
          </a:xfrm>
          <a:prstGeom prst="homePlate">
            <a:avLst>
              <a:gd name="adj" fmla="val 36467"/>
            </a:avLst>
          </a:prstGeom>
          <a:solidFill>
            <a:srgbClr val="FFCCFF"/>
          </a:solidFill>
          <a:ln>
            <a:solidFill>
              <a:schemeClr val="accent1"/>
            </a:solidFill>
          </a:ln>
          <a:effectLst/>
        </p:spPr>
        <p:txBody>
          <a:bodyPr wrap="none" lIns="36000" tIns="0" rIns="0" bIns="0" rtlCol="0" anchor="ctr"/>
          <a:lstStyle/>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ガイド</a:t>
            </a:r>
            <a:endParaRPr kumimoji="0" lang="en-US" altLang="ja-JP"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執筆</a:t>
            </a:r>
          </a:p>
        </p:txBody>
      </p:sp>
      <p:sp>
        <p:nvSpPr>
          <p:cNvPr id="15" name="テキスト ボックス 14">
            <a:extLst>
              <a:ext uri="{FF2B5EF4-FFF2-40B4-BE49-F238E27FC236}">
                <a16:creationId xmlns:a16="http://schemas.microsoft.com/office/drawing/2014/main" id="{99A2D289-B82F-6750-8C22-8A957D4A725B}"/>
              </a:ext>
            </a:extLst>
          </p:cNvPr>
          <p:cNvSpPr txBox="1"/>
          <p:nvPr/>
        </p:nvSpPr>
        <p:spPr>
          <a:xfrm>
            <a:off x="8495211" y="3995655"/>
            <a:ext cx="761747" cy="507831"/>
          </a:xfrm>
          <a:prstGeom prst="rect">
            <a:avLst/>
          </a:prstGeom>
          <a:noFill/>
        </p:spPr>
        <p:txBody>
          <a:bodyPr wrap="none" rtlCol="0">
            <a:spAutoFit/>
          </a:bodyPr>
          <a:lstStyle/>
          <a:p>
            <a:pPr algn="l"/>
            <a:r>
              <a:rPr kumimoji="1" lang="ja-JP" altLang="en-US" sz="900">
                <a:latin typeface="+mn-ea"/>
                <a:ea typeface="+mn-ea"/>
                <a:cs typeface="Meiryo UI" panose="020B0604030504040204" pitchFamily="50" charset="-128"/>
              </a:rPr>
              <a:t>★日興</a:t>
            </a:r>
            <a:endParaRPr kumimoji="1" lang="en-US" altLang="ja-JP" sz="900">
              <a:latin typeface="+mn-ea"/>
              <a:ea typeface="+mn-ea"/>
              <a:cs typeface="Meiryo UI" panose="020B0604030504040204" pitchFamily="50" charset="-128"/>
            </a:endParaRPr>
          </a:p>
          <a:p>
            <a:pPr algn="l"/>
            <a:r>
              <a:rPr lang="en-US" altLang="ja-JP" sz="900">
                <a:latin typeface="+mn-ea"/>
                <a:ea typeface="+mn-ea"/>
                <a:cs typeface="Meiryo UI" panose="020B0604030504040204" pitchFamily="50" charset="-128"/>
              </a:rPr>
              <a:t>   </a:t>
            </a:r>
            <a:r>
              <a:rPr kumimoji="1" lang="ja-JP" altLang="en-US" sz="900">
                <a:latin typeface="+mn-ea"/>
                <a:ea typeface="+mn-ea"/>
                <a:cs typeface="Meiryo UI" panose="020B0604030504040204" pitchFamily="50" charset="-128"/>
              </a:rPr>
              <a:t>保守期限</a:t>
            </a:r>
            <a:endParaRPr kumimoji="1" lang="en-US" altLang="ja-JP" sz="900">
              <a:latin typeface="+mn-ea"/>
              <a:ea typeface="+mn-ea"/>
              <a:cs typeface="Meiryo UI" panose="020B0604030504040204" pitchFamily="50" charset="-128"/>
            </a:endParaRPr>
          </a:p>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27/5</a:t>
            </a:r>
            <a:r>
              <a:rPr kumimoji="1" lang="ja-JP" altLang="en-US" sz="900">
                <a:latin typeface="+mn-ea"/>
                <a:ea typeface="+mn-ea"/>
                <a:cs typeface="Meiryo UI" panose="020B0604030504040204" pitchFamily="50" charset="-128"/>
              </a:rPr>
              <a:t>）</a:t>
            </a:r>
          </a:p>
        </p:txBody>
      </p:sp>
      <p:sp>
        <p:nvSpPr>
          <p:cNvPr id="16" name="テキスト ボックス 15">
            <a:extLst>
              <a:ext uri="{FF2B5EF4-FFF2-40B4-BE49-F238E27FC236}">
                <a16:creationId xmlns:a16="http://schemas.microsoft.com/office/drawing/2014/main" id="{B7AAC43D-0DDE-2829-D45A-286C7A1D7D21}"/>
              </a:ext>
            </a:extLst>
          </p:cNvPr>
          <p:cNvSpPr txBox="1"/>
          <p:nvPr/>
        </p:nvSpPr>
        <p:spPr>
          <a:xfrm>
            <a:off x="9134050" y="3993131"/>
            <a:ext cx="761747" cy="507831"/>
          </a:xfrm>
          <a:prstGeom prst="rect">
            <a:avLst/>
          </a:prstGeom>
          <a:noFill/>
        </p:spPr>
        <p:txBody>
          <a:bodyPr wrap="none" rtlCol="0">
            <a:spAutoFit/>
          </a:bodyPr>
          <a:lstStyle/>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SMCC</a:t>
            </a:r>
            <a:endParaRPr lang="en-US" altLang="ja-JP" sz="900">
              <a:latin typeface="+mn-ea"/>
              <a:ea typeface="+mn-ea"/>
              <a:cs typeface="Meiryo UI" panose="020B0604030504040204" pitchFamily="50" charset="-128"/>
            </a:endParaRPr>
          </a:p>
          <a:p>
            <a:pPr algn="l"/>
            <a:r>
              <a:rPr kumimoji="1" lang="en-US" altLang="ja-JP" sz="900">
                <a:latin typeface="+mn-ea"/>
                <a:ea typeface="+mn-ea"/>
                <a:cs typeface="Meiryo UI" panose="020B0604030504040204" pitchFamily="50" charset="-128"/>
              </a:rPr>
              <a:t>   </a:t>
            </a:r>
            <a:r>
              <a:rPr kumimoji="1" lang="ja-JP" altLang="en-US" sz="900">
                <a:latin typeface="+mn-ea"/>
                <a:ea typeface="+mn-ea"/>
                <a:cs typeface="Meiryo UI" panose="020B0604030504040204" pitchFamily="50" charset="-128"/>
              </a:rPr>
              <a:t>保守期限</a:t>
            </a:r>
            <a:endParaRPr kumimoji="1" lang="en-US" altLang="ja-JP" sz="900">
              <a:latin typeface="+mn-ea"/>
              <a:ea typeface="+mn-ea"/>
              <a:cs typeface="Meiryo UI" panose="020B0604030504040204" pitchFamily="50" charset="-128"/>
            </a:endParaRPr>
          </a:p>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28/2</a:t>
            </a:r>
            <a:r>
              <a:rPr kumimoji="1" lang="ja-JP" altLang="en-US" sz="900">
                <a:latin typeface="+mn-ea"/>
                <a:ea typeface="+mn-ea"/>
                <a:cs typeface="Meiryo UI" panose="020B0604030504040204" pitchFamily="50" charset="-128"/>
              </a:rPr>
              <a:t>）</a:t>
            </a:r>
          </a:p>
        </p:txBody>
      </p:sp>
      <p:sp>
        <p:nvSpPr>
          <p:cNvPr id="17" name="テキスト ボックス 16">
            <a:extLst>
              <a:ext uri="{FF2B5EF4-FFF2-40B4-BE49-F238E27FC236}">
                <a16:creationId xmlns:a16="http://schemas.microsoft.com/office/drawing/2014/main" id="{26CDD9D1-403F-2054-65E2-50357073A26A}"/>
              </a:ext>
            </a:extLst>
          </p:cNvPr>
          <p:cNvSpPr txBox="1"/>
          <p:nvPr/>
        </p:nvSpPr>
        <p:spPr>
          <a:xfrm>
            <a:off x="6931267" y="3995655"/>
            <a:ext cx="1122691" cy="369332"/>
          </a:xfrm>
          <a:prstGeom prst="rect">
            <a:avLst/>
          </a:prstGeom>
          <a:noFill/>
        </p:spPr>
        <p:txBody>
          <a:bodyPr wrap="square" rtlCol="0">
            <a:spAutoFit/>
          </a:bodyPr>
          <a:lstStyle/>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F</a:t>
            </a:r>
            <a:r>
              <a:rPr lang="en-US" altLang="ja-JP" sz="900">
                <a:latin typeface="+mn-ea"/>
                <a:ea typeface="+mn-ea"/>
                <a:cs typeface="Meiryo UI" panose="020B0604030504040204" pitchFamily="50" charset="-128"/>
              </a:rPr>
              <a:t>G</a:t>
            </a:r>
            <a:r>
              <a:rPr lang="ja-JP" altLang="en-US" sz="900">
                <a:latin typeface="+mn-ea"/>
                <a:ea typeface="+mn-ea"/>
                <a:cs typeface="Meiryo UI" panose="020B0604030504040204" pitchFamily="50" charset="-128"/>
              </a:rPr>
              <a:t>合意</a:t>
            </a:r>
            <a:endParaRPr kumimoji="1" lang="en-US" altLang="ja-JP" sz="900">
              <a:latin typeface="+mn-ea"/>
              <a:ea typeface="+mn-ea"/>
              <a:cs typeface="Meiryo UI" panose="020B0604030504040204" pitchFamily="50" charset="-128"/>
            </a:endParaRPr>
          </a:p>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2025/11-12</a:t>
            </a:r>
            <a:r>
              <a:rPr kumimoji="1" lang="ja-JP" altLang="en-US" sz="900">
                <a:latin typeface="+mn-ea"/>
                <a:ea typeface="+mn-ea"/>
                <a:cs typeface="Meiryo UI" panose="020B0604030504040204" pitchFamily="50" charset="-128"/>
              </a:rPr>
              <a:t>）</a:t>
            </a:r>
          </a:p>
        </p:txBody>
      </p:sp>
      <p:sp>
        <p:nvSpPr>
          <p:cNvPr id="18" name="テキスト ボックス 17">
            <a:extLst>
              <a:ext uri="{FF2B5EF4-FFF2-40B4-BE49-F238E27FC236}">
                <a16:creationId xmlns:a16="http://schemas.microsoft.com/office/drawing/2014/main" id="{F5EF34D0-455C-151C-85EE-507E935A664F}"/>
              </a:ext>
            </a:extLst>
          </p:cNvPr>
          <p:cNvSpPr txBox="1"/>
          <p:nvPr/>
        </p:nvSpPr>
        <p:spPr>
          <a:xfrm>
            <a:off x="8527964" y="4959568"/>
            <a:ext cx="889987" cy="369332"/>
          </a:xfrm>
          <a:prstGeom prst="rect">
            <a:avLst/>
          </a:prstGeom>
          <a:noFill/>
        </p:spPr>
        <p:txBody>
          <a:bodyPr wrap="none" rtlCol="0">
            <a:spAutoFit/>
          </a:bodyPr>
          <a:lstStyle/>
          <a:p>
            <a:pPr algn="l"/>
            <a:r>
              <a:rPr kumimoji="1" lang="ja-JP" altLang="en-US" sz="900">
                <a:latin typeface="+mn-ea"/>
                <a:ea typeface="+mn-ea"/>
                <a:cs typeface="Meiryo UI" panose="020B0604030504040204" pitchFamily="50" charset="-128"/>
              </a:rPr>
              <a:t>★サービス開始</a:t>
            </a:r>
            <a:endParaRPr kumimoji="1" lang="en-US" altLang="ja-JP" sz="900">
              <a:latin typeface="+mn-ea"/>
              <a:ea typeface="+mn-ea"/>
              <a:cs typeface="Meiryo UI" panose="020B0604030504040204" pitchFamily="50" charset="-128"/>
            </a:endParaRPr>
          </a:p>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27/5</a:t>
            </a:r>
            <a:r>
              <a:rPr kumimoji="1" lang="ja-JP" altLang="en-US" sz="900">
                <a:latin typeface="+mn-ea"/>
                <a:ea typeface="+mn-ea"/>
                <a:cs typeface="Meiryo UI" panose="020B0604030504040204" pitchFamily="50" charset="-128"/>
              </a:rPr>
              <a:t>）</a:t>
            </a:r>
          </a:p>
        </p:txBody>
      </p:sp>
      <p:sp>
        <p:nvSpPr>
          <p:cNvPr id="19" name="矢印: 五方向 18">
            <a:extLst>
              <a:ext uri="{FF2B5EF4-FFF2-40B4-BE49-F238E27FC236}">
                <a16:creationId xmlns:a16="http://schemas.microsoft.com/office/drawing/2014/main" id="{9E3D23E8-FF4C-3CCD-D672-836C037F5A32}"/>
              </a:ext>
            </a:extLst>
          </p:cNvPr>
          <p:cNvSpPr/>
          <p:nvPr/>
        </p:nvSpPr>
        <p:spPr bwMode="auto">
          <a:xfrm>
            <a:off x="6937349" y="5002782"/>
            <a:ext cx="522209" cy="334001"/>
          </a:xfrm>
          <a:prstGeom prst="homePlate">
            <a:avLst>
              <a:gd name="adj" fmla="val 31850"/>
            </a:avLst>
          </a:prstGeom>
          <a:solidFill>
            <a:srgbClr val="CCFF99"/>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ja-JP" altLang="en-US" sz="900" i="0" u="none" strike="noStrike" cap="none" normalizeH="0" baseline="0">
                <a:ln>
                  <a:noFill/>
                </a:ln>
                <a:effectLst/>
                <a:latin typeface="+mn-ea"/>
                <a:ea typeface="+mn-ea"/>
                <a:cs typeface="Meiryo UI" panose="020B0604030504040204" pitchFamily="50" charset="-128"/>
              </a:rPr>
              <a:t>要件定義</a:t>
            </a:r>
            <a:endParaRPr kumimoji="1" lang="en-US" altLang="ja-JP" sz="900" i="0" u="none" strike="noStrike" cap="none" normalizeH="0" baseline="0">
              <a:ln>
                <a:noFill/>
              </a:ln>
              <a:effectLst/>
              <a:latin typeface="+mn-ea"/>
              <a:ea typeface="+mn-ea"/>
              <a:cs typeface="Meiryo UI" panose="020B0604030504040204" pitchFamily="50" charset="-128"/>
            </a:endParaRPr>
          </a:p>
        </p:txBody>
      </p:sp>
      <p:sp>
        <p:nvSpPr>
          <p:cNvPr id="20" name="矢印: 五方向 19">
            <a:extLst>
              <a:ext uri="{FF2B5EF4-FFF2-40B4-BE49-F238E27FC236}">
                <a16:creationId xmlns:a16="http://schemas.microsoft.com/office/drawing/2014/main" id="{99415E53-8230-2235-41CC-26FDFB1A1601}"/>
              </a:ext>
            </a:extLst>
          </p:cNvPr>
          <p:cNvSpPr/>
          <p:nvPr/>
        </p:nvSpPr>
        <p:spPr bwMode="auto">
          <a:xfrm>
            <a:off x="7452755" y="5002782"/>
            <a:ext cx="831312" cy="334001"/>
          </a:xfrm>
          <a:prstGeom prst="homePlate">
            <a:avLst>
              <a:gd name="adj" fmla="val 31850"/>
            </a:avLst>
          </a:prstGeom>
          <a:solidFill>
            <a:schemeClr val="accent1">
              <a:lumMod val="20000"/>
              <a:lumOff val="80000"/>
            </a:schemeClr>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900">
                <a:latin typeface="+mn-ea"/>
                <a:ea typeface="+mn-ea"/>
                <a:cs typeface="Meiryo UI" panose="020B0604030504040204" pitchFamily="50" charset="-128"/>
              </a:rPr>
              <a:t>開発期間</a:t>
            </a:r>
            <a:endParaRPr kumimoji="1" lang="en-US" altLang="ja-JP" sz="900" i="0" u="none" strike="noStrike" cap="none" normalizeH="0" baseline="0">
              <a:ln>
                <a:noFill/>
              </a:ln>
              <a:effectLst/>
              <a:latin typeface="+mn-ea"/>
              <a:ea typeface="+mn-ea"/>
              <a:cs typeface="Meiryo UI" panose="020B0604030504040204" pitchFamily="50" charset="-128"/>
            </a:endParaRPr>
          </a:p>
        </p:txBody>
      </p:sp>
      <p:sp>
        <p:nvSpPr>
          <p:cNvPr id="21" name="矢印: 五方向 20">
            <a:extLst>
              <a:ext uri="{FF2B5EF4-FFF2-40B4-BE49-F238E27FC236}">
                <a16:creationId xmlns:a16="http://schemas.microsoft.com/office/drawing/2014/main" id="{531691E7-6F7F-1FE9-692C-5A321EE56245}"/>
              </a:ext>
            </a:extLst>
          </p:cNvPr>
          <p:cNvSpPr/>
          <p:nvPr/>
        </p:nvSpPr>
        <p:spPr bwMode="auto">
          <a:xfrm>
            <a:off x="8293193" y="5002790"/>
            <a:ext cx="340730" cy="333993"/>
          </a:xfrm>
          <a:prstGeom prst="homePlate">
            <a:avLst>
              <a:gd name="adj" fmla="val 36467"/>
            </a:avLst>
          </a:prstGeom>
          <a:solidFill>
            <a:srgbClr val="FFCCFF"/>
          </a:solidFill>
          <a:ln>
            <a:solidFill>
              <a:schemeClr val="accent1"/>
            </a:solidFill>
          </a:ln>
          <a:effectLst/>
        </p:spPr>
        <p:txBody>
          <a:bodyPr wrap="none" lIns="36000" tIns="0" rIns="0" bIns="0" rtlCol="0" anchor="ctr"/>
          <a:lstStyle/>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予備</a:t>
            </a:r>
          </a:p>
        </p:txBody>
      </p:sp>
      <p:sp>
        <p:nvSpPr>
          <p:cNvPr id="22" name="矢印: 五方向 21">
            <a:extLst>
              <a:ext uri="{FF2B5EF4-FFF2-40B4-BE49-F238E27FC236}">
                <a16:creationId xmlns:a16="http://schemas.microsoft.com/office/drawing/2014/main" id="{510D7B99-0DFF-49FE-3DCF-946467571D0B}"/>
              </a:ext>
            </a:extLst>
          </p:cNvPr>
          <p:cNvSpPr/>
          <p:nvPr/>
        </p:nvSpPr>
        <p:spPr bwMode="auto">
          <a:xfrm>
            <a:off x="6931266" y="5480642"/>
            <a:ext cx="528293" cy="334001"/>
          </a:xfrm>
          <a:prstGeom prst="homePlate">
            <a:avLst>
              <a:gd name="adj" fmla="val 31850"/>
            </a:avLst>
          </a:prstGeom>
          <a:solidFill>
            <a:srgbClr val="CCFF99"/>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ja-JP" altLang="en-US" sz="900" i="0" u="none" strike="noStrike" cap="none" normalizeH="0" baseline="0">
                <a:ln>
                  <a:noFill/>
                </a:ln>
                <a:effectLst/>
                <a:latin typeface="+mn-ea"/>
                <a:ea typeface="+mn-ea"/>
                <a:cs typeface="Meiryo UI" panose="020B0604030504040204" pitchFamily="50" charset="-128"/>
              </a:rPr>
              <a:t>要件定義</a:t>
            </a:r>
            <a:endParaRPr kumimoji="1" lang="en-US" altLang="ja-JP" sz="900" i="0" u="none" strike="noStrike" cap="none" normalizeH="0" baseline="0">
              <a:ln>
                <a:noFill/>
              </a:ln>
              <a:effectLst/>
              <a:latin typeface="+mn-ea"/>
              <a:ea typeface="+mn-ea"/>
              <a:cs typeface="Meiryo UI" panose="020B0604030504040204" pitchFamily="50" charset="-128"/>
            </a:endParaRPr>
          </a:p>
        </p:txBody>
      </p:sp>
      <p:sp>
        <p:nvSpPr>
          <p:cNvPr id="23" name="矢印: 五方向 22">
            <a:extLst>
              <a:ext uri="{FF2B5EF4-FFF2-40B4-BE49-F238E27FC236}">
                <a16:creationId xmlns:a16="http://schemas.microsoft.com/office/drawing/2014/main" id="{98533EF2-D73E-FF54-27F5-CE9374130EE9}"/>
              </a:ext>
            </a:extLst>
          </p:cNvPr>
          <p:cNvSpPr/>
          <p:nvPr/>
        </p:nvSpPr>
        <p:spPr bwMode="auto">
          <a:xfrm>
            <a:off x="7459559" y="5472893"/>
            <a:ext cx="1590462" cy="334001"/>
          </a:xfrm>
          <a:prstGeom prst="homePlate">
            <a:avLst>
              <a:gd name="adj" fmla="val 31850"/>
            </a:avLst>
          </a:prstGeom>
          <a:solidFill>
            <a:schemeClr val="accent1">
              <a:lumMod val="20000"/>
              <a:lumOff val="80000"/>
            </a:schemeClr>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900">
                <a:latin typeface="+mn-ea"/>
                <a:ea typeface="+mn-ea"/>
                <a:cs typeface="Meiryo UI" panose="020B0604030504040204" pitchFamily="50" charset="-128"/>
              </a:rPr>
              <a:t>開発期間</a:t>
            </a:r>
            <a:endParaRPr kumimoji="1" lang="en-US" altLang="ja-JP" sz="900" i="0" u="none" strike="noStrike" cap="none" normalizeH="0" baseline="0">
              <a:ln>
                <a:noFill/>
              </a:ln>
              <a:effectLst/>
              <a:latin typeface="+mn-ea"/>
              <a:ea typeface="+mn-ea"/>
              <a:cs typeface="Meiryo UI" panose="020B0604030504040204" pitchFamily="50" charset="-128"/>
            </a:endParaRPr>
          </a:p>
        </p:txBody>
      </p:sp>
      <p:sp>
        <p:nvSpPr>
          <p:cNvPr id="28" name="テキスト ボックス 27">
            <a:extLst>
              <a:ext uri="{FF2B5EF4-FFF2-40B4-BE49-F238E27FC236}">
                <a16:creationId xmlns:a16="http://schemas.microsoft.com/office/drawing/2014/main" id="{C945CFEC-0DED-2BF4-E47A-FEB9A8AAC43F}"/>
              </a:ext>
            </a:extLst>
          </p:cNvPr>
          <p:cNvSpPr txBox="1"/>
          <p:nvPr/>
        </p:nvSpPr>
        <p:spPr>
          <a:xfrm>
            <a:off x="9222800" y="5421935"/>
            <a:ext cx="683200" cy="507831"/>
          </a:xfrm>
          <a:prstGeom prst="rect">
            <a:avLst/>
          </a:prstGeom>
          <a:noFill/>
        </p:spPr>
        <p:txBody>
          <a:bodyPr wrap="none" rtlCol="0">
            <a:spAutoFit/>
          </a:bodyPr>
          <a:lstStyle/>
          <a:p>
            <a:pPr algn="l"/>
            <a:r>
              <a:rPr kumimoji="1" lang="ja-JP" altLang="en-US" sz="900">
                <a:latin typeface="+mn-ea"/>
                <a:ea typeface="+mn-ea"/>
                <a:cs typeface="Meiryo UI" panose="020B0604030504040204" pitchFamily="50" charset="-128"/>
              </a:rPr>
              <a:t>★サービス</a:t>
            </a:r>
            <a:endParaRPr kumimoji="1" lang="en-US" altLang="ja-JP" sz="900">
              <a:latin typeface="+mn-ea"/>
              <a:ea typeface="+mn-ea"/>
              <a:cs typeface="Meiryo UI" panose="020B0604030504040204" pitchFamily="50" charset="-128"/>
            </a:endParaRPr>
          </a:p>
          <a:p>
            <a:pPr algn="l"/>
            <a:r>
              <a:rPr lang="ja-JP" altLang="en-US" sz="900">
                <a:latin typeface="+mn-ea"/>
                <a:ea typeface="+mn-ea"/>
                <a:cs typeface="Meiryo UI" panose="020B0604030504040204" pitchFamily="50" charset="-128"/>
              </a:rPr>
              <a:t>　　</a:t>
            </a:r>
            <a:r>
              <a:rPr kumimoji="1" lang="ja-JP" altLang="en-US" sz="900">
                <a:latin typeface="+mn-ea"/>
                <a:ea typeface="+mn-ea"/>
                <a:cs typeface="Meiryo UI" panose="020B0604030504040204" pitchFamily="50" charset="-128"/>
              </a:rPr>
              <a:t>開始</a:t>
            </a:r>
            <a:endParaRPr kumimoji="1" lang="en-US" altLang="ja-JP" sz="900">
              <a:latin typeface="+mn-ea"/>
              <a:ea typeface="+mn-ea"/>
              <a:cs typeface="Meiryo UI" panose="020B0604030504040204" pitchFamily="50" charset="-128"/>
            </a:endParaRPr>
          </a:p>
          <a:p>
            <a:pPr algn="l"/>
            <a:r>
              <a:rPr kumimoji="1" lang="ja-JP" altLang="en-US" sz="900">
                <a:latin typeface="+mn-ea"/>
                <a:ea typeface="+mn-ea"/>
                <a:cs typeface="Meiryo UI" panose="020B0604030504040204" pitchFamily="50" charset="-128"/>
              </a:rPr>
              <a:t>（</a:t>
            </a:r>
            <a:r>
              <a:rPr kumimoji="1" lang="en-US" altLang="ja-JP" sz="900">
                <a:latin typeface="+mn-ea"/>
                <a:ea typeface="+mn-ea"/>
                <a:cs typeface="Meiryo UI" panose="020B0604030504040204" pitchFamily="50" charset="-128"/>
              </a:rPr>
              <a:t>28/2</a:t>
            </a:r>
            <a:r>
              <a:rPr kumimoji="1" lang="ja-JP" altLang="en-US" sz="900">
                <a:latin typeface="+mn-ea"/>
                <a:ea typeface="+mn-ea"/>
                <a:cs typeface="Meiryo UI" panose="020B0604030504040204" pitchFamily="50" charset="-128"/>
              </a:rPr>
              <a:t>）</a:t>
            </a:r>
          </a:p>
        </p:txBody>
      </p:sp>
      <p:sp>
        <p:nvSpPr>
          <p:cNvPr id="29" name="矢印: 五方向 28">
            <a:extLst>
              <a:ext uri="{FF2B5EF4-FFF2-40B4-BE49-F238E27FC236}">
                <a16:creationId xmlns:a16="http://schemas.microsoft.com/office/drawing/2014/main" id="{7409ABD6-A43D-BA1C-1C9E-91F4FE30C9B1}"/>
              </a:ext>
            </a:extLst>
          </p:cNvPr>
          <p:cNvSpPr/>
          <p:nvPr/>
        </p:nvSpPr>
        <p:spPr bwMode="auto">
          <a:xfrm>
            <a:off x="9042272" y="5465157"/>
            <a:ext cx="340730" cy="333993"/>
          </a:xfrm>
          <a:prstGeom prst="homePlate">
            <a:avLst>
              <a:gd name="adj" fmla="val 36467"/>
            </a:avLst>
          </a:prstGeom>
          <a:solidFill>
            <a:srgbClr val="FFCCFF"/>
          </a:solidFill>
          <a:ln>
            <a:solidFill>
              <a:schemeClr val="accent1"/>
            </a:solidFill>
          </a:ln>
          <a:effectLst/>
        </p:spPr>
        <p:txBody>
          <a:bodyPr wrap="none" lIns="36000" tIns="0" rIns="0" bIns="0" rtlCol="0" anchor="ctr"/>
          <a:lstStyle/>
          <a:p>
            <a:pPr defTabSz="414772"/>
            <a:r>
              <a:rPr kumimoji="0" lang="ja-JP" altLang="en-US" sz="900" kern="0">
                <a:solidFill>
                  <a:srgbClr val="000000"/>
                </a:solidFill>
                <a:latin typeface="Meiryo UI" panose="020B0604030504040204" pitchFamily="50" charset="-128"/>
                <a:ea typeface="Meiryo UI" panose="020B0604030504040204" pitchFamily="50" charset="-128"/>
                <a:cs typeface="Meiryo UI" panose="020B0604030504040204" pitchFamily="50" charset="-128"/>
              </a:rPr>
              <a:t>予備</a:t>
            </a:r>
          </a:p>
        </p:txBody>
      </p:sp>
      <p:sp>
        <p:nvSpPr>
          <p:cNvPr id="224" name="矢印: 五方向 223">
            <a:extLst>
              <a:ext uri="{FF2B5EF4-FFF2-40B4-BE49-F238E27FC236}">
                <a16:creationId xmlns:a16="http://schemas.microsoft.com/office/drawing/2014/main" id="{5050D57A-CAE1-CEC4-8125-0091B8C17CE9}"/>
              </a:ext>
            </a:extLst>
          </p:cNvPr>
          <p:cNvSpPr/>
          <p:nvPr/>
        </p:nvSpPr>
        <p:spPr bwMode="auto">
          <a:xfrm>
            <a:off x="6409458" y="5484389"/>
            <a:ext cx="521810" cy="334001"/>
          </a:xfrm>
          <a:prstGeom prst="homePlate">
            <a:avLst>
              <a:gd name="adj" fmla="val 31850"/>
            </a:avLst>
          </a:prstGeom>
          <a:solidFill>
            <a:srgbClr val="CCFF99"/>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900">
                <a:latin typeface="+mn-ea"/>
                <a:ea typeface="+mn-ea"/>
                <a:cs typeface="Meiryo UI" panose="020B0604030504040204" pitchFamily="50" charset="-128"/>
              </a:rPr>
              <a:t>事前</a:t>
            </a:r>
            <a:r>
              <a:rPr kumimoji="1" lang="ja-JP" altLang="en-US" sz="900" i="0" u="none" strike="noStrike" cap="none" normalizeH="0" baseline="0">
                <a:ln>
                  <a:noFill/>
                </a:ln>
                <a:effectLst/>
                <a:latin typeface="+mn-ea"/>
                <a:ea typeface="+mn-ea"/>
                <a:cs typeface="Meiryo UI" panose="020B0604030504040204" pitchFamily="50" charset="-128"/>
              </a:rPr>
              <a:t>検討</a:t>
            </a:r>
            <a:endParaRPr kumimoji="1" lang="en-US" altLang="ja-JP" sz="900" i="0" u="none" strike="noStrike" cap="none" normalizeH="0" baseline="0">
              <a:ln>
                <a:noFill/>
              </a:ln>
              <a:effectLst/>
              <a:latin typeface="+mn-ea"/>
              <a:ea typeface="+mn-ea"/>
              <a:cs typeface="Meiryo UI" panose="020B0604030504040204" pitchFamily="50" charset="-128"/>
            </a:endParaRPr>
          </a:p>
        </p:txBody>
      </p:sp>
      <p:sp>
        <p:nvSpPr>
          <p:cNvPr id="3" name="矢印: 五方向 2">
            <a:extLst>
              <a:ext uri="{FF2B5EF4-FFF2-40B4-BE49-F238E27FC236}">
                <a16:creationId xmlns:a16="http://schemas.microsoft.com/office/drawing/2014/main" id="{07563F27-1ADC-827D-8437-0E77B03C7213}"/>
              </a:ext>
            </a:extLst>
          </p:cNvPr>
          <p:cNvSpPr/>
          <p:nvPr/>
        </p:nvSpPr>
        <p:spPr bwMode="auto">
          <a:xfrm>
            <a:off x="6409457" y="5002781"/>
            <a:ext cx="521810" cy="334001"/>
          </a:xfrm>
          <a:prstGeom prst="homePlate">
            <a:avLst>
              <a:gd name="adj" fmla="val 31850"/>
            </a:avLst>
          </a:prstGeom>
          <a:solidFill>
            <a:srgbClr val="CCFF99"/>
          </a:solidFill>
          <a:ln w="9525" cap="flat" cmpd="sng" algn="ctr">
            <a:solidFill>
              <a:schemeClr val="tx2"/>
            </a:solidFill>
            <a:prstDash val="solid"/>
            <a:round/>
            <a:headEnd type="none" w="med" len="med"/>
            <a:tailEnd type="none" w="med" len="med"/>
          </a:ln>
          <a:effectLst/>
        </p:spPr>
        <p:txBody>
          <a:bodyPr vert="horz" wrap="none" lIns="36000" tIns="45720" rIns="3600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900">
                <a:latin typeface="+mn-ea"/>
                <a:ea typeface="+mn-ea"/>
                <a:cs typeface="Meiryo UI" panose="020B0604030504040204" pitchFamily="50" charset="-128"/>
              </a:rPr>
              <a:t>事前</a:t>
            </a:r>
            <a:r>
              <a:rPr kumimoji="1" lang="ja-JP" altLang="en-US" sz="900" i="0" u="none" strike="noStrike" cap="none" normalizeH="0" baseline="0">
                <a:ln>
                  <a:noFill/>
                </a:ln>
                <a:effectLst/>
                <a:latin typeface="+mn-ea"/>
                <a:ea typeface="+mn-ea"/>
                <a:cs typeface="Meiryo UI" panose="020B0604030504040204" pitchFamily="50" charset="-128"/>
              </a:rPr>
              <a:t>検討</a:t>
            </a:r>
            <a:endParaRPr kumimoji="1" lang="en-US" altLang="ja-JP" sz="900" i="0" u="none" strike="noStrike" cap="none" normalizeH="0" baseline="0">
              <a:ln>
                <a:noFill/>
              </a:ln>
              <a:effectLst/>
              <a:latin typeface="+mn-ea"/>
              <a:ea typeface="+mn-ea"/>
              <a:cs typeface="Meiryo UI" panose="020B0604030504040204" pitchFamily="50" charset="-128"/>
            </a:endParaRPr>
          </a:p>
        </p:txBody>
      </p:sp>
      <p:grpSp>
        <p:nvGrpSpPr>
          <p:cNvPr id="203" name="グループ化 202">
            <a:extLst>
              <a:ext uri="{FF2B5EF4-FFF2-40B4-BE49-F238E27FC236}">
                <a16:creationId xmlns:a16="http://schemas.microsoft.com/office/drawing/2014/main" id="{3D3A98BE-2404-1391-573F-49ED1EFE72A1}"/>
              </a:ext>
            </a:extLst>
          </p:cNvPr>
          <p:cNvGrpSpPr/>
          <p:nvPr/>
        </p:nvGrpSpPr>
        <p:grpSpPr>
          <a:xfrm>
            <a:off x="6750067" y="3939791"/>
            <a:ext cx="187282" cy="1965709"/>
            <a:chOff x="6750067" y="3939791"/>
            <a:chExt cx="187282" cy="1965709"/>
          </a:xfrm>
        </p:grpSpPr>
        <p:cxnSp>
          <p:nvCxnSpPr>
            <p:cNvPr id="249" name="直線コネクタ 248">
              <a:extLst>
                <a:ext uri="{FF2B5EF4-FFF2-40B4-BE49-F238E27FC236}">
                  <a16:creationId xmlns:a16="http://schemas.microsoft.com/office/drawing/2014/main" id="{32A49BE8-2B5E-A68A-B690-5E5844A3F340}"/>
                </a:ext>
              </a:extLst>
            </p:cNvPr>
            <p:cNvCxnSpPr/>
            <p:nvPr/>
          </p:nvCxnSpPr>
          <p:spPr bwMode="auto">
            <a:xfrm>
              <a:off x="6923646" y="3939791"/>
              <a:ext cx="0" cy="505105"/>
            </a:xfrm>
            <a:prstGeom prst="line">
              <a:avLst/>
            </a:prstGeom>
            <a:solidFill>
              <a:schemeClr val="bg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直線コネクタ 249">
              <a:extLst>
                <a:ext uri="{FF2B5EF4-FFF2-40B4-BE49-F238E27FC236}">
                  <a16:creationId xmlns:a16="http://schemas.microsoft.com/office/drawing/2014/main" id="{ED743544-C909-63DE-D058-596AF816BE93}"/>
                </a:ext>
              </a:extLst>
            </p:cNvPr>
            <p:cNvCxnSpPr/>
            <p:nvPr/>
          </p:nvCxnSpPr>
          <p:spPr bwMode="auto">
            <a:xfrm flipH="1">
              <a:off x="6750067" y="4442711"/>
              <a:ext cx="181199" cy="272548"/>
            </a:xfrm>
            <a:prstGeom prst="line">
              <a:avLst/>
            </a:prstGeom>
            <a:solidFill>
              <a:schemeClr val="bg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線コネクタ 251">
              <a:extLst>
                <a:ext uri="{FF2B5EF4-FFF2-40B4-BE49-F238E27FC236}">
                  <a16:creationId xmlns:a16="http://schemas.microsoft.com/office/drawing/2014/main" id="{F9FD9A21-6406-5B19-ECF3-EBCE2F9FD173}"/>
                </a:ext>
              </a:extLst>
            </p:cNvPr>
            <p:cNvCxnSpPr/>
            <p:nvPr/>
          </p:nvCxnSpPr>
          <p:spPr bwMode="auto">
            <a:xfrm flipH="1" flipV="1">
              <a:off x="6756149" y="4694329"/>
              <a:ext cx="181200" cy="222322"/>
            </a:xfrm>
            <a:prstGeom prst="line">
              <a:avLst/>
            </a:prstGeom>
            <a:solidFill>
              <a:schemeClr val="bg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線コネクタ 254">
              <a:extLst>
                <a:ext uri="{FF2B5EF4-FFF2-40B4-BE49-F238E27FC236}">
                  <a16:creationId xmlns:a16="http://schemas.microsoft.com/office/drawing/2014/main" id="{72853D04-445E-62FE-9912-AE130A4D9F66}"/>
                </a:ext>
              </a:extLst>
            </p:cNvPr>
            <p:cNvCxnSpPr/>
            <p:nvPr/>
          </p:nvCxnSpPr>
          <p:spPr bwMode="auto">
            <a:xfrm>
              <a:off x="6935952" y="4916830"/>
              <a:ext cx="0" cy="988670"/>
            </a:xfrm>
            <a:prstGeom prst="line">
              <a:avLst/>
            </a:prstGeom>
            <a:solidFill>
              <a:schemeClr val="bg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395836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96DF8-397E-4013-858D-50D6186CCBEA}"/>
              </a:ext>
            </a:extLst>
          </p:cNvPr>
          <p:cNvSpPr>
            <a:spLocks noGrp="1"/>
          </p:cNvSpPr>
          <p:nvPr>
            <p:ph type="title"/>
          </p:nvPr>
        </p:nvSpPr>
        <p:spPr/>
        <p:txBody>
          <a:bodyPr/>
          <a:lstStyle/>
          <a:p>
            <a:r>
              <a:rPr kumimoji="1" lang="en-US" altLang="ja-JP" sz="1800">
                <a:latin typeface="+mn-ea"/>
                <a:ea typeface="+mn-ea"/>
              </a:rPr>
              <a:t>2-1</a:t>
            </a:r>
            <a:r>
              <a:rPr lang="ja-JP" altLang="en-US">
                <a:latin typeface="+mn-ea"/>
                <a:ea typeface="+mn-ea"/>
              </a:rPr>
              <a:t>．</a:t>
            </a:r>
            <a:r>
              <a:rPr lang="en-US" altLang="ja-JP">
                <a:latin typeface="+mn-ea"/>
                <a:ea typeface="+mn-ea"/>
              </a:rPr>
              <a:t>【</a:t>
            </a:r>
            <a:r>
              <a:rPr lang="ja-JP" altLang="en-US">
                <a:latin typeface="+mn-ea"/>
                <a:ea typeface="+mn-ea"/>
              </a:rPr>
              <a:t>スコープ</a:t>
            </a:r>
            <a:r>
              <a:rPr lang="en-US" altLang="ja-JP">
                <a:latin typeface="+mn-ea"/>
                <a:ea typeface="+mn-ea"/>
              </a:rPr>
              <a:t>】</a:t>
            </a:r>
            <a:r>
              <a:rPr lang="ja-JP" altLang="en-US">
                <a:latin typeface="+mn-ea"/>
                <a:ea typeface="+mn-ea"/>
              </a:rPr>
              <a:t>検討項目（１</a:t>
            </a:r>
            <a:r>
              <a:rPr lang="en-US" altLang="ja-JP">
                <a:latin typeface="+mn-ea"/>
                <a:ea typeface="+mn-ea"/>
              </a:rPr>
              <a:t>/</a:t>
            </a:r>
            <a:r>
              <a:rPr lang="ja-JP" altLang="en-US">
                <a:latin typeface="+mn-ea"/>
                <a:ea typeface="+mn-ea"/>
              </a:rPr>
              <a:t>２）</a:t>
            </a:r>
            <a:endParaRPr kumimoji="1" lang="ja-JP" altLang="en-US"/>
          </a:p>
        </p:txBody>
      </p:sp>
      <p:sp>
        <p:nvSpPr>
          <p:cNvPr id="8" name="テキスト プレースホルダー 2">
            <a:extLst>
              <a:ext uri="{FF2B5EF4-FFF2-40B4-BE49-F238E27FC236}">
                <a16:creationId xmlns:a16="http://schemas.microsoft.com/office/drawing/2014/main" id="{C8570C5C-80DE-006E-6A11-B03FCF6DD402}"/>
              </a:ext>
            </a:extLst>
          </p:cNvPr>
          <p:cNvSpPr>
            <a:spLocks noGrp="1"/>
          </p:cNvSpPr>
          <p:nvPr>
            <p:ph type="body" sz="quarter" idx="12"/>
          </p:nvPr>
        </p:nvSpPr>
        <p:spPr>
          <a:xfrm>
            <a:off x="165001" y="621674"/>
            <a:ext cx="9576000" cy="601518"/>
          </a:xfrm>
        </p:spPr>
        <p:txBody>
          <a:bodyPr/>
          <a:lstStyle/>
          <a:p>
            <a:pPr marL="269875" indent="-269875" eaLnBrk="1" hangingPunct="1">
              <a:spcAft>
                <a:spcPts val="0"/>
              </a:spcAft>
              <a:buFont typeface="Wingdings" panose="05000000000000000000" pitchFamily="2" charset="2"/>
              <a:buChar char="ü"/>
              <a:defRPr/>
            </a:pPr>
            <a:r>
              <a:rPr lang="ja-JP" altLang="en-US" sz="1600">
                <a:latin typeface="+mn-ea"/>
                <a:ea typeface="+mn-ea"/>
              </a:rPr>
              <a:t>次世代コンタクト共通基盤コンセプトに基づき、検討項目を５つの大項目に分類する。</a:t>
            </a:r>
            <a:endParaRPr lang="en-US" altLang="ja-JP" sz="1600">
              <a:latin typeface="+mn-ea"/>
              <a:ea typeface="+mn-ea"/>
            </a:endParaRPr>
          </a:p>
          <a:p>
            <a:pPr marL="269875" indent="-269875" eaLnBrk="1" hangingPunct="1">
              <a:spcAft>
                <a:spcPts val="0"/>
              </a:spcAft>
              <a:buFont typeface="Wingdings" panose="05000000000000000000" pitchFamily="2" charset="2"/>
              <a:buChar char="ü"/>
              <a:defRPr/>
            </a:pPr>
            <a:r>
              <a:rPr lang="ja-JP" altLang="en-US" sz="1600">
                <a:latin typeface="+mn-ea"/>
                <a:ea typeface="+mn-ea"/>
              </a:rPr>
              <a:t>検討項目ごとに優先順位・役割分担を明確化する。</a:t>
            </a:r>
            <a:endParaRPr kumimoji="1" lang="ja-JP" altLang="en-US" sz="1600"/>
          </a:p>
        </p:txBody>
      </p:sp>
      <p:graphicFrame>
        <p:nvGraphicFramePr>
          <p:cNvPr id="9" name="表 8">
            <a:extLst>
              <a:ext uri="{FF2B5EF4-FFF2-40B4-BE49-F238E27FC236}">
                <a16:creationId xmlns:a16="http://schemas.microsoft.com/office/drawing/2014/main" id="{AC80A6E5-B095-2950-9658-7AADF588C844}"/>
              </a:ext>
            </a:extLst>
          </p:cNvPr>
          <p:cNvGraphicFramePr>
            <a:graphicFrameLocks noGrp="1"/>
          </p:cNvGraphicFramePr>
          <p:nvPr>
            <p:extLst>
              <p:ext uri="{D42A27DB-BD31-4B8C-83A1-F6EECF244321}">
                <p14:modId xmlns:p14="http://schemas.microsoft.com/office/powerpoint/2010/main" val="2531919713"/>
              </p:ext>
            </p:extLst>
          </p:nvPr>
        </p:nvGraphicFramePr>
        <p:xfrm>
          <a:off x="287402" y="1363669"/>
          <a:ext cx="9453598" cy="5269140"/>
        </p:xfrm>
        <a:graphic>
          <a:graphicData uri="http://schemas.openxmlformats.org/drawingml/2006/table">
            <a:tbl>
              <a:tblPr firstRow="1" bandRow="1">
                <a:tableStyleId>{5C22544A-7EE6-4342-B048-85BDC9FD1C3A}</a:tableStyleId>
              </a:tblPr>
              <a:tblGrid>
                <a:gridCol w="487765">
                  <a:extLst>
                    <a:ext uri="{9D8B030D-6E8A-4147-A177-3AD203B41FA5}">
                      <a16:colId xmlns:a16="http://schemas.microsoft.com/office/drawing/2014/main" val="116094207"/>
                    </a:ext>
                  </a:extLst>
                </a:gridCol>
                <a:gridCol w="1587033">
                  <a:extLst>
                    <a:ext uri="{9D8B030D-6E8A-4147-A177-3AD203B41FA5}">
                      <a16:colId xmlns:a16="http://schemas.microsoft.com/office/drawing/2014/main" val="2676199786"/>
                    </a:ext>
                  </a:extLst>
                </a:gridCol>
                <a:gridCol w="5067300">
                  <a:extLst>
                    <a:ext uri="{9D8B030D-6E8A-4147-A177-3AD203B41FA5}">
                      <a16:colId xmlns:a16="http://schemas.microsoft.com/office/drawing/2014/main" val="1474579199"/>
                    </a:ext>
                  </a:extLst>
                </a:gridCol>
                <a:gridCol w="769620">
                  <a:extLst>
                    <a:ext uri="{9D8B030D-6E8A-4147-A177-3AD203B41FA5}">
                      <a16:colId xmlns:a16="http://schemas.microsoft.com/office/drawing/2014/main" val="1478457770"/>
                    </a:ext>
                  </a:extLst>
                </a:gridCol>
                <a:gridCol w="784860">
                  <a:extLst>
                    <a:ext uri="{9D8B030D-6E8A-4147-A177-3AD203B41FA5}">
                      <a16:colId xmlns:a16="http://schemas.microsoft.com/office/drawing/2014/main" val="3322080614"/>
                    </a:ext>
                  </a:extLst>
                </a:gridCol>
                <a:gridCol w="757020">
                  <a:extLst>
                    <a:ext uri="{9D8B030D-6E8A-4147-A177-3AD203B41FA5}">
                      <a16:colId xmlns:a16="http://schemas.microsoft.com/office/drawing/2014/main" val="1156616487"/>
                    </a:ext>
                  </a:extLst>
                </a:gridCol>
              </a:tblGrid>
              <a:tr h="260010">
                <a:tc row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大項目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lang="ja-JP" altLang="en-US" sz="1200">
                          <a:solidFill>
                            <a:schemeClr val="bg1"/>
                          </a:solidFill>
                        </a:rPr>
                        <a:t>検討項目</a:t>
                      </a:r>
                      <a:endParaRPr sz="12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lang="ja-JP" altLang="en-US" sz="1200">
                          <a:solidFill>
                            <a:schemeClr val="bg1"/>
                          </a:solidFill>
                        </a:rPr>
                        <a:t>優先順位</a:t>
                      </a:r>
                      <a:endParaRPr sz="12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rPr>
                        <a:t>役割分担</a:t>
                      </a:r>
                      <a:endParaRPr sz="12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120691387"/>
                  </a:ext>
                </a:extLst>
              </a:tr>
              <a:tr h="260010">
                <a:tc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vMerge="1">
                  <a:txBody>
                    <a:bodyPr/>
                    <a:lstStyle/>
                    <a:p>
                      <a:endParaRPr kumimoji="1" lang="ja-JP" altLang="en-US"/>
                    </a:p>
                  </a:txBody>
                  <a:tcPr/>
                </a:tc>
                <a:tc vMerge="1">
                  <a:txBody>
                    <a:bodyPr/>
                    <a:lstStyle/>
                    <a:p>
                      <a:pPr algn="ctr"/>
                      <a:endParaRPr kumimoji="1" lang="ja-JP" altLang="en-US"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vMerge="1">
                  <a:txBody>
                    <a:bodyPr/>
                    <a:lstStyle/>
                    <a:p>
                      <a:pPr algn="ctr"/>
                      <a:endParaRPr kumimoji="1" lang="ja-JP" altLang="en-US" sz="14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en-US" altLang="ja-JP"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FG/JRI</a:t>
                      </a:r>
                      <a:endPar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各社</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607637">
                <a:tc rowSpan="5">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l"/>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オンプレミス構成の検討</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①対象業務見直し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・現行システム（オンプレ）の継続要否の検討</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1">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→日興、</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SMCC</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にてオンプレ水準更改を前提に更改を行う方針</a:t>
                      </a:r>
                      <a:endPar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・業務改善項目の検討</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・基礎数値（回線数・席数・</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IVR</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ポート数）の見直し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1">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C00000"/>
                          </a:solidFill>
                          <a:latin typeface="Meiryo UI" panose="020B0604030504040204" pitchFamily="50" charset="-128"/>
                          <a:ea typeface="Meiryo UI" panose="020B0604030504040204" pitchFamily="50" charset="-128"/>
                          <a:cs typeface="Meiryo UI" panose="020B0604030504040204" pitchFamily="50" charset="-128"/>
                        </a:rPr>
                        <a:t>→要件定義工程にて確定予定</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高</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5498616"/>
                  </a:ext>
                </a:extLst>
              </a:tr>
              <a:tr h="428589">
                <a:tc vMerge="1">
                  <a:txBody>
                    <a:bodyPr/>
                    <a:lstStyle/>
                    <a:p>
                      <a:pPr algn="l"/>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②ハードウェア構成</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・インテル共通基盤の仮想サーバ構成変更（</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VMWare</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基盤）に伴うガイド見直し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→インテ共カスタムサービスの廃止に伴う代替構成の検討済（</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P.4-6</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参照）</a:t>
                      </a:r>
                      <a:endPar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高</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377112"/>
                  </a:ext>
                </a:extLst>
              </a:tr>
              <a:tr h="22657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③ソフトウェア構成</a:t>
                      </a: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・バージョンアップに伴うガイド見直し（</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Avaya/NICE</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・製品販売終了（</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Genesys</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Engage</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Avaya APC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）に伴う後継製品の選定・ガイド見直し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→アウトバウンド製品廃止に伴う代替製品評価・方針検討済（</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P.7</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参照）</a:t>
                      </a:r>
                      <a:endPar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高</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7518408"/>
                  </a:ext>
                </a:extLst>
              </a:tr>
              <a:tr h="60763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④調達商流の見直し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HW/SW/</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ライセンス調達商流の見直し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・契約内容の見直し（契約期間（全期間・単年）</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ライセンス体系（席数・同時接続数）</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ライセンス譲渡の可否）</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→商流</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契約の見直し方針検討済（</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P.8-9</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参照）</a:t>
                      </a:r>
                      <a:endPar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高</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9565934"/>
                  </a:ext>
                </a:extLst>
              </a:tr>
              <a:tr h="428589">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⑤共通化範囲の見直し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・各社間での共通化範囲の差異確認</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資産化スキームから</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資産化スキームへの変更検討</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→資産化スキーム</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対象資産の見直し方針検討済（</a:t>
                      </a:r>
                      <a:r>
                        <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P.10-11</a:t>
                      </a:r>
                      <a:r>
                        <a:rPr kumimoji="1" lang="ja-JP" altLang="en-US" sz="12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参照）</a:t>
                      </a:r>
                      <a:endParaRPr kumimoji="1" lang="en-US" altLang="ja-JP" sz="12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高</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8587735"/>
                  </a:ext>
                </a:extLst>
              </a:tr>
            </a:tbl>
          </a:graphicData>
        </a:graphic>
      </p:graphicFrame>
      <p:sp>
        <p:nvSpPr>
          <p:cNvPr id="10" name="テキスト プレースホルダー 2">
            <a:extLst>
              <a:ext uri="{FF2B5EF4-FFF2-40B4-BE49-F238E27FC236}">
                <a16:creationId xmlns:a16="http://schemas.microsoft.com/office/drawing/2014/main" id="{7335BC0B-2B7C-5726-00A7-18C7A42EBE00}"/>
              </a:ext>
            </a:extLst>
          </p:cNvPr>
          <p:cNvSpPr txBox="1">
            <a:spLocks/>
          </p:cNvSpPr>
          <p:nvPr/>
        </p:nvSpPr>
        <p:spPr>
          <a:xfrm>
            <a:off x="4818647" y="855116"/>
            <a:ext cx="4922352" cy="250646"/>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eaLnBrk="1" hangingPunct="1">
              <a:spcAft>
                <a:spcPts val="0"/>
              </a:spcAft>
              <a:buNone/>
              <a:defRPr/>
            </a:pPr>
            <a:r>
              <a:rPr lang="en-US" altLang="ja-JP" sz="1200" kern="0"/>
              <a:t>【</a:t>
            </a:r>
            <a:r>
              <a:rPr lang="ja-JP" altLang="en-US" sz="1200" kern="0"/>
              <a:t>凡例</a:t>
            </a:r>
            <a:r>
              <a:rPr lang="en-US" altLang="ja-JP" sz="1200" kern="0"/>
              <a:t>】</a:t>
            </a:r>
            <a:r>
              <a:rPr lang="ja-JP" altLang="en-US" sz="1200" kern="0"/>
              <a:t>◎：検討主管、○：影響確認、△：支援・情報提供、ー：合意のみ</a:t>
            </a:r>
            <a:br>
              <a:rPr lang="en-US" altLang="ja-JP" sz="1200" kern="0"/>
            </a:br>
            <a:r>
              <a:rPr lang="ja-JP" altLang="en-US" sz="1200" kern="0"/>
              <a:t>　　　　　進捗・実績：</a:t>
            </a:r>
            <a:r>
              <a:rPr lang="ja-JP" altLang="en-US" sz="1200" kern="0">
                <a:solidFill>
                  <a:srgbClr val="0000FF"/>
                </a:solidFill>
              </a:rPr>
              <a:t>青字</a:t>
            </a:r>
            <a:r>
              <a:rPr lang="ja-JP" altLang="en-US" sz="1200" kern="0"/>
              <a:t>、アクションプラン：</a:t>
            </a:r>
            <a:r>
              <a:rPr lang="ja-JP" altLang="en-US" sz="1200" kern="0">
                <a:solidFill>
                  <a:srgbClr val="C00000"/>
                </a:solidFill>
              </a:rPr>
              <a:t>赤字</a:t>
            </a:r>
          </a:p>
        </p:txBody>
      </p:sp>
      <p:sp>
        <p:nvSpPr>
          <p:cNvPr id="11" name="正方形/長方形 10">
            <a:extLst>
              <a:ext uri="{FF2B5EF4-FFF2-40B4-BE49-F238E27FC236}">
                <a16:creationId xmlns:a16="http://schemas.microsoft.com/office/drawing/2014/main" id="{0D456793-C78F-DFDC-DB5C-7F9A97F108B2}"/>
              </a:ext>
            </a:extLst>
          </p:cNvPr>
          <p:cNvSpPr/>
          <p:nvPr/>
        </p:nvSpPr>
        <p:spPr bwMode="auto">
          <a:xfrm>
            <a:off x="2361934" y="1869537"/>
            <a:ext cx="7379066" cy="4763272"/>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833736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96DF8-397E-4013-858D-50D6186CCBEA}"/>
              </a:ext>
            </a:extLst>
          </p:cNvPr>
          <p:cNvSpPr>
            <a:spLocks noGrp="1"/>
          </p:cNvSpPr>
          <p:nvPr>
            <p:ph type="title"/>
          </p:nvPr>
        </p:nvSpPr>
        <p:spPr/>
        <p:txBody>
          <a:bodyPr/>
          <a:lstStyle/>
          <a:p>
            <a:r>
              <a:rPr kumimoji="1" lang="en-US" altLang="ja-JP" sz="1800">
                <a:latin typeface="+mn-ea"/>
                <a:ea typeface="+mn-ea"/>
              </a:rPr>
              <a:t>2-1</a:t>
            </a:r>
            <a:r>
              <a:rPr lang="ja-JP" altLang="en-US">
                <a:latin typeface="+mn-ea"/>
                <a:ea typeface="+mn-ea"/>
              </a:rPr>
              <a:t>．</a:t>
            </a:r>
            <a:r>
              <a:rPr lang="en-US" altLang="ja-JP">
                <a:latin typeface="+mn-ea"/>
                <a:ea typeface="+mn-ea"/>
              </a:rPr>
              <a:t>【</a:t>
            </a:r>
            <a:r>
              <a:rPr lang="ja-JP" altLang="en-US">
                <a:latin typeface="+mn-ea"/>
                <a:ea typeface="+mn-ea"/>
              </a:rPr>
              <a:t>スコープ</a:t>
            </a:r>
            <a:r>
              <a:rPr lang="en-US" altLang="ja-JP">
                <a:latin typeface="+mn-ea"/>
                <a:ea typeface="+mn-ea"/>
              </a:rPr>
              <a:t>】</a:t>
            </a:r>
            <a:r>
              <a:rPr lang="ja-JP" altLang="en-US">
                <a:latin typeface="+mn-ea"/>
                <a:ea typeface="+mn-ea"/>
              </a:rPr>
              <a:t>検討項目（２</a:t>
            </a:r>
            <a:r>
              <a:rPr lang="en-US" altLang="ja-JP">
                <a:latin typeface="+mn-ea"/>
                <a:ea typeface="+mn-ea"/>
              </a:rPr>
              <a:t>/</a:t>
            </a:r>
            <a:r>
              <a:rPr lang="ja-JP" altLang="en-US">
                <a:latin typeface="+mn-ea"/>
                <a:ea typeface="+mn-ea"/>
              </a:rPr>
              <a:t>２）</a:t>
            </a:r>
            <a:endParaRPr kumimoji="1" lang="ja-JP" altLang="en-US"/>
          </a:p>
        </p:txBody>
      </p:sp>
      <p:sp>
        <p:nvSpPr>
          <p:cNvPr id="7" name="テキスト プレースホルダー 2">
            <a:extLst>
              <a:ext uri="{FF2B5EF4-FFF2-40B4-BE49-F238E27FC236}">
                <a16:creationId xmlns:a16="http://schemas.microsoft.com/office/drawing/2014/main" id="{47D7F948-6073-BCFC-894F-310ECB1DCCEA}"/>
              </a:ext>
            </a:extLst>
          </p:cNvPr>
          <p:cNvSpPr>
            <a:spLocks noGrp="1"/>
          </p:cNvSpPr>
          <p:nvPr>
            <p:ph type="body" sz="quarter" idx="12"/>
          </p:nvPr>
        </p:nvSpPr>
        <p:spPr>
          <a:xfrm>
            <a:off x="165001" y="621674"/>
            <a:ext cx="9576000" cy="601518"/>
          </a:xfrm>
        </p:spPr>
        <p:txBody>
          <a:bodyPr/>
          <a:lstStyle/>
          <a:p>
            <a:pPr marL="269875" indent="-269875" eaLnBrk="1" hangingPunct="1">
              <a:spcAft>
                <a:spcPts val="0"/>
              </a:spcAft>
              <a:buFont typeface="Wingdings" panose="05000000000000000000" pitchFamily="2" charset="2"/>
              <a:buChar char="ü"/>
              <a:defRPr/>
            </a:pPr>
            <a:r>
              <a:rPr lang="ja-JP" altLang="en-US" sz="1600">
                <a:latin typeface="+mn-ea"/>
                <a:ea typeface="+mn-ea"/>
              </a:rPr>
              <a:t>次世代コンタクト共通基盤コンセプトに基づき、検討項目を５つの大項目に分類する。</a:t>
            </a:r>
            <a:endParaRPr lang="en-US" altLang="ja-JP" sz="1600">
              <a:latin typeface="+mn-ea"/>
              <a:ea typeface="+mn-ea"/>
            </a:endParaRPr>
          </a:p>
          <a:p>
            <a:pPr marL="269875" indent="-269875" eaLnBrk="1" hangingPunct="1">
              <a:spcAft>
                <a:spcPts val="0"/>
              </a:spcAft>
              <a:buFont typeface="Wingdings" panose="05000000000000000000" pitchFamily="2" charset="2"/>
              <a:buChar char="ü"/>
              <a:defRPr/>
            </a:pPr>
            <a:r>
              <a:rPr lang="ja-JP" altLang="en-US" sz="1600">
                <a:latin typeface="+mn-ea"/>
                <a:ea typeface="+mn-ea"/>
              </a:rPr>
              <a:t>検討項目ごとに優先順位・役割分担を明確化</a:t>
            </a:r>
            <a:r>
              <a:rPr lang="ja-JP" altLang="en-US" sz="1600">
                <a:latin typeface="+mn-ea"/>
              </a:rPr>
              <a:t>する。</a:t>
            </a:r>
            <a:endParaRPr kumimoji="1" lang="ja-JP" altLang="en-US" sz="1600"/>
          </a:p>
        </p:txBody>
      </p:sp>
      <p:graphicFrame>
        <p:nvGraphicFramePr>
          <p:cNvPr id="8" name="表 7">
            <a:extLst>
              <a:ext uri="{FF2B5EF4-FFF2-40B4-BE49-F238E27FC236}">
                <a16:creationId xmlns:a16="http://schemas.microsoft.com/office/drawing/2014/main" id="{85AF9E3D-C13B-DDAE-D1CA-9D3C01367223}"/>
              </a:ext>
            </a:extLst>
          </p:cNvPr>
          <p:cNvGraphicFramePr>
            <a:graphicFrameLocks noGrp="1"/>
          </p:cNvGraphicFramePr>
          <p:nvPr>
            <p:extLst>
              <p:ext uri="{D42A27DB-BD31-4B8C-83A1-F6EECF244321}">
                <p14:modId xmlns:p14="http://schemas.microsoft.com/office/powerpoint/2010/main" val="3598985768"/>
              </p:ext>
            </p:extLst>
          </p:nvPr>
        </p:nvGraphicFramePr>
        <p:xfrm>
          <a:off x="287402" y="1463419"/>
          <a:ext cx="9453598" cy="5023430"/>
        </p:xfrm>
        <a:graphic>
          <a:graphicData uri="http://schemas.openxmlformats.org/drawingml/2006/table">
            <a:tbl>
              <a:tblPr firstRow="1" bandRow="1">
                <a:tableStyleId>{5C22544A-7EE6-4342-B048-85BDC9FD1C3A}</a:tableStyleId>
              </a:tblPr>
              <a:tblGrid>
                <a:gridCol w="487765">
                  <a:extLst>
                    <a:ext uri="{9D8B030D-6E8A-4147-A177-3AD203B41FA5}">
                      <a16:colId xmlns:a16="http://schemas.microsoft.com/office/drawing/2014/main" val="116094207"/>
                    </a:ext>
                  </a:extLst>
                </a:gridCol>
                <a:gridCol w="1579413">
                  <a:extLst>
                    <a:ext uri="{9D8B030D-6E8A-4147-A177-3AD203B41FA5}">
                      <a16:colId xmlns:a16="http://schemas.microsoft.com/office/drawing/2014/main" val="2676199786"/>
                    </a:ext>
                  </a:extLst>
                </a:gridCol>
                <a:gridCol w="4953000">
                  <a:extLst>
                    <a:ext uri="{9D8B030D-6E8A-4147-A177-3AD203B41FA5}">
                      <a16:colId xmlns:a16="http://schemas.microsoft.com/office/drawing/2014/main" val="1474579199"/>
                    </a:ext>
                  </a:extLst>
                </a:gridCol>
                <a:gridCol w="838200">
                  <a:extLst>
                    <a:ext uri="{9D8B030D-6E8A-4147-A177-3AD203B41FA5}">
                      <a16:colId xmlns:a16="http://schemas.microsoft.com/office/drawing/2014/main" val="464818970"/>
                    </a:ext>
                  </a:extLst>
                </a:gridCol>
                <a:gridCol w="845820">
                  <a:extLst>
                    <a:ext uri="{9D8B030D-6E8A-4147-A177-3AD203B41FA5}">
                      <a16:colId xmlns:a16="http://schemas.microsoft.com/office/drawing/2014/main" val="3832341707"/>
                    </a:ext>
                  </a:extLst>
                </a:gridCol>
                <a:gridCol w="749400">
                  <a:extLst>
                    <a:ext uri="{9D8B030D-6E8A-4147-A177-3AD203B41FA5}">
                      <a16:colId xmlns:a16="http://schemas.microsoft.com/office/drawing/2014/main" val="3072774979"/>
                    </a:ext>
                  </a:extLst>
                </a:gridCol>
              </a:tblGrid>
              <a:tr h="235535">
                <a:tc row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大項目</a:t>
                      </a: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lang="ja-JP" altLang="en-US" sz="1200" b="1">
                          <a:solidFill>
                            <a:schemeClr val="bg1"/>
                          </a:solidFill>
                        </a:rPr>
                        <a:t>検討項目</a:t>
                      </a:r>
                      <a:endParaRPr sz="1200" b="1">
                        <a:solidFill>
                          <a:schemeClr val="bg1"/>
                        </a:solidFill>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rowSpan="2">
                  <a:txBody>
                    <a:bodyPr/>
                    <a:lstStyle/>
                    <a:p>
                      <a:pPr algn="ctr"/>
                      <a:r>
                        <a:rPr lang="ja-JP" altLang="en-US" sz="1200" b="1">
                          <a:solidFill>
                            <a:schemeClr val="bg1"/>
                          </a:solidFill>
                        </a:rPr>
                        <a:t>優先順位</a:t>
                      </a:r>
                      <a:endParaRPr sz="1200" b="1">
                        <a:solidFill>
                          <a:schemeClr val="bg1"/>
                        </a:solidFill>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rPr>
                        <a:t>役割分担</a:t>
                      </a:r>
                      <a:endParaRPr kumimoji="1" lang="ja-JP" altLang="en-US"/>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120691387"/>
                  </a:ext>
                </a:extLst>
              </a:tr>
              <a:tr h="0">
                <a:tc vMerge="1">
                  <a:txBody>
                    <a:bodyPr/>
                    <a:lstStyle/>
                    <a:p>
                      <a:pPr algn="ctr"/>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vMerge="1">
                  <a:txBody>
                    <a:bodyPr/>
                    <a:lstStyle/>
                    <a:p>
                      <a:endParaRPr kumimoji="1" lang="ja-JP" altLang="en-US"/>
                    </a:p>
                  </a:txBody>
                  <a:tcPr/>
                </a:tc>
                <a:tc vMerge="1">
                  <a:txBody>
                    <a:bodyPr/>
                    <a:lstStyle/>
                    <a:p>
                      <a:pPr algn="ctr"/>
                      <a:endParaRPr kumimoji="1" lang="ja-JP" altLang="en-US"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vMerge="1">
                  <a:txBody>
                    <a:bodyPr/>
                    <a:lstStyle/>
                    <a:p>
                      <a:endParaRPr kumimoji="1" lang="ja-JP" altLang="en-US"/>
                    </a:p>
                  </a:txBody>
                  <a:tcPr/>
                </a:tc>
                <a:tc>
                  <a:txBody>
                    <a:bodyPr/>
                    <a:lstStyle/>
                    <a:p>
                      <a:pPr algn="ctr"/>
                      <a:r>
                        <a:rPr kumimoji="1" lang="en-US" altLang="ja-JP"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FG/JRI</a:t>
                      </a:r>
                      <a:endPar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1">
                          <a:solidFill>
                            <a:schemeClr val="bg1"/>
                          </a:solidFill>
                          <a:latin typeface="Meiryo UI" panose="020B0604030504040204" pitchFamily="50" charset="-128"/>
                          <a:ea typeface="Meiryo UI" panose="020B0604030504040204" pitchFamily="50" charset="-128"/>
                          <a:cs typeface="Meiryo UI" panose="020B0604030504040204" pitchFamily="50" charset="-128"/>
                        </a:rPr>
                        <a:t>各社</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0">
                <a:tc rowSpan="4">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２</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Meiryo UI" panose="020B0604030504040204" pitchFamily="50" charset="-128"/>
                          <a:ea typeface="Meiryo UI" panose="020B0604030504040204" pitchFamily="50" charset="-128"/>
                        </a:rPr>
                        <a:t>クラウド構成の検討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①評価対象サービスの選定</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・各社要望をヒアリングし、評価対象サービスを決定</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5969237"/>
                  </a:ext>
                </a:extLst>
              </a:tr>
              <a:tr h="0">
                <a:tc vMerge="1">
                  <a:txBody>
                    <a:bodyPr/>
                    <a:lstStyle/>
                    <a:p>
                      <a:endParaRPr kumimoji="1" lang="ja-JP" altLang="en-US"/>
                    </a:p>
                  </a:txBody>
                  <a:tcPr/>
                </a:tc>
                <a:tc vMerge="1">
                  <a:txBody>
                    <a:bodyPr/>
                    <a:lstStyle/>
                    <a:p>
                      <a:endParaRPr kumimoji="1" lang="ja-JP" altLang="en-US"/>
                    </a:p>
                  </a:txBody>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②クラウド選定基準の策定</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・クラウドサービス仕様の比較（機能・非機能）</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・利用料金体系の比較（利用時間課金・席数課金）</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6383362"/>
                  </a:ext>
                </a:extLst>
              </a:tr>
              <a:tr h="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③対象業務の洗い出し</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・新規導入、既存移行の検討（機能・非機能要件の確認）</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・コスト試算（利用料金・マイグレーションコスト試算）</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8801117"/>
                  </a:ext>
                </a:extLst>
              </a:tr>
              <a:tr h="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④クラウド審査対応の整理</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・ノックアウト条件（マスタ・センシティブ情報・重要性）の整理</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・審査対応のガイドライン策定</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9799010"/>
                  </a:ext>
                </a:extLst>
              </a:tr>
              <a:tr h="184051">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３</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オンプレ・クラウド連携の検討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上記２．と同様</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l"/>
                      <a:endParaRPr kumimoji="1" lang="ja-JP" altLang="en-US" sz="12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5381454"/>
                  </a:ext>
                </a:extLst>
              </a:tr>
              <a:tr h="0">
                <a:tc rowSpan="2">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４</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a:r>
                        <a:rPr kumimoji="1" lang="en-US" altLang="ja-JP" sz="1200" b="0">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アプリの高度化検討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①クラウドサービスとの</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CTI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連携方式の検討</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・各サービスより提供される</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SDK</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の仕様確認、統合方式の検討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278899"/>
                  </a:ext>
                </a:extLst>
              </a:tr>
              <a:tr h="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②業務アプリの影響確認</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・サービスの仕様差異に関する業務アプリ側の影響調査</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926393"/>
                  </a:ext>
                </a:extLst>
              </a:tr>
              <a:tr h="0">
                <a:tc rowSpan="3">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５</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クラウド接続構成の検討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a:t>
                      </a:r>
                      <a:r>
                        <a:rPr kumimoji="1" lang="ja-JP" altLang="en-US" sz="1200" b="0">
                          <a:latin typeface="Meiryo UI 本文"/>
                        </a:rPr>
                        <a:t>既存回線の制約整理</a:t>
                      </a:r>
                      <a:endParaRPr kumimoji="1" lang="en-US" altLang="ja-JP" sz="1200" b="0">
                        <a:latin typeface="Meiryo UI 本文"/>
                      </a:endParaRPr>
                    </a:p>
                    <a:p>
                      <a:pPr algn="l"/>
                      <a:r>
                        <a:rPr kumimoji="1" lang="ja-JP" altLang="en-US" sz="1200" b="0">
                          <a:latin typeface="Meiryo UI 本文"/>
                        </a:rPr>
                        <a:t>・統合</a:t>
                      </a:r>
                      <a:r>
                        <a:rPr kumimoji="1" lang="en-US" altLang="ja-JP" sz="1200" b="0">
                          <a:latin typeface="Meiryo UI 本文"/>
                        </a:rPr>
                        <a:t>FW</a:t>
                      </a:r>
                      <a:r>
                        <a:rPr kumimoji="1" lang="ja-JP" altLang="en-US" sz="1200" b="0">
                          <a:latin typeface="Meiryo UI 本文"/>
                        </a:rPr>
                        <a:t>経由のアクセス時の制約整理</a:t>
                      </a:r>
                      <a:endParaRPr kumimoji="1" lang="en-US" altLang="ja-JP" sz="1200" b="0">
                        <a:latin typeface="Meiryo UI 本文"/>
                      </a:endParaRP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286692"/>
                  </a:ext>
                </a:extLst>
              </a:tr>
              <a:tr h="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a:t>
                      </a:r>
                      <a:r>
                        <a:rPr kumimoji="1" lang="ja-JP" altLang="en-US" sz="1200" b="0">
                          <a:latin typeface="Meiryo UI 本文"/>
                        </a:rPr>
                        <a:t>コンタクトセンタ専用回線構築の検討</a:t>
                      </a:r>
                      <a:endParaRPr kumimoji="1" lang="en-US" altLang="ja-JP" sz="1200" b="0">
                        <a:latin typeface="Meiryo UI 本文"/>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・通信要件（</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TCP/UDP</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、帯域）、可用性、セキュリティ</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568036"/>
                  </a:ext>
                </a:extLst>
              </a:tr>
              <a:tr h="404535">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③拠点ネットワーク構成の検討</a:t>
                      </a: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・音声</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NW</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とデータ</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NW</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の統合検討</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中</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36000" marR="36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9447158"/>
                  </a:ext>
                </a:extLst>
              </a:tr>
            </a:tbl>
          </a:graphicData>
        </a:graphic>
      </p:graphicFrame>
      <p:sp>
        <p:nvSpPr>
          <p:cNvPr id="3" name="四角形: 角を丸くする 2">
            <a:extLst>
              <a:ext uri="{FF2B5EF4-FFF2-40B4-BE49-F238E27FC236}">
                <a16:creationId xmlns:a16="http://schemas.microsoft.com/office/drawing/2014/main" id="{EA8674D5-3268-4F04-1D89-02296FE5C347}"/>
              </a:ext>
            </a:extLst>
          </p:cNvPr>
          <p:cNvSpPr/>
          <p:nvPr/>
        </p:nvSpPr>
        <p:spPr bwMode="auto">
          <a:xfrm>
            <a:off x="835497" y="3125375"/>
            <a:ext cx="1417252" cy="225095"/>
          </a:xfrm>
          <a:prstGeom prst="roundRect">
            <a:avLst/>
          </a:prstGeom>
          <a:solidFill>
            <a:schemeClr val="bg2">
              <a:lumMod val="40000"/>
              <a:lumOff val="60000"/>
            </a:schemeClr>
          </a:solidFill>
          <a:ln w="9525" cap="flat" cmpd="sng" algn="ctr">
            <a:solidFill>
              <a:schemeClr val="bg2"/>
            </a:solidFill>
            <a:prstDash val="solid"/>
          </a:ln>
          <a:effectLst/>
        </p:spPr>
        <p:style>
          <a:lnRef idx="1">
            <a:schemeClr val="accent4"/>
          </a:lnRef>
          <a:fillRef idx="2">
            <a:schemeClr val="accent4"/>
          </a:fillRef>
          <a:effectRef idx="1">
            <a:schemeClr val="accent4"/>
          </a:effectRef>
          <a:fontRef idx="minor">
            <a:schemeClr val="dk1"/>
          </a:fontRef>
        </p:style>
        <p:txBody>
          <a:bodyPr rot="0" spcFirstLastPara="0" vert="horz" wrap="none" lIns="0" tIns="0" rIns="0" bIns="0" numCol="1" spcCol="0" rtlCol="0" fromWordArt="0" anchor="ctr" anchorCtr="0" forceAA="0" compatLnSpc="1">
            <a:prstTxWarp prst="textNoShape">
              <a:avLst/>
            </a:prstTxWarp>
            <a:noAutofit/>
          </a:bodyPr>
          <a:lstStyle/>
          <a:p>
            <a:pPr algn="ctr"/>
            <a:r>
              <a:rPr kumimoji="1" lang="en-US" altLang="ja-JP" sz="1100">
                <a:solidFill>
                  <a:srgbClr val="C00000"/>
                </a:solidFill>
                <a:latin typeface="+mn-ea"/>
                <a:cs typeface="メイリオ" panose="020B0604030504040204" pitchFamily="50" charset="-128"/>
              </a:rPr>
              <a:t>12</a:t>
            </a:r>
            <a:r>
              <a:rPr kumimoji="1" lang="ja-JP" altLang="en-US" sz="1100">
                <a:solidFill>
                  <a:srgbClr val="C00000"/>
                </a:solidFill>
                <a:latin typeface="+mn-ea"/>
                <a:cs typeface="メイリオ" panose="020B0604030504040204" pitchFamily="50" charset="-128"/>
              </a:rPr>
              <a:t>月から検討開始</a:t>
            </a:r>
          </a:p>
        </p:txBody>
      </p:sp>
      <p:sp>
        <p:nvSpPr>
          <p:cNvPr id="6" name="テキスト プレースホルダー 2">
            <a:extLst>
              <a:ext uri="{FF2B5EF4-FFF2-40B4-BE49-F238E27FC236}">
                <a16:creationId xmlns:a16="http://schemas.microsoft.com/office/drawing/2014/main" id="{ED9C3606-3C49-A3BC-2554-49601FB636F0}"/>
              </a:ext>
            </a:extLst>
          </p:cNvPr>
          <p:cNvSpPr txBox="1">
            <a:spLocks/>
          </p:cNvSpPr>
          <p:nvPr/>
        </p:nvSpPr>
        <p:spPr>
          <a:xfrm>
            <a:off x="4953000" y="1029683"/>
            <a:ext cx="4922352" cy="250646"/>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eaLnBrk="1" hangingPunct="1">
              <a:spcAft>
                <a:spcPts val="0"/>
              </a:spcAft>
              <a:buNone/>
              <a:defRPr/>
            </a:pPr>
            <a:r>
              <a:rPr lang="en-US" altLang="ja-JP" sz="1200" kern="0"/>
              <a:t>【</a:t>
            </a:r>
            <a:r>
              <a:rPr lang="ja-JP" altLang="en-US" sz="1200" kern="0"/>
              <a:t>凡例</a:t>
            </a:r>
            <a:r>
              <a:rPr lang="en-US" altLang="ja-JP" sz="1200" kern="0"/>
              <a:t>】</a:t>
            </a:r>
            <a:r>
              <a:rPr lang="ja-JP" altLang="en-US" sz="1200" kern="0"/>
              <a:t>◎：検討主管、○：影響確認、△：支援・情報提供、ー：合意のみ</a:t>
            </a:r>
            <a:br>
              <a:rPr lang="en-US" altLang="ja-JP" sz="1200" kern="0"/>
            </a:br>
            <a:r>
              <a:rPr lang="ja-JP" altLang="en-US" sz="1200" kern="0"/>
              <a:t>　　　　　進捗・実績：</a:t>
            </a:r>
            <a:r>
              <a:rPr lang="ja-JP" altLang="en-US" sz="1200" kern="0">
                <a:solidFill>
                  <a:srgbClr val="0000FF"/>
                </a:solidFill>
              </a:rPr>
              <a:t>青字</a:t>
            </a:r>
            <a:r>
              <a:rPr lang="ja-JP" altLang="en-US" sz="1200" kern="0"/>
              <a:t>、アクションプラン：</a:t>
            </a:r>
            <a:r>
              <a:rPr lang="ja-JP" altLang="en-US" sz="1200" kern="0">
                <a:solidFill>
                  <a:srgbClr val="C00000"/>
                </a:solidFill>
              </a:rPr>
              <a:t>赤字</a:t>
            </a:r>
          </a:p>
        </p:txBody>
      </p:sp>
    </p:spTree>
    <p:extLst>
      <p:ext uri="{BB962C8B-B14F-4D97-AF65-F5344CB8AC3E}">
        <p14:creationId xmlns:p14="http://schemas.microsoft.com/office/powerpoint/2010/main" val="61472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96DF8-397E-4013-858D-50D6186CCBEA}"/>
              </a:ext>
            </a:extLst>
          </p:cNvPr>
          <p:cNvSpPr>
            <a:spLocks noGrp="1"/>
          </p:cNvSpPr>
          <p:nvPr>
            <p:ph type="title"/>
          </p:nvPr>
        </p:nvSpPr>
        <p:spPr/>
        <p:txBody>
          <a:bodyPr/>
          <a:lstStyle/>
          <a:p>
            <a:r>
              <a:rPr kumimoji="1" lang="en-US" altLang="ja-JP" sz="1800">
                <a:latin typeface="+mn-ea"/>
                <a:ea typeface="+mn-ea"/>
              </a:rPr>
              <a:t>2-</a:t>
            </a:r>
            <a:r>
              <a:rPr lang="en-US" altLang="ja-JP">
                <a:latin typeface="+mn-ea"/>
                <a:ea typeface="+mn-ea"/>
              </a:rPr>
              <a:t>2</a:t>
            </a:r>
            <a:r>
              <a:rPr lang="ja-JP" altLang="en-US">
                <a:latin typeface="+mn-ea"/>
                <a:ea typeface="+mn-ea"/>
              </a:rPr>
              <a:t>．</a:t>
            </a:r>
            <a:r>
              <a:rPr lang="en-US" altLang="ja-JP">
                <a:latin typeface="+mn-ea"/>
                <a:ea typeface="+mn-ea"/>
              </a:rPr>
              <a:t>【</a:t>
            </a:r>
            <a:r>
              <a:rPr lang="ja-JP" altLang="en-US">
                <a:latin typeface="+mn-ea"/>
                <a:ea typeface="+mn-ea"/>
              </a:rPr>
              <a:t>スコープ</a:t>
            </a:r>
            <a:r>
              <a:rPr lang="en-US" altLang="ja-JP">
                <a:latin typeface="+mn-ea"/>
                <a:ea typeface="+mn-ea"/>
              </a:rPr>
              <a:t>】</a:t>
            </a:r>
            <a:r>
              <a:rPr lang="ja-JP" altLang="en-US">
                <a:latin typeface="+mn-ea"/>
                <a:ea typeface="+mn-ea"/>
              </a:rPr>
              <a:t>オンプレ構成の検討概要</a:t>
            </a:r>
            <a:endParaRPr kumimoji="1" lang="ja-JP" altLang="en-US"/>
          </a:p>
        </p:txBody>
      </p:sp>
      <p:sp>
        <p:nvSpPr>
          <p:cNvPr id="7" name="テキスト プレースホルダー 12">
            <a:extLst>
              <a:ext uri="{FF2B5EF4-FFF2-40B4-BE49-F238E27FC236}">
                <a16:creationId xmlns:a16="http://schemas.microsoft.com/office/drawing/2014/main" id="{B88B4D5E-EACC-CAC4-0407-F715639B3AB1}"/>
              </a:ext>
            </a:extLst>
          </p:cNvPr>
          <p:cNvSpPr txBox="1">
            <a:spLocks/>
          </p:cNvSpPr>
          <p:nvPr/>
        </p:nvSpPr>
        <p:spPr>
          <a:xfrm>
            <a:off x="154648" y="573485"/>
            <a:ext cx="9510155" cy="1413501"/>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pPr marL="0" indent="0">
              <a:spcBef>
                <a:spcPts val="600"/>
              </a:spcBef>
              <a:spcAft>
                <a:spcPts val="600"/>
              </a:spcAft>
              <a:buFont typeface="Wingdings" panose="05000000000000000000" pitchFamily="2" charset="2"/>
              <a:buNone/>
            </a:pPr>
            <a:r>
              <a:rPr lang="ja-JP" altLang="en-US" kern="0">
                <a:latin typeface="+mn-ea"/>
              </a:rPr>
              <a:t>日興証券、</a:t>
            </a:r>
            <a:r>
              <a:rPr lang="en-US" altLang="ja-JP" kern="0">
                <a:latin typeface="+mn-ea"/>
              </a:rPr>
              <a:t>SMCC</a:t>
            </a:r>
            <a:r>
              <a:rPr lang="ja-JP" altLang="en-US" kern="0">
                <a:latin typeface="+mn-ea"/>
              </a:rPr>
              <a:t>の更改方針検討・要件定義と並行して実施することから、各社間のズレを避けるために以下の</a:t>
            </a:r>
            <a:r>
              <a:rPr lang="ja-JP" altLang="en-US" kern="0">
                <a:solidFill>
                  <a:srgbClr val="0000FF"/>
                </a:solidFill>
                <a:latin typeface="+mn-ea"/>
              </a:rPr>
              <a:t>更改方針をもとに日興証券、</a:t>
            </a:r>
            <a:r>
              <a:rPr lang="en-US" altLang="ja-JP" kern="0">
                <a:solidFill>
                  <a:srgbClr val="0000FF"/>
                </a:solidFill>
                <a:latin typeface="+mn-ea"/>
              </a:rPr>
              <a:t>SMCC</a:t>
            </a:r>
            <a:r>
              <a:rPr lang="ja-JP" altLang="en-US" kern="0">
                <a:solidFill>
                  <a:srgbClr val="0000FF"/>
                </a:solidFill>
                <a:latin typeface="+mn-ea"/>
              </a:rPr>
              <a:t>で詳細検討。</a:t>
            </a:r>
            <a:r>
              <a:rPr lang="en-US" altLang="ja-JP" kern="0">
                <a:solidFill>
                  <a:srgbClr val="C00000"/>
                </a:solidFill>
                <a:latin typeface="+mn-ea"/>
              </a:rPr>
              <a:t>SMBC</a:t>
            </a:r>
            <a:r>
              <a:rPr lang="ja-JP" altLang="en-US" kern="0">
                <a:solidFill>
                  <a:srgbClr val="C00000"/>
                </a:solidFill>
                <a:latin typeface="+mn-ea"/>
              </a:rPr>
              <a:t>、</a:t>
            </a:r>
            <a:r>
              <a:rPr lang="en-US" altLang="ja-JP" kern="0">
                <a:solidFill>
                  <a:srgbClr val="C00000"/>
                </a:solidFill>
                <a:latin typeface="+mn-ea"/>
              </a:rPr>
              <a:t>CF</a:t>
            </a:r>
            <a:r>
              <a:rPr lang="ja-JP" altLang="en-US" kern="0">
                <a:solidFill>
                  <a:srgbClr val="C00000"/>
                </a:solidFill>
                <a:latin typeface="+mn-ea"/>
              </a:rPr>
              <a:t>はオンプレを採択する場合には、原則同様に推進するが、更改検討開始時に合意する。</a:t>
            </a:r>
            <a:endParaRPr lang="en-US" altLang="ja-JP" kern="0">
              <a:solidFill>
                <a:srgbClr val="C00000"/>
              </a:solidFill>
              <a:latin typeface="+mn-ea"/>
            </a:endParaRPr>
          </a:p>
          <a:p>
            <a:pPr marL="0" indent="0">
              <a:spcBef>
                <a:spcPts val="600"/>
              </a:spcBef>
              <a:spcAft>
                <a:spcPts val="600"/>
              </a:spcAft>
              <a:buFont typeface="Wingdings" panose="05000000000000000000" pitchFamily="2" charset="2"/>
              <a:buNone/>
            </a:pPr>
            <a:r>
              <a:rPr lang="ja-JP" altLang="en-US" kern="0">
                <a:solidFill>
                  <a:srgbClr val="0000FF"/>
                </a:solidFill>
                <a:latin typeface="+mn-ea"/>
              </a:rPr>
              <a:t>＜オンプレ更改方針＞</a:t>
            </a:r>
            <a:endParaRPr lang="en-US" altLang="ja-JP" kern="0">
              <a:solidFill>
                <a:srgbClr val="0000FF"/>
              </a:solidFill>
              <a:latin typeface="+mn-ea"/>
            </a:endParaRPr>
          </a:p>
          <a:p>
            <a:r>
              <a:rPr lang="ja-JP" altLang="en-US" kern="0">
                <a:latin typeface="+mn-ea"/>
              </a:rPr>
              <a:t> </a:t>
            </a:r>
            <a:r>
              <a:rPr lang="ja-JP" altLang="en-US" kern="0">
                <a:solidFill>
                  <a:srgbClr val="0000FF"/>
                </a:solidFill>
                <a:latin typeface="+mn-ea"/>
              </a:rPr>
              <a:t>オンプレミス構成については現行</a:t>
            </a:r>
            <a:r>
              <a:rPr lang="en-US" altLang="ja-JP" kern="0">
                <a:solidFill>
                  <a:srgbClr val="0000FF"/>
                </a:solidFill>
                <a:latin typeface="+mn-ea"/>
              </a:rPr>
              <a:t>Avaya</a:t>
            </a:r>
            <a:r>
              <a:rPr lang="ja-JP" altLang="en-US" kern="0">
                <a:solidFill>
                  <a:srgbClr val="0000FF"/>
                </a:solidFill>
                <a:latin typeface="+mn-ea"/>
              </a:rPr>
              <a:t>による水準更改とする。</a:t>
            </a:r>
            <a:endParaRPr lang="en-US" altLang="ja-JP" kern="0">
              <a:solidFill>
                <a:srgbClr val="0000FF"/>
              </a:solidFill>
              <a:latin typeface="+mn-ea"/>
            </a:endParaRPr>
          </a:p>
          <a:p>
            <a:r>
              <a:rPr lang="ja-JP" altLang="en-US" kern="0">
                <a:solidFill>
                  <a:srgbClr val="0000FF"/>
                </a:solidFill>
                <a:latin typeface="+mn-ea"/>
              </a:rPr>
              <a:t> ハードウェア環境設定、ソフトウェア調達、認定基準作成を共通化対応範囲とする。　</a:t>
            </a:r>
            <a:r>
              <a:rPr lang="en-US" altLang="ja-JP" kern="0">
                <a:solidFill>
                  <a:srgbClr val="0000FF"/>
                </a:solidFill>
                <a:latin typeface="+mn-ea"/>
              </a:rPr>
              <a:t>※</a:t>
            </a:r>
            <a:r>
              <a:rPr lang="ja-JP" altLang="en-US" kern="0">
                <a:solidFill>
                  <a:srgbClr val="0000FF"/>
                </a:solidFill>
                <a:latin typeface="+mn-ea"/>
              </a:rPr>
              <a:t>現在と同様</a:t>
            </a:r>
            <a:endParaRPr lang="en-US" altLang="ja-JP" kern="0">
              <a:solidFill>
                <a:srgbClr val="0000FF"/>
              </a:solidFill>
              <a:latin typeface="+mn-ea"/>
            </a:endParaRPr>
          </a:p>
          <a:p>
            <a:r>
              <a:rPr lang="ja-JP" altLang="en-US" kern="0">
                <a:solidFill>
                  <a:srgbClr val="0000FF"/>
                </a:solidFill>
                <a:latin typeface="+mn-ea"/>
              </a:rPr>
              <a:t> 導入／基本設定、業務固有設定／開発は個社対応範囲とする。　</a:t>
            </a:r>
            <a:r>
              <a:rPr lang="en-US" altLang="ja-JP" kern="0">
                <a:solidFill>
                  <a:srgbClr val="0000FF"/>
                </a:solidFill>
                <a:latin typeface="+mn-ea"/>
              </a:rPr>
              <a:t>※</a:t>
            </a:r>
            <a:r>
              <a:rPr lang="ja-JP" altLang="en-US" kern="0">
                <a:solidFill>
                  <a:srgbClr val="0000FF"/>
                </a:solidFill>
                <a:latin typeface="+mn-ea"/>
              </a:rPr>
              <a:t>現在と同様</a:t>
            </a:r>
            <a:endParaRPr lang="en-US" altLang="ja-JP" kern="0">
              <a:solidFill>
                <a:srgbClr val="0000FF"/>
              </a:solidFill>
              <a:latin typeface="+mn-ea"/>
            </a:endParaRPr>
          </a:p>
        </p:txBody>
      </p:sp>
      <p:graphicFrame>
        <p:nvGraphicFramePr>
          <p:cNvPr id="8" name="表 10">
            <a:extLst>
              <a:ext uri="{FF2B5EF4-FFF2-40B4-BE49-F238E27FC236}">
                <a16:creationId xmlns:a16="http://schemas.microsoft.com/office/drawing/2014/main" id="{699181A9-40EC-79ED-1EA5-A2A0DE0C6CDB}"/>
              </a:ext>
            </a:extLst>
          </p:cNvPr>
          <p:cNvGraphicFramePr>
            <a:graphicFrameLocks noGrp="1"/>
          </p:cNvGraphicFramePr>
          <p:nvPr/>
        </p:nvGraphicFramePr>
        <p:xfrm>
          <a:off x="241195" y="2780373"/>
          <a:ext cx="9423609" cy="3833787"/>
        </p:xfrm>
        <a:graphic>
          <a:graphicData uri="http://schemas.openxmlformats.org/drawingml/2006/table">
            <a:tbl>
              <a:tblPr firstRow="1" bandRow="1">
                <a:tableStyleId>{7E9639D4-E3E2-4D34-9284-5A2195B3D0D7}</a:tableStyleId>
              </a:tblPr>
              <a:tblGrid>
                <a:gridCol w="404194">
                  <a:extLst>
                    <a:ext uri="{9D8B030D-6E8A-4147-A177-3AD203B41FA5}">
                      <a16:colId xmlns:a16="http://schemas.microsoft.com/office/drawing/2014/main" val="3459841016"/>
                    </a:ext>
                  </a:extLst>
                </a:gridCol>
                <a:gridCol w="765863">
                  <a:extLst>
                    <a:ext uri="{9D8B030D-6E8A-4147-A177-3AD203B41FA5}">
                      <a16:colId xmlns:a16="http://schemas.microsoft.com/office/drawing/2014/main" val="1995208814"/>
                    </a:ext>
                  </a:extLst>
                </a:gridCol>
                <a:gridCol w="1273830">
                  <a:extLst>
                    <a:ext uri="{9D8B030D-6E8A-4147-A177-3AD203B41FA5}">
                      <a16:colId xmlns:a16="http://schemas.microsoft.com/office/drawing/2014/main" val="268986067"/>
                    </a:ext>
                  </a:extLst>
                </a:gridCol>
                <a:gridCol w="997103">
                  <a:extLst>
                    <a:ext uri="{9D8B030D-6E8A-4147-A177-3AD203B41FA5}">
                      <a16:colId xmlns:a16="http://schemas.microsoft.com/office/drawing/2014/main" val="643612446"/>
                    </a:ext>
                  </a:extLst>
                </a:gridCol>
                <a:gridCol w="997103">
                  <a:extLst>
                    <a:ext uri="{9D8B030D-6E8A-4147-A177-3AD203B41FA5}">
                      <a16:colId xmlns:a16="http://schemas.microsoft.com/office/drawing/2014/main" val="1842078939"/>
                    </a:ext>
                  </a:extLst>
                </a:gridCol>
                <a:gridCol w="997103">
                  <a:extLst>
                    <a:ext uri="{9D8B030D-6E8A-4147-A177-3AD203B41FA5}">
                      <a16:colId xmlns:a16="http://schemas.microsoft.com/office/drawing/2014/main" val="4137158552"/>
                    </a:ext>
                  </a:extLst>
                </a:gridCol>
                <a:gridCol w="997104">
                  <a:extLst>
                    <a:ext uri="{9D8B030D-6E8A-4147-A177-3AD203B41FA5}">
                      <a16:colId xmlns:a16="http://schemas.microsoft.com/office/drawing/2014/main" val="1991239192"/>
                    </a:ext>
                  </a:extLst>
                </a:gridCol>
                <a:gridCol w="997103">
                  <a:extLst>
                    <a:ext uri="{9D8B030D-6E8A-4147-A177-3AD203B41FA5}">
                      <a16:colId xmlns:a16="http://schemas.microsoft.com/office/drawing/2014/main" val="2024513839"/>
                    </a:ext>
                  </a:extLst>
                </a:gridCol>
                <a:gridCol w="997103">
                  <a:extLst>
                    <a:ext uri="{9D8B030D-6E8A-4147-A177-3AD203B41FA5}">
                      <a16:colId xmlns:a16="http://schemas.microsoft.com/office/drawing/2014/main" val="3043988865"/>
                    </a:ext>
                  </a:extLst>
                </a:gridCol>
                <a:gridCol w="997103">
                  <a:extLst>
                    <a:ext uri="{9D8B030D-6E8A-4147-A177-3AD203B41FA5}">
                      <a16:colId xmlns:a16="http://schemas.microsoft.com/office/drawing/2014/main" val="1260870645"/>
                    </a:ext>
                  </a:extLst>
                </a:gridCol>
              </a:tblGrid>
              <a:tr h="340245">
                <a:tc gridSpan="3">
                  <a:txBody>
                    <a:bodyPr/>
                    <a:lstStyle/>
                    <a:p>
                      <a:pPr algn="ctr"/>
                      <a:r>
                        <a:rPr kumimoji="1" lang="ja-JP" altLang="en-US" sz="1000">
                          <a:solidFill>
                            <a:schemeClr val="tx1"/>
                          </a:solidFill>
                        </a:rPr>
                        <a:t>システム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kumimoji="1" lang="ja-JP" alt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900" b="1">
                          <a:solidFill>
                            <a:schemeClr val="tx1"/>
                          </a:solidFill>
                        </a:rPr>
                        <a:t>通話録音</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CMS</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CTI</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900" b="1">
                          <a:solidFill>
                            <a:schemeClr val="tx1"/>
                          </a:solidFill>
                        </a:rPr>
                        <a:t>アウトバウンド</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PBX</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IVR</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900" b="1">
                          <a:solidFill>
                            <a:schemeClr val="tx1"/>
                          </a:solidFill>
                        </a:rPr>
                        <a:t>アプリ系</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6791445"/>
                  </a:ext>
                </a:extLst>
              </a:tr>
              <a:tr h="268941">
                <a:tc gridSpan="3">
                  <a:txBody>
                    <a:bodyPr/>
                    <a:lstStyle/>
                    <a:p>
                      <a:pPr algn="ctr"/>
                      <a:r>
                        <a:rPr kumimoji="1" lang="ja-JP" altLang="en-US" sz="1000" b="1">
                          <a:solidFill>
                            <a:schemeClr val="tx1"/>
                          </a:solidFill>
                        </a:rPr>
                        <a:t>製品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kumimoji="1" lang="ja-JP" altLang="en-US" sz="1000">
                        <a:solidFill>
                          <a:schemeClr val="tx1"/>
                        </a:solidFill>
                        <a:highlight>
                          <a:srgbClr val="C0C0C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sz="1000">
                        <a:solidFill>
                          <a:schemeClr val="tx1"/>
                        </a:solidFill>
                        <a:highlight>
                          <a:srgbClr val="C0C0C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Verint or</a:t>
                      </a:r>
                      <a:r>
                        <a:rPr kumimoji="1" lang="ja-JP" altLang="en-US" sz="900" b="1">
                          <a:solidFill>
                            <a:schemeClr val="tx1"/>
                          </a:solidFill>
                        </a:rPr>
                        <a:t> </a:t>
                      </a:r>
                      <a:r>
                        <a:rPr kumimoji="1" lang="en-US" altLang="ja-JP" sz="900" b="1">
                          <a:solidFill>
                            <a:schemeClr val="tx1"/>
                          </a:solidFill>
                        </a:rPr>
                        <a:t>NICE</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AVAYA</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AVAYA/</a:t>
                      </a:r>
                    </a:p>
                    <a:p>
                      <a:pPr algn="ctr"/>
                      <a:r>
                        <a:rPr kumimoji="1" lang="en-US" altLang="ja-JP" sz="900" b="1" err="1">
                          <a:solidFill>
                            <a:schemeClr val="tx1"/>
                          </a:solidFill>
                        </a:rPr>
                        <a:t>Genesys</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a:solidFill>
                            <a:schemeClr val="tx1"/>
                          </a:solidFill>
                        </a:rPr>
                        <a:t>AVAYA/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err="1">
                          <a:solidFill>
                            <a:schemeClr val="tx1"/>
                          </a:solidFill>
                        </a:rPr>
                        <a:t>Genesys</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AVAYA</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900" b="1">
                          <a:solidFill>
                            <a:schemeClr val="tx1"/>
                          </a:solidFill>
                        </a:rPr>
                        <a:t>AVAYA</a:t>
                      </a:r>
                      <a:endParaRPr kumimoji="1" lang="ja-JP" altLang="en-US" sz="900" b="1">
                        <a:solidFill>
                          <a:schemeClr val="tx1"/>
                        </a:solidFill>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900" b="1">
                          <a:solidFill>
                            <a:schemeClr val="tx1"/>
                          </a:solidFill>
                        </a:rPr>
                        <a:t>個社毎</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8334585"/>
                  </a:ext>
                </a:extLst>
              </a:tr>
              <a:tr h="1224527">
                <a:tc rowSpan="3">
                  <a:txBody>
                    <a:bodyPr/>
                    <a:lstStyle/>
                    <a:p>
                      <a:pPr algn="ctr"/>
                      <a:r>
                        <a:rPr kumimoji="1" lang="ja-JP" altLang="en-US" sz="1000"/>
                        <a:t>ソフト</a:t>
                      </a:r>
                      <a:endParaRPr kumimoji="1" lang="en-US" altLang="ja-JP" sz="1000"/>
                    </a:p>
                    <a:p>
                      <a:pPr algn="ctr"/>
                      <a:r>
                        <a:rPr kumimoji="1" lang="ja-JP" altLang="en-US" sz="1000"/>
                        <a:t>ウェア</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sz="1000"/>
                        <a:t>設定開発</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000"/>
                        <a:t>業務固有設定・開発</a:t>
                      </a:r>
                    </a:p>
                  </a:txBody>
                  <a:tcPr marL="7200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ユーザ登録</a:t>
                      </a:r>
                      <a:endParaRPr kumimoji="1" lang="en-US" altLang="ja-JP" sz="800"/>
                    </a:p>
                    <a:p>
                      <a:r>
                        <a:rPr kumimoji="1" lang="ja-JP" altLang="en-US" sz="800"/>
                        <a:t>録音電話機登録</a:t>
                      </a:r>
                      <a:endParaRPr kumimoji="1" lang="en-US" altLang="ja-JP" sz="800"/>
                    </a:p>
                    <a:p>
                      <a:r>
                        <a:rPr kumimoji="1" lang="ja-JP" altLang="en-US" sz="800"/>
                        <a:t>保存期間設定</a:t>
                      </a:r>
                      <a:endParaRPr kumimoji="1" lang="en-US" altLang="ja-JP" sz="800"/>
                    </a:p>
                    <a:p>
                      <a:r>
                        <a:rPr kumimoji="1" lang="en-US" altLang="ja-JP" sz="800"/>
                        <a:t>DB</a:t>
                      </a:r>
                      <a:r>
                        <a:rPr kumimoji="1" lang="ja-JP" altLang="en-US" sz="800"/>
                        <a:t>容量設定</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ユーザ登録</a:t>
                      </a:r>
                      <a:endParaRPr kumimoji="1" lang="en-US" altLang="ja-JP" sz="800"/>
                    </a:p>
                    <a:p>
                      <a:r>
                        <a:rPr kumimoji="1" lang="en-US" altLang="ja-JP" sz="800"/>
                        <a:t>PBX</a:t>
                      </a:r>
                      <a:r>
                        <a:rPr kumimoji="1" lang="ja-JP" altLang="en-US" sz="800"/>
                        <a:t>連携設定</a:t>
                      </a:r>
                      <a:endParaRPr kumimoji="1" lang="en-US" altLang="ja-JP" sz="800"/>
                    </a:p>
                    <a:p>
                      <a:r>
                        <a:rPr kumimoji="1" lang="ja-JP" altLang="en-US" sz="800"/>
                        <a:t>レポート保存期間</a:t>
                      </a:r>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endParaRPr kumimoji="1" lang="en-US" altLang="ja-JP" sz="800"/>
                    </a:p>
                    <a:p>
                      <a:endParaRPr kumimoji="1" lang="en-US" altLang="ja-JP" sz="800"/>
                    </a:p>
                    <a:p>
                      <a:endParaRPr kumimoji="1" lang="en-US" altLang="ja-JP" sz="800"/>
                    </a:p>
                    <a:p>
                      <a:r>
                        <a:rPr kumimoji="1" lang="ja-JP" altLang="en-US" sz="800"/>
                        <a:t>連携サーバ設定</a:t>
                      </a:r>
                      <a:endParaRPr kumimoji="1" lang="en-US" altLang="ja-JP" sz="800"/>
                    </a:p>
                    <a:p>
                      <a:endParaRPr kumimoji="1" lang="en-US" altLang="ja-JP" sz="800"/>
                    </a:p>
                    <a:p>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ユーザ登録</a:t>
                      </a:r>
                      <a:endParaRPr kumimoji="1" lang="en-US" altLang="ja-JP" sz="800"/>
                    </a:p>
                    <a:p>
                      <a:endParaRPr kumimoji="1" lang="en-US" altLang="ja-JP" sz="800"/>
                    </a:p>
                    <a:p>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ダイヤル設定</a:t>
                      </a:r>
                      <a:endParaRPr kumimoji="1" lang="en-US" altLang="ja-JP" sz="800"/>
                    </a:p>
                    <a:p>
                      <a:r>
                        <a:rPr kumimoji="1" lang="ja-JP" altLang="en-US" sz="800"/>
                        <a:t>コールフロー設定</a:t>
                      </a:r>
                      <a:endParaRPr kumimoji="1" lang="en-US" altLang="ja-JP" sz="800"/>
                    </a:p>
                    <a:p>
                      <a:r>
                        <a:rPr kumimoji="1" lang="ja-JP" altLang="en-US" sz="800"/>
                        <a:t>電話機登録</a:t>
                      </a:r>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コールフロー開発</a:t>
                      </a:r>
                      <a:endParaRPr kumimoji="1" lang="en-US" altLang="ja-JP" sz="800"/>
                    </a:p>
                    <a:p>
                      <a:r>
                        <a:rPr kumimoji="1" lang="ja-JP" altLang="en-US" sz="800"/>
                        <a:t>アプリ系サーバ連携</a:t>
                      </a:r>
                      <a:endParaRPr kumimoji="1" lang="en-US" altLang="ja-JP" sz="800"/>
                    </a:p>
                    <a:p>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r>
                        <a:rPr kumimoji="1" lang="ja-JP" altLang="en-US" sz="800"/>
                        <a:t>オペレータ画面開発</a:t>
                      </a:r>
                      <a:endParaRPr kumimoji="1" lang="en-US" altLang="ja-JP" sz="800"/>
                    </a:p>
                    <a:p>
                      <a:r>
                        <a:rPr kumimoji="1" lang="en-US" altLang="ja-JP" sz="800"/>
                        <a:t>IVR</a:t>
                      </a:r>
                      <a:r>
                        <a:rPr kumimoji="1" lang="ja-JP" altLang="en-US" sz="800"/>
                        <a:t>認証開発</a:t>
                      </a:r>
                      <a:endParaRPr kumimoji="1" lang="en-US" altLang="ja-JP" sz="800"/>
                    </a:p>
                    <a:p>
                      <a:endParaRPr kumimoji="1" lang="en-US" altLang="ja-JP" sz="800"/>
                    </a:p>
                    <a:p>
                      <a:endParaRPr kumimoji="1" lang="ja-JP" altLang="en-US" sz="80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270486745"/>
                  </a:ext>
                </a:extLst>
              </a:tr>
              <a:tr h="376517">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1" lang="ja-JP" altLang="en-US" sz="1000"/>
                        <a:t>ソフトウェア</a:t>
                      </a:r>
                      <a:endParaRPr kumimoji="1" lang="en-US" altLang="ja-JP" sz="1000"/>
                    </a:p>
                    <a:p>
                      <a:pPr algn="ctr"/>
                      <a:r>
                        <a:rPr kumimoji="1" lang="ja-JP" altLang="en-US" sz="1000"/>
                        <a:t>環境設定</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000"/>
                        <a:t>導入／基本設定</a:t>
                      </a:r>
                    </a:p>
                  </a:txBody>
                  <a:tcPr marL="7200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gridSpan="6">
                  <a:txBody>
                    <a:bodyPr/>
                    <a:lstStyle/>
                    <a:p>
                      <a:pPr algn="ctr"/>
                      <a:r>
                        <a:rPr kumimoji="1" lang="ja-JP" altLang="en-US" sz="1200"/>
                        <a:t>各種ソフトウェアのインストール／基本設定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796322756"/>
                  </a:ext>
                </a:extLst>
              </a:tr>
              <a:tr h="554791">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000"/>
                        <a:t>ソフトウェア調達</a:t>
                      </a:r>
                      <a:endParaRPr kumimoji="1" lang="en-US" altLang="ja-JP" sz="1000"/>
                    </a:p>
                    <a:p>
                      <a:r>
                        <a:rPr kumimoji="1" lang="ja-JP" altLang="en-US" sz="1000"/>
                        <a:t>認定基準作成</a:t>
                      </a:r>
                    </a:p>
                  </a:txBody>
                  <a:tcPr marL="7200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gridSpan="5">
                  <a:txBody>
                    <a:bodyPr/>
                    <a:lstStyle/>
                    <a:p>
                      <a:pPr algn="ctr"/>
                      <a:r>
                        <a:rPr kumimoji="1" lang="ja-JP" altLang="en-US" sz="1200"/>
                        <a:t>各種ソフトウェアの調達／標準パラメータ指針作成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280782693"/>
                  </a:ext>
                </a:extLst>
              </a:tr>
              <a:tr h="522367">
                <a:tc rowSpan="2">
                  <a:txBody>
                    <a:bodyPr/>
                    <a:lstStyle/>
                    <a:p>
                      <a:pPr algn="ctr"/>
                      <a:r>
                        <a:rPr kumimoji="1" lang="ja-JP" altLang="en-US" sz="1000"/>
                        <a:t>ハード</a:t>
                      </a:r>
                      <a:endParaRPr kumimoji="1" lang="en-US" altLang="ja-JP" sz="1000"/>
                    </a:p>
                    <a:p>
                      <a:pPr algn="ctr"/>
                      <a:r>
                        <a:rPr kumimoji="1" lang="ja-JP" altLang="en-US" sz="1000"/>
                        <a:t>ウェア</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1" lang="ja-JP" altLang="en-US" sz="1000"/>
                        <a:t>ハードウェア</a:t>
                      </a:r>
                      <a:endParaRPr kumimoji="1" lang="en-US" altLang="ja-JP" sz="1000"/>
                    </a:p>
                    <a:p>
                      <a:pPr algn="ctr"/>
                      <a:r>
                        <a:rPr kumimoji="1" lang="ja-JP" altLang="en-US" sz="1000"/>
                        <a:t>環境設定</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000"/>
                        <a:t>サーバ</a:t>
                      </a:r>
                      <a:r>
                        <a:rPr kumimoji="1" lang="en-US" altLang="ja-JP" sz="1000"/>
                        <a:t>OS</a:t>
                      </a:r>
                      <a:endParaRPr kumimoji="1" lang="ja-JP" altLang="en-US" sz="1000"/>
                    </a:p>
                  </a:txBody>
                  <a:tcPr marL="7200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gridSpan="6">
                  <a:txBody>
                    <a:bodyPr/>
                    <a:lstStyle/>
                    <a:p>
                      <a:pPr algn="ctr"/>
                      <a:r>
                        <a:rPr kumimoji="1" lang="ja-JP" altLang="en-US" sz="1200"/>
                        <a:t>ハードウェアおよび仮想環境構築</a:t>
                      </a:r>
                      <a:endParaRPr kumimoji="1" lang="en-US" altLang="ja-JP" sz="1200"/>
                    </a:p>
                    <a:p>
                      <a:pPr algn="ctr"/>
                      <a:r>
                        <a:rPr kumimoji="1" lang="ja-JP" altLang="en-US" sz="1200"/>
                        <a:t>（インテル共通基盤、ストレージクラウドによる提供）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101330046"/>
                  </a:ext>
                </a:extLst>
              </a:tr>
              <a:tr h="449580">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000"/>
                        <a:t>サーバ本体</a:t>
                      </a:r>
                    </a:p>
                  </a:txBody>
                  <a:tcPr marL="7200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gridSpan="6"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366067888"/>
                  </a:ext>
                </a:extLst>
              </a:tr>
            </a:tbl>
          </a:graphicData>
        </a:graphic>
      </p:graphicFrame>
      <p:sp>
        <p:nvSpPr>
          <p:cNvPr id="9" name="矢印: 左右 8">
            <a:extLst>
              <a:ext uri="{FF2B5EF4-FFF2-40B4-BE49-F238E27FC236}">
                <a16:creationId xmlns:a16="http://schemas.microsoft.com/office/drawing/2014/main" id="{4168F31A-D23C-4B4F-53EA-CB75F84612CA}"/>
              </a:ext>
            </a:extLst>
          </p:cNvPr>
          <p:cNvSpPr/>
          <p:nvPr/>
        </p:nvSpPr>
        <p:spPr bwMode="gray">
          <a:xfrm>
            <a:off x="2690925" y="3561194"/>
            <a:ext cx="4392726" cy="542413"/>
          </a:xfrm>
          <a:prstGeom prst="leftRightArrow">
            <a:avLst/>
          </a:prstGeom>
          <a:noFill/>
          <a:ln w="12700" algn="ctr">
            <a:solidFill>
              <a:srgbClr val="0000FF"/>
            </a:solidFill>
            <a:prstDash val="sysDash"/>
            <a:miter lim="800000"/>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algn="ctr">
              <a:lnSpc>
                <a:spcPct val="110000"/>
              </a:lnSpc>
              <a:buClr>
                <a:srgbClr val="003C2C"/>
              </a:buClr>
            </a:pPr>
            <a:r>
              <a:rPr kumimoji="0" lang="ja-JP" altLang="en-US" sz="1050" b="0" i="0" u="none" strike="noStrike" kern="0" cap="none" spc="0" normalizeH="0" baseline="0" noProof="0">
                <a:ln>
                  <a:noFill/>
                </a:ln>
                <a:solidFill>
                  <a:srgbClr val="000000"/>
                </a:solidFill>
                <a:effectLst/>
                <a:uLnTx/>
                <a:uFillTx/>
                <a:latin typeface="+mn-ea"/>
                <a:ea typeface="+mn-ea"/>
                <a:cs typeface="Meiryo UI" pitchFamily="50" charset="-128"/>
              </a:rPr>
              <a:t>電話回線、ユーザー登録、各種サーバ間連携等の設定</a:t>
            </a:r>
          </a:p>
        </p:txBody>
      </p:sp>
      <p:sp>
        <p:nvSpPr>
          <p:cNvPr id="10" name="矢印: 左右 9">
            <a:extLst>
              <a:ext uri="{FF2B5EF4-FFF2-40B4-BE49-F238E27FC236}">
                <a16:creationId xmlns:a16="http://schemas.microsoft.com/office/drawing/2014/main" id="{B17A7FF7-B61B-5254-6DC8-8D4E9B153DC3}"/>
              </a:ext>
            </a:extLst>
          </p:cNvPr>
          <p:cNvSpPr/>
          <p:nvPr/>
        </p:nvSpPr>
        <p:spPr bwMode="gray">
          <a:xfrm>
            <a:off x="7187354" y="3561194"/>
            <a:ext cx="2462400" cy="542413"/>
          </a:xfrm>
          <a:prstGeom prst="leftRightArrow">
            <a:avLst/>
          </a:prstGeom>
          <a:noFill/>
          <a:ln w="12700" algn="ctr">
            <a:solidFill>
              <a:srgbClr val="0000FF"/>
            </a:solidFill>
            <a:prstDash val="sysDash"/>
            <a:miter lim="800000"/>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algn="ctr">
              <a:lnSpc>
                <a:spcPct val="110000"/>
              </a:lnSpc>
              <a:buClr>
                <a:srgbClr val="003C2C"/>
              </a:buClr>
            </a:pPr>
            <a:r>
              <a:rPr kumimoji="0" lang="ja-JP" altLang="en-US" sz="1050" b="0" i="0" u="none" strike="noStrike" kern="0" cap="none" spc="0" normalizeH="0" baseline="0" noProof="0">
                <a:ln>
                  <a:noFill/>
                </a:ln>
                <a:solidFill>
                  <a:srgbClr val="000000"/>
                </a:solidFill>
                <a:effectLst/>
                <a:uLnTx/>
                <a:uFillTx/>
                <a:latin typeface="+mn-ea"/>
                <a:ea typeface="+mn-ea"/>
                <a:cs typeface="Meiryo UI" pitchFamily="50" charset="-128"/>
              </a:rPr>
              <a:t>コールフロー、オペレータ画面の開発・設定</a:t>
            </a:r>
          </a:p>
        </p:txBody>
      </p:sp>
      <p:sp>
        <p:nvSpPr>
          <p:cNvPr id="11" name="正方形/長方形 10">
            <a:extLst>
              <a:ext uri="{FF2B5EF4-FFF2-40B4-BE49-F238E27FC236}">
                <a16:creationId xmlns:a16="http://schemas.microsoft.com/office/drawing/2014/main" id="{EDA84C74-D3B2-1E63-B289-D79537211EE2}"/>
              </a:ext>
            </a:extLst>
          </p:cNvPr>
          <p:cNvSpPr>
            <a:spLocks noChangeArrowheads="1"/>
          </p:cNvSpPr>
          <p:nvPr/>
        </p:nvSpPr>
        <p:spPr bwMode="auto">
          <a:xfrm>
            <a:off x="7555017" y="2480174"/>
            <a:ext cx="1044575" cy="233225"/>
          </a:xfrm>
          <a:prstGeom prst="rect">
            <a:avLst/>
          </a:prstGeom>
          <a:solidFill>
            <a:srgbClr val="CCFF99"/>
          </a:solidFill>
          <a:ln w="9525" algn="ctr">
            <a:solidFill>
              <a:srgbClr val="808080"/>
            </a:solidFill>
            <a:round/>
            <a:headEnd/>
            <a:tailEnd/>
          </a:ln>
        </p:spPr>
        <p:txBody>
          <a:bodyPr wrap="none" lIns="0" rIns="0" anchor="ctr"/>
          <a:lstStyle>
            <a:defPPr>
              <a:defRPr lang="ja-JP"/>
            </a:defPPr>
            <a:lvl1pPr algn="l" rtl="0" fontAlgn="base">
              <a:spcBef>
                <a:spcPct val="0"/>
              </a:spcBef>
              <a:spcAft>
                <a:spcPct val="0"/>
              </a:spcAft>
              <a:defRPr kumimoji="1" sz="800"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sz="800"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sz="800"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sz="800"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sz="800" kern="1200">
                <a:solidFill>
                  <a:schemeClr val="tx1"/>
                </a:solidFill>
                <a:latin typeface="Arial" charset="0"/>
                <a:ea typeface="ＭＳ Ｐゴシック" pitchFamily="50" charset="-128"/>
                <a:cs typeface="+mn-cs"/>
              </a:defRPr>
            </a:lvl5pPr>
            <a:lvl6pPr marL="2286000" algn="l" defTabSz="914400" rtl="0" eaLnBrk="1" latinLnBrk="0" hangingPunct="1">
              <a:defRPr kumimoji="1" sz="800" kern="1200">
                <a:solidFill>
                  <a:schemeClr val="tx1"/>
                </a:solidFill>
                <a:latin typeface="Arial" charset="0"/>
                <a:ea typeface="ＭＳ Ｐゴシック" pitchFamily="50" charset="-128"/>
                <a:cs typeface="+mn-cs"/>
              </a:defRPr>
            </a:lvl6pPr>
            <a:lvl7pPr marL="2743200" algn="l" defTabSz="914400" rtl="0" eaLnBrk="1" latinLnBrk="0" hangingPunct="1">
              <a:defRPr kumimoji="1" sz="800" kern="1200">
                <a:solidFill>
                  <a:schemeClr val="tx1"/>
                </a:solidFill>
                <a:latin typeface="Arial" charset="0"/>
                <a:ea typeface="ＭＳ Ｐゴシック" pitchFamily="50" charset="-128"/>
                <a:cs typeface="+mn-cs"/>
              </a:defRPr>
            </a:lvl7pPr>
            <a:lvl8pPr marL="3200400" algn="l" defTabSz="914400" rtl="0" eaLnBrk="1" latinLnBrk="0" hangingPunct="1">
              <a:defRPr kumimoji="1" sz="800" kern="1200">
                <a:solidFill>
                  <a:schemeClr val="tx1"/>
                </a:solidFill>
                <a:latin typeface="Arial" charset="0"/>
                <a:ea typeface="ＭＳ Ｐゴシック" pitchFamily="50" charset="-128"/>
                <a:cs typeface="+mn-cs"/>
              </a:defRPr>
            </a:lvl8pPr>
            <a:lvl9pPr marL="3657600" algn="l" defTabSz="914400" rtl="0" eaLnBrk="1" latinLnBrk="0" hangingPunct="1">
              <a:defRPr kumimoji="1" sz="800" kern="1200">
                <a:solidFill>
                  <a:schemeClr val="tx1"/>
                </a:solidFill>
                <a:latin typeface="Arial" charset="0"/>
                <a:ea typeface="ＭＳ Ｐゴシック" pitchFamily="50" charset="-128"/>
                <a:cs typeface="+mn-cs"/>
              </a:defRPr>
            </a:lvl9pPr>
          </a:lstStyle>
          <a:p>
            <a:pPr marL="0" marR="0" lvl="0" indent="0" algn="ctr" defTabSz="914400" eaLnBrk="0" fontAlgn="auto" latinLnBrk="0" hangingPunct="0">
              <a:lnSpc>
                <a:spcPct val="100000"/>
              </a:lnSpc>
              <a:spcBef>
                <a:spcPts val="0"/>
              </a:spcBef>
              <a:spcAft>
                <a:spcPts val="0"/>
              </a:spcAft>
              <a:buClr>
                <a:srgbClr val="003C2C"/>
              </a:buClr>
              <a:buSzTx/>
              <a:buFontTx/>
              <a:buNone/>
              <a:tabLst/>
              <a:defRPr/>
            </a:pPr>
            <a:r>
              <a:rPr kumimoji="0" lang="ja-JP" altLang="en-US" sz="1200" b="1" i="0" u="none" strike="noStrike" kern="0" cap="none" spc="0" normalizeH="0" baseline="0" noProof="0">
                <a:ln>
                  <a:noFill/>
                </a:ln>
                <a:solidFill>
                  <a:srgbClr val="000000"/>
                </a:solidFill>
                <a:effectLst/>
                <a:uLnTx/>
                <a:uFillTx/>
                <a:latin typeface="+mn-ea"/>
                <a:ea typeface="+mn-ea"/>
                <a:cs typeface="Meiryo UI" pitchFamily="50" charset="-128"/>
              </a:rPr>
              <a:t>共通</a:t>
            </a:r>
          </a:p>
        </p:txBody>
      </p:sp>
      <p:sp>
        <p:nvSpPr>
          <p:cNvPr id="12" name="正方形/長方形 11">
            <a:extLst>
              <a:ext uri="{FF2B5EF4-FFF2-40B4-BE49-F238E27FC236}">
                <a16:creationId xmlns:a16="http://schemas.microsoft.com/office/drawing/2014/main" id="{F1D4C147-431E-2294-7584-5BAD0714310A}"/>
              </a:ext>
            </a:extLst>
          </p:cNvPr>
          <p:cNvSpPr>
            <a:spLocks noChangeArrowheads="1"/>
          </p:cNvSpPr>
          <p:nvPr/>
        </p:nvSpPr>
        <p:spPr bwMode="auto">
          <a:xfrm>
            <a:off x="8621817" y="2480174"/>
            <a:ext cx="1042987" cy="233225"/>
          </a:xfrm>
          <a:prstGeom prst="rect">
            <a:avLst/>
          </a:prstGeom>
          <a:solidFill>
            <a:srgbClr val="FFCCFF"/>
          </a:solidFill>
          <a:ln w="9525" algn="ctr">
            <a:solidFill>
              <a:srgbClr val="808080"/>
            </a:solidFill>
            <a:round/>
            <a:headEnd/>
            <a:tailEnd/>
          </a:ln>
        </p:spPr>
        <p:txBody>
          <a:bodyPr wrap="none" lIns="0" rIns="0" anchor="ctr"/>
          <a:lstStyle>
            <a:defPPr>
              <a:defRPr lang="ja-JP"/>
            </a:defPPr>
            <a:lvl1pPr algn="l" rtl="0" fontAlgn="base">
              <a:spcBef>
                <a:spcPct val="0"/>
              </a:spcBef>
              <a:spcAft>
                <a:spcPct val="0"/>
              </a:spcAft>
              <a:defRPr kumimoji="1" sz="800"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sz="800"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sz="800"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sz="800"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sz="800" kern="1200">
                <a:solidFill>
                  <a:schemeClr val="tx1"/>
                </a:solidFill>
                <a:latin typeface="Arial" charset="0"/>
                <a:ea typeface="ＭＳ Ｐゴシック" pitchFamily="50" charset="-128"/>
                <a:cs typeface="+mn-cs"/>
              </a:defRPr>
            </a:lvl5pPr>
            <a:lvl6pPr marL="2286000" algn="l" defTabSz="914400" rtl="0" eaLnBrk="1" latinLnBrk="0" hangingPunct="1">
              <a:defRPr kumimoji="1" sz="800" kern="1200">
                <a:solidFill>
                  <a:schemeClr val="tx1"/>
                </a:solidFill>
                <a:latin typeface="Arial" charset="0"/>
                <a:ea typeface="ＭＳ Ｐゴシック" pitchFamily="50" charset="-128"/>
                <a:cs typeface="+mn-cs"/>
              </a:defRPr>
            </a:lvl6pPr>
            <a:lvl7pPr marL="2743200" algn="l" defTabSz="914400" rtl="0" eaLnBrk="1" latinLnBrk="0" hangingPunct="1">
              <a:defRPr kumimoji="1" sz="800" kern="1200">
                <a:solidFill>
                  <a:schemeClr val="tx1"/>
                </a:solidFill>
                <a:latin typeface="Arial" charset="0"/>
                <a:ea typeface="ＭＳ Ｐゴシック" pitchFamily="50" charset="-128"/>
                <a:cs typeface="+mn-cs"/>
              </a:defRPr>
            </a:lvl7pPr>
            <a:lvl8pPr marL="3200400" algn="l" defTabSz="914400" rtl="0" eaLnBrk="1" latinLnBrk="0" hangingPunct="1">
              <a:defRPr kumimoji="1" sz="800" kern="1200">
                <a:solidFill>
                  <a:schemeClr val="tx1"/>
                </a:solidFill>
                <a:latin typeface="Arial" charset="0"/>
                <a:ea typeface="ＭＳ Ｐゴシック" pitchFamily="50" charset="-128"/>
                <a:cs typeface="+mn-cs"/>
              </a:defRPr>
            </a:lvl8pPr>
            <a:lvl9pPr marL="3657600" algn="l" defTabSz="914400" rtl="0" eaLnBrk="1" latinLnBrk="0" hangingPunct="1">
              <a:defRPr kumimoji="1" sz="800" kern="1200">
                <a:solidFill>
                  <a:schemeClr val="tx1"/>
                </a:solidFill>
                <a:latin typeface="Arial" charset="0"/>
                <a:ea typeface="ＭＳ Ｐゴシック" pitchFamily="50" charset="-128"/>
                <a:cs typeface="+mn-cs"/>
              </a:defRPr>
            </a:lvl9pPr>
          </a:lstStyle>
          <a:p>
            <a:pPr marL="0" marR="0" lvl="0" indent="0" algn="ctr" defTabSz="914400" eaLnBrk="0" fontAlgn="auto" latinLnBrk="0" hangingPunct="0">
              <a:lnSpc>
                <a:spcPct val="100000"/>
              </a:lnSpc>
              <a:spcBef>
                <a:spcPts val="0"/>
              </a:spcBef>
              <a:spcAft>
                <a:spcPts val="0"/>
              </a:spcAft>
              <a:buClr>
                <a:srgbClr val="003C2C"/>
              </a:buClr>
              <a:buSzTx/>
              <a:buFontTx/>
              <a:buNone/>
              <a:tabLst/>
              <a:defRPr/>
            </a:pPr>
            <a:r>
              <a:rPr kumimoji="0" lang="ja-JP" altLang="en-US" sz="1200" b="1" i="0" u="none" strike="noStrike" kern="0" cap="none" spc="0" normalizeH="0" baseline="0" noProof="0">
                <a:ln>
                  <a:noFill/>
                </a:ln>
                <a:solidFill>
                  <a:srgbClr val="000000"/>
                </a:solidFill>
                <a:effectLst/>
                <a:uLnTx/>
                <a:uFillTx/>
                <a:latin typeface="+mn-ea"/>
                <a:ea typeface="+mn-ea"/>
                <a:cs typeface="Meiryo UI" pitchFamily="50" charset="-128"/>
              </a:rPr>
              <a:t>個社</a:t>
            </a:r>
          </a:p>
        </p:txBody>
      </p:sp>
      <p:sp>
        <p:nvSpPr>
          <p:cNvPr id="4" name="四角形: 角を丸くする 3">
            <a:extLst>
              <a:ext uri="{FF2B5EF4-FFF2-40B4-BE49-F238E27FC236}">
                <a16:creationId xmlns:a16="http://schemas.microsoft.com/office/drawing/2014/main" id="{3CD894B5-E860-32F3-6CA0-C8BDA5610395}"/>
              </a:ext>
            </a:extLst>
          </p:cNvPr>
          <p:cNvSpPr/>
          <p:nvPr/>
        </p:nvSpPr>
        <p:spPr bwMode="auto">
          <a:xfrm>
            <a:off x="1409700" y="5621316"/>
            <a:ext cx="7269480" cy="992843"/>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5" name="四角形: 角を丸くする 4">
            <a:extLst>
              <a:ext uri="{FF2B5EF4-FFF2-40B4-BE49-F238E27FC236}">
                <a16:creationId xmlns:a16="http://schemas.microsoft.com/office/drawing/2014/main" id="{2D9361A8-7995-A93C-F155-D9C69CB2741B}"/>
              </a:ext>
            </a:extLst>
          </p:cNvPr>
          <p:cNvSpPr/>
          <p:nvPr/>
        </p:nvSpPr>
        <p:spPr bwMode="auto">
          <a:xfrm>
            <a:off x="3525982" y="5203061"/>
            <a:ext cx="1605238" cy="32868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4" name="四角形: 角を丸くする 13">
            <a:extLst>
              <a:ext uri="{FF2B5EF4-FFF2-40B4-BE49-F238E27FC236}">
                <a16:creationId xmlns:a16="http://schemas.microsoft.com/office/drawing/2014/main" id="{CF16151A-77AC-A979-BA44-710AF76BFE18}"/>
              </a:ext>
            </a:extLst>
          </p:cNvPr>
          <p:cNvSpPr/>
          <p:nvPr/>
        </p:nvSpPr>
        <p:spPr bwMode="auto">
          <a:xfrm>
            <a:off x="5131220" y="5203061"/>
            <a:ext cx="1665820" cy="32868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3" name="吹き出し: 角を丸めた四角形 12">
            <a:extLst>
              <a:ext uri="{FF2B5EF4-FFF2-40B4-BE49-F238E27FC236}">
                <a16:creationId xmlns:a16="http://schemas.microsoft.com/office/drawing/2014/main" id="{3CC3A097-C9A7-DA4E-7B71-6BBC03DA77D4}"/>
              </a:ext>
            </a:extLst>
          </p:cNvPr>
          <p:cNvSpPr/>
          <p:nvPr/>
        </p:nvSpPr>
        <p:spPr bwMode="auto">
          <a:xfrm>
            <a:off x="6932771" y="5531742"/>
            <a:ext cx="2575601" cy="461591"/>
          </a:xfrm>
          <a:prstGeom prst="wedgeRoundRectCallout">
            <a:avLst>
              <a:gd name="adj1" fmla="val -58470"/>
              <a:gd name="adj2" fmla="val -55576"/>
              <a:gd name="adj3" fmla="val 16667"/>
            </a:avLst>
          </a:prstGeom>
          <a:solidFill>
            <a:schemeClr val="bg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③ソフト</a:t>
            </a:r>
            <a:r>
              <a:rPr kumimoji="1" lang="ja-JP" altLang="en-US" sz="1000" b="1" i="0" u="none" strike="noStrike" cap="none" normalizeH="0" baseline="0">
                <a:ln>
                  <a:noFill/>
                </a:ln>
                <a:effectLst/>
                <a:latin typeface="+mn-ea"/>
                <a:ea typeface="+mn-ea"/>
                <a:cs typeface="Meiryo UI" panose="020B0604030504040204" pitchFamily="50" charset="-128"/>
              </a:rPr>
              <a:t>ウェア構成の検討</a:t>
            </a:r>
            <a:endParaRPr kumimoji="1" lang="en-US" altLang="ja-JP" sz="1000" b="1" i="0" u="none" strike="noStrike" cap="none" normalizeH="0" baseline="0">
              <a:ln>
                <a:noFill/>
              </a:ln>
              <a:effectLst/>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・製品販売終了に伴う後継製品選定</a:t>
            </a:r>
            <a:endParaRPr kumimoji="1" lang="ja-JP" altLang="en-US" sz="1000" b="1" i="0" u="none" strike="noStrike" cap="none" normalizeH="0" baseline="0">
              <a:ln>
                <a:noFill/>
              </a:ln>
              <a:effectLst/>
              <a:latin typeface="+mn-ea"/>
              <a:ea typeface="+mn-ea"/>
              <a:cs typeface="Meiryo UI" panose="020B0604030504040204" pitchFamily="50" charset="-128"/>
            </a:endParaRPr>
          </a:p>
        </p:txBody>
      </p:sp>
      <p:sp>
        <p:nvSpPr>
          <p:cNvPr id="15" name="吹き出し: 角を丸めた四角形 14">
            <a:extLst>
              <a:ext uri="{FF2B5EF4-FFF2-40B4-BE49-F238E27FC236}">
                <a16:creationId xmlns:a16="http://schemas.microsoft.com/office/drawing/2014/main" id="{E9DD62AE-8452-1AA5-F04A-3D289DBC74A1}"/>
              </a:ext>
            </a:extLst>
          </p:cNvPr>
          <p:cNvSpPr/>
          <p:nvPr/>
        </p:nvSpPr>
        <p:spPr bwMode="auto">
          <a:xfrm>
            <a:off x="2048238" y="5531741"/>
            <a:ext cx="1665820" cy="461591"/>
          </a:xfrm>
          <a:prstGeom prst="wedgeRoundRectCallout">
            <a:avLst>
              <a:gd name="adj1" fmla="val 61137"/>
              <a:gd name="adj2" fmla="val -45671"/>
              <a:gd name="adj3" fmla="val 16667"/>
            </a:avLst>
          </a:prstGeom>
          <a:solidFill>
            <a:schemeClr val="bg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④調達商流の見直し</a:t>
            </a:r>
            <a:endParaRPr kumimoji="1" lang="en-US" altLang="ja-JP" sz="1000" b="1" i="0" u="none" strike="noStrike" cap="none" normalizeH="0" baseline="0">
              <a:ln>
                <a:noFill/>
              </a:ln>
              <a:effectLst/>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・商流</a:t>
            </a:r>
            <a:r>
              <a:rPr lang="en-US" altLang="ja-JP" sz="1000" b="1">
                <a:latin typeface="+mn-ea"/>
                <a:ea typeface="+mn-ea"/>
                <a:cs typeface="Meiryo UI" panose="020B0604030504040204" pitchFamily="50" charset="-128"/>
              </a:rPr>
              <a:t>/</a:t>
            </a:r>
            <a:r>
              <a:rPr lang="ja-JP" altLang="en-US" sz="1000" b="1">
                <a:latin typeface="+mn-ea"/>
                <a:ea typeface="+mn-ea"/>
                <a:cs typeface="Meiryo UI" panose="020B0604030504040204" pitchFamily="50" charset="-128"/>
              </a:rPr>
              <a:t>契約内容の検討</a:t>
            </a:r>
            <a:endParaRPr kumimoji="1" lang="ja-JP" altLang="en-US" sz="1000" b="1" i="0" u="none" strike="noStrike" cap="none" normalizeH="0" baseline="0">
              <a:ln>
                <a:noFill/>
              </a:ln>
              <a:effectLst/>
              <a:latin typeface="+mn-ea"/>
              <a:ea typeface="+mn-ea"/>
              <a:cs typeface="Meiryo UI" panose="020B0604030504040204" pitchFamily="50" charset="-128"/>
            </a:endParaRPr>
          </a:p>
        </p:txBody>
      </p:sp>
      <p:sp>
        <p:nvSpPr>
          <p:cNvPr id="17" name="四角形: 角を丸くする 16">
            <a:extLst>
              <a:ext uri="{FF2B5EF4-FFF2-40B4-BE49-F238E27FC236}">
                <a16:creationId xmlns:a16="http://schemas.microsoft.com/office/drawing/2014/main" id="{4899DBD4-42F1-3807-14E7-6F17B4929A55}"/>
              </a:ext>
            </a:extLst>
          </p:cNvPr>
          <p:cNvSpPr/>
          <p:nvPr/>
        </p:nvSpPr>
        <p:spPr bwMode="auto">
          <a:xfrm>
            <a:off x="241194" y="2785722"/>
            <a:ext cx="9423609" cy="3828437"/>
          </a:xfrm>
          <a:prstGeom prst="roundRect">
            <a:avLst>
              <a:gd name="adj" fmla="val 4924"/>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6" name="吹き出し: 角を丸めた四角形 5">
            <a:extLst>
              <a:ext uri="{FF2B5EF4-FFF2-40B4-BE49-F238E27FC236}">
                <a16:creationId xmlns:a16="http://schemas.microsoft.com/office/drawing/2014/main" id="{0246FC9F-16B0-9BAA-E0B7-8B57B8C3D2ED}"/>
              </a:ext>
            </a:extLst>
          </p:cNvPr>
          <p:cNvSpPr/>
          <p:nvPr/>
        </p:nvSpPr>
        <p:spPr bwMode="auto">
          <a:xfrm>
            <a:off x="6932772" y="6347460"/>
            <a:ext cx="2575601" cy="435902"/>
          </a:xfrm>
          <a:prstGeom prst="wedgeRoundRectCallout">
            <a:avLst>
              <a:gd name="adj1" fmla="val -56399"/>
              <a:gd name="adj2" fmla="val -42564"/>
              <a:gd name="adj3" fmla="val 16667"/>
            </a:avLst>
          </a:prstGeom>
          <a:solidFill>
            <a:schemeClr val="bg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②</a:t>
            </a:r>
            <a:r>
              <a:rPr kumimoji="1" lang="ja-JP" altLang="en-US" sz="1000" b="1" i="0" u="none" strike="noStrike" cap="none" normalizeH="0" baseline="0">
                <a:ln>
                  <a:noFill/>
                </a:ln>
                <a:effectLst/>
                <a:latin typeface="+mn-ea"/>
                <a:ea typeface="+mn-ea"/>
                <a:cs typeface="Meiryo UI" panose="020B0604030504040204" pitchFamily="50" charset="-128"/>
              </a:rPr>
              <a:t>ハードウェア構成の検討</a:t>
            </a:r>
            <a:endParaRPr kumimoji="1" lang="en-US" altLang="ja-JP" sz="1000" b="1" i="0" u="none" strike="noStrike" cap="none" normalizeH="0" baseline="0">
              <a:ln>
                <a:noFill/>
              </a:ln>
              <a:effectLst/>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a:t>
            </a:r>
            <a:r>
              <a:rPr lang="en-US" altLang="ja-JP" sz="1000" b="1" err="1">
                <a:latin typeface="+mn-ea"/>
                <a:ea typeface="+mn-ea"/>
                <a:cs typeface="Meiryo UI" panose="020B0604030504040204" pitchFamily="50" charset="-128"/>
              </a:rPr>
              <a:t>VMWare→Hyper-V</a:t>
            </a:r>
            <a:r>
              <a:rPr lang="ja-JP" altLang="en-US" sz="1000" b="1">
                <a:latin typeface="+mn-ea"/>
                <a:ea typeface="+mn-ea"/>
                <a:cs typeface="Meiryo UI" panose="020B0604030504040204" pitchFamily="50" charset="-128"/>
              </a:rPr>
              <a:t>基盤への移行検討</a:t>
            </a:r>
            <a:endParaRPr kumimoji="1" lang="ja-JP" altLang="en-US" sz="1000" b="1" i="0" u="none" strike="noStrike" cap="none" normalizeH="0" baseline="0">
              <a:ln>
                <a:noFill/>
              </a:ln>
              <a:effectLst/>
              <a:latin typeface="+mn-ea"/>
              <a:ea typeface="+mn-ea"/>
              <a:cs typeface="Meiryo UI" panose="020B0604030504040204" pitchFamily="50" charset="-128"/>
            </a:endParaRPr>
          </a:p>
        </p:txBody>
      </p:sp>
      <p:sp>
        <p:nvSpPr>
          <p:cNvPr id="16" name="吹き出し: 角を丸めた四角形 15">
            <a:extLst>
              <a:ext uri="{FF2B5EF4-FFF2-40B4-BE49-F238E27FC236}">
                <a16:creationId xmlns:a16="http://schemas.microsoft.com/office/drawing/2014/main" id="{59382A31-B163-8AEC-26D5-18E9FD73F73E}"/>
              </a:ext>
            </a:extLst>
          </p:cNvPr>
          <p:cNvSpPr/>
          <p:nvPr/>
        </p:nvSpPr>
        <p:spPr bwMode="auto">
          <a:xfrm>
            <a:off x="1087914" y="2305779"/>
            <a:ext cx="2779016" cy="551423"/>
          </a:xfrm>
          <a:prstGeom prst="wedgeRoundRectCallout">
            <a:avLst>
              <a:gd name="adj1" fmla="val -58852"/>
              <a:gd name="adj2" fmla="val 55910"/>
              <a:gd name="adj3" fmla="val 16667"/>
            </a:avLst>
          </a:prstGeom>
          <a:solidFill>
            <a:schemeClr val="bg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⑤共通化範囲の見直し</a:t>
            </a:r>
            <a:endParaRPr lang="en-US" altLang="ja-JP" sz="1000" b="1">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・共通化範囲の統一化（各社間での差異確認）</a:t>
            </a:r>
            <a:endParaRPr lang="en-US" altLang="ja-JP" sz="1000" b="1">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kumimoji="1" lang="ja-JP" altLang="en-US" sz="1000" b="1" i="0" u="none" strike="noStrike" cap="none" normalizeH="0" baseline="0">
                <a:ln>
                  <a:noFill/>
                </a:ln>
                <a:effectLst/>
                <a:latin typeface="+mn-ea"/>
                <a:ea typeface="+mn-ea"/>
                <a:cs typeface="Meiryo UI" panose="020B0604030504040204" pitchFamily="50" charset="-128"/>
              </a:rPr>
              <a:t>・</a:t>
            </a:r>
            <a:r>
              <a:rPr kumimoji="1" lang="en-US" altLang="ja-JP" sz="1000" b="1" i="0" u="none" strike="noStrike" cap="none" normalizeH="0" baseline="0">
                <a:ln>
                  <a:noFill/>
                </a:ln>
                <a:effectLst/>
                <a:latin typeface="+mn-ea"/>
                <a:ea typeface="+mn-ea"/>
                <a:cs typeface="Meiryo UI" panose="020B0604030504040204" pitchFamily="50" charset="-128"/>
              </a:rPr>
              <a:t>JRI</a:t>
            </a:r>
            <a:r>
              <a:rPr kumimoji="1" lang="ja-JP" altLang="en-US" sz="1000" b="1" i="0" u="none" strike="noStrike" cap="none" normalizeH="0" baseline="0">
                <a:ln>
                  <a:noFill/>
                </a:ln>
                <a:effectLst/>
                <a:latin typeface="+mn-ea"/>
                <a:ea typeface="+mn-ea"/>
                <a:cs typeface="Meiryo UI" panose="020B0604030504040204" pitchFamily="50" charset="-128"/>
              </a:rPr>
              <a:t>資産→</a:t>
            </a:r>
            <a:r>
              <a:rPr kumimoji="1" lang="en-US" altLang="ja-JP" sz="1000" b="1" i="0" u="none" strike="noStrike" cap="none" normalizeH="0" baseline="0">
                <a:ln>
                  <a:noFill/>
                </a:ln>
                <a:effectLst/>
                <a:latin typeface="+mn-ea"/>
                <a:ea typeface="+mn-ea"/>
                <a:cs typeface="Meiryo UI" panose="020B0604030504040204" pitchFamily="50" charset="-128"/>
              </a:rPr>
              <a:t>BC</a:t>
            </a:r>
            <a:r>
              <a:rPr kumimoji="1" lang="ja-JP" altLang="en-US" sz="1000" b="1" i="0" u="none" strike="noStrike" cap="none" normalizeH="0" baseline="0">
                <a:ln>
                  <a:noFill/>
                </a:ln>
                <a:effectLst/>
                <a:latin typeface="+mn-ea"/>
                <a:ea typeface="+mn-ea"/>
                <a:cs typeface="Meiryo UI" panose="020B0604030504040204" pitchFamily="50" charset="-128"/>
              </a:rPr>
              <a:t>資産へのスキーム変更検討</a:t>
            </a:r>
          </a:p>
        </p:txBody>
      </p:sp>
      <p:sp>
        <p:nvSpPr>
          <p:cNvPr id="18" name="四角形: 角を丸くする 17">
            <a:extLst>
              <a:ext uri="{FF2B5EF4-FFF2-40B4-BE49-F238E27FC236}">
                <a16:creationId xmlns:a16="http://schemas.microsoft.com/office/drawing/2014/main" id="{E0FB53DF-28B1-36AA-D4D6-FB3EA5484DFC}"/>
              </a:ext>
            </a:extLst>
          </p:cNvPr>
          <p:cNvSpPr/>
          <p:nvPr/>
        </p:nvSpPr>
        <p:spPr bwMode="auto">
          <a:xfrm>
            <a:off x="1409701" y="3458784"/>
            <a:ext cx="8172606" cy="1617333"/>
          </a:xfrm>
          <a:prstGeom prst="roundRect">
            <a:avLst>
              <a:gd name="adj" fmla="val 11080"/>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9" name="吹き出し: 角を丸めた四角形 18">
            <a:extLst>
              <a:ext uri="{FF2B5EF4-FFF2-40B4-BE49-F238E27FC236}">
                <a16:creationId xmlns:a16="http://schemas.microsoft.com/office/drawing/2014/main" id="{1170C983-F923-9EFB-356E-B21A040397E3}"/>
              </a:ext>
            </a:extLst>
          </p:cNvPr>
          <p:cNvSpPr/>
          <p:nvPr/>
        </p:nvSpPr>
        <p:spPr bwMode="auto">
          <a:xfrm>
            <a:off x="7083651" y="4321392"/>
            <a:ext cx="2677309" cy="676892"/>
          </a:xfrm>
          <a:prstGeom prst="wedgeRoundRectCallout">
            <a:avLst>
              <a:gd name="adj1" fmla="val -58570"/>
              <a:gd name="adj2" fmla="val 40280"/>
              <a:gd name="adj3" fmla="val 16667"/>
            </a:avLst>
          </a:prstGeom>
          <a:solidFill>
            <a:schemeClr val="bg1"/>
          </a:solid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①対象業務の見直し</a:t>
            </a:r>
            <a:endParaRPr lang="en-US" altLang="ja-JP" sz="1000" b="1">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・オンプレ継続要否の検討</a:t>
            </a:r>
            <a:endParaRPr lang="en-US" altLang="ja-JP" sz="1000" b="1">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ja-JP" altLang="en-US" sz="1000" b="1">
                <a:latin typeface="+mn-ea"/>
                <a:ea typeface="+mn-ea"/>
                <a:cs typeface="Meiryo UI" panose="020B0604030504040204" pitchFamily="50" charset="-128"/>
              </a:rPr>
              <a:t>・基礎数値の見直し（回線、席数等）</a:t>
            </a:r>
            <a:endParaRPr lang="en-US" altLang="ja-JP" sz="1000" b="1">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kumimoji="1" lang="ja-JP" altLang="en-US" sz="1000" b="1" i="0" u="none" strike="noStrike" cap="none" normalizeH="0" baseline="0">
                <a:ln>
                  <a:noFill/>
                </a:ln>
                <a:effectLst/>
                <a:latin typeface="+mn-ea"/>
                <a:ea typeface="+mn-ea"/>
                <a:cs typeface="Meiryo UI" panose="020B0604030504040204" pitchFamily="50" charset="-128"/>
              </a:rPr>
              <a:t>・業務改善項目の検討</a:t>
            </a:r>
          </a:p>
        </p:txBody>
      </p:sp>
    </p:spTree>
    <p:extLst>
      <p:ext uri="{BB962C8B-B14F-4D97-AF65-F5344CB8AC3E}">
        <p14:creationId xmlns:p14="http://schemas.microsoft.com/office/powerpoint/2010/main" val="2167785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DE2D-4072-FD31-FF2E-4AED64B350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3B1D90-1B40-9C20-1018-94B3B2710597}"/>
              </a:ext>
            </a:extLst>
          </p:cNvPr>
          <p:cNvSpPr>
            <a:spLocks noGrp="1"/>
          </p:cNvSpPr>
          <p:nvPr>
            <p:ph type="title"/>
          </p:nvPr>
        </p:nvSpPr>
        <p:spPr>
          <a:xfrm>
            <a:off x="574988" y="167415"/>
            <a:ext cx="7601271"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ｰ② ハードウェア構成）</a:t>
            </a:r>
            <a:endParaRPr kumimoji="1" lang="en-US" altLang="ja-JP" sz="1800">
              <a:latin typeface="+mn-ea"/>
              <a:ea typeface="+mn-ea"/>
            </a:endParaRPr>
          </a:p>
        </p:txBody>
      </p:sp>
      <p:sp>
        <p:nvSpPr>
          <p:cNvPr id="3" name="テキスト プレースホルダー 2">
            <a:extLst>
              <a:ext uri="{FF2B5EF4-FFF2-40B4-BE49-F238E27FC236}">
                <a16:creationId xmlns:a16="http://schemas.microsoft.com/office/drawing/2014/main" id="{153FABA9-AC72-84B4-9FCE-90AF8266E8FA}"/>
              </a:ext>
            </a:extLst>
          </p:cNvPr>
          <p:cNvSpPr txBox="1">
            <a:spLocks/>
          </p:cNvSpPr>
          <p:nvPr/>
        </p:nvSpPr>
        <p:spPr>
          <a:xfrm>
            <a:off x="165001" y="561698"/>
            <a:ext cx="9615104" cy="840382"/>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r>
              <a:rPr lang="en-US" altLang="ja-JP"/>
              <a:t>VMWare</a:t>
            </a:r>
            <a:r>
              <a:rPr lang="ja-JP" altLang="en-US"/>
              <a:t>のライセンス高騰に伴ってインテル共通基盤の後継となるオープン系システム基盤（</a:t>
            </a:r>
            <a:r>
              <a:rPr lang="en-US" altLang="ja-JP"/>
              <a:t>Hyper-V</a:t>
            </a:r>
            <a:r>
              <a:rPr lang="ja-JP" altLang="en-US"/>
              <a:t>・</a:t>
            </a:r>
            <a:r>
              <a:rPr lang="en-US" altLang="ja-JP"/>
              <a:t>Nutanix</a:t>
            </a:r>
            <a:r>
              <a:rPr lang="ja-JP" altLang="en-US"/>
              <a:t>基盤）を開発中。</a:t>
            </a:r>
            <a:endParaRPr lang="en-US" altLang="ja-JP"/>
          </a:p>
          <a:p>
            <a:r>
              <a:rPr lang="ja-JP" altLang="en-US" kern="0">
                <a:latin typeface="+mn-ea"/>
              </a:rPr>
              <a:t>オープン系システム基盤では、現在コンタクトセンタ共通基盤で利用しているスタンダードカスタムが</a:t>
            </a:r>
            <a:r>
              <a:rPr lang="ja-JP" altLang="en-US"/>
              <a:t>提供されないこと</a:t>
            </a:r>
            <a:r>
              <a:rPr lang="ja-JP" altLang="en-US" kern="0">
                <a:latin typeface="+mn-ea"/>
              </a:rPr>
              <a:t>に伴い</a:t>
            </a:r>
            <a:r>
              <a:rPr lang="ja-JP" altLang="en-US" kern="0">
                <a:solidFill>
                  <a:srgbClr val="0000FF"/>
                </a:solidFill>
                <a:latin typeface="+mn-ea"/>
              </a:rPr>
              <a:t>、代替となるシステム構成の検討（①アプライアンス導入検討、②</a:t>
            </a:r>
            <a:r>
              <a:rPr lang="en-US" altLang="ja-JP" kern="0">
                <a:solidFill>
                  <a:srgbClr val="0000FF"/>
                </a:solidFill>
                <a:latin typeface="+mn-ea"/>
              </a:rPr>
              <a:t>Hyper-V</a:t>
            </a:r>
            <a:r>
              <a:rPr lang="ja-JP" altLang="en-US" kern="0">
                <a:solidFill>
                  <a:srgbClr val="0000FF"/>
                </a:solidFill>
                <a:latin typeface="+mn-ea"/>
              </a:rPr>
              <a:t>基盤構築検討）を実施。</a:t>
            </a:r>
            <a:endParaRPr lang="en-US" altLang="ja-JP" kern="0">
              <a:solidFill>
                <a:srgbClr val="0000FF"/>
              </a:solidFill>
              <a:latin typeface="+mn-ea"/>
            </a:endParaRPr>
          </a:p>
        </p:txBody>
      </p:sp>
      <p:pic>
        <p:nvPicPr>
          <p:cNvPr id="4" name="図 3">
            <a:extLst>
              <a:ext uri="{FF2B5EF4-FFF2-40B4-BE49-F238E27FC236}">
                <a16:creationId xmlns:a16="http://schemas.microsoft.com/office/drawing/2014/main" id="{0B28F61C-7FC8-179F-2A9C-676772F7FFB6}"/>
              </a:ext>
            </a:extLst>
          </p:cNvPr>
          <p:cNvPicPr>
            <a:picLocks noChangeAspect="1"/>
          </p:cNvPicPr>
          <p:nvPr/>
        </p:nvPicPr>
        <p:blipFill>
          <a:blip r:embed="rId3"/>
          <a:stretch>
            <a:fillRect/>
          </a:stretch>
        </p:blipFill>
        <p:spPr>
          <a:xfrm>
            <a:off x="228178" y="1549646"/>
            <a:ext cx="9243481" cy="5192576"/>
          </a:xfrm>
          <a:prstGeom prst="rect">
            <a:avLst/>
          </a:prstGeom>
        </p:spPr>
      </p:pic>
      <p:sp>
        <p:nvSpPr>
          <p:cNvPr id="5" name="矢印: 上下 4">
            <a:extLst>
              <a:ext uri="{FF2B5EF4-FFF2-40B4-BE49-F238E27FC236}">
                <a16:creationId xmlns:a16="http://schemas.microsoft.com/office/drawing/2014/main" id="{CA21718A-1740-3D76-8D19-6F601A8F7E4D}"/>
              </a:ext>
            </a:extLst>
          </p:cNvPr>
          <p:cNvSpPr/>
          <p:nvPr/>
        </p:nvSpPr>
        <p:spPr bwMode="auto">
          <a:xfrm>
            <a:off x="6469380" y="1549646"/>
            <a:ext cx="571500" cy="2633734"/>
          </a:xfrm>
          <a:prstGeom prst="upDownArrow">
            <a:avLst/>
          </a:prstGeom>
          <a:solidFill>
            <a:srgbClr val="FF0000"/>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6" name="矢印: 上下 5">
            <a:extLst>
              <a:ext uri="{FF2B5EF4-FFF2-40B4-BE49-F238E27FC236}">
                <a16:creationId xmlns:a16="http://schemas.microsoft.com/office/drawing/2014/main" id="{164E6C95-2CC0-E69D-FB2E-CAEEE6892392}"/>
              </a:ext>
            </a:extLst>
          </p:cNvPr>
          <p:cNvSpPr/>
          <p:nvPr/>
        </p:nvSpPr>
        <p:spPr bwMode="auto">
          <a:xfrm>
            <a:off x="6469380" y="4183380"/>
            <a:ext cx="571500" cy="2558842"/>
          </a:xfrm>
          <a:prstGeom prst="upDownArrow">
            <a:avLst/>
          </a:prstGeom>
          <a:solidFill>
            <a:srgbClr val="FF0000"/>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7" name="吹き出し: 角を丸めた四角形 6">
            <a:extLst>
              <a:ext uri="{FF2B5EF4-FFF2-40B4-BE49-F238E27FC236}">
                <a16:creationId xmlns:a16="http://schemas.microsoft.com/office/drawing/2014/main" id="{711D0FD8-29EA-5524-8B5C-AFD798CD8C8F}"/>
              </a:ext>
            </a:extLst>
          </p:cNvPr>
          <p:cNvSpPr/>
          <p:nvPr/>
        </p:nvSpPr>
        <p:spPr bwMode="auto">
          <a:xfrm>
            <a:off x="7139940" y="1549646"/>
            <a:ext cx="2697480" cy="751594"/>
          </a:xfrm>
          <a:prstGeom prst="wedgeRoundRectCallout">
            <a:avLst>
              <a:gd name="adj1" fmla="val -57736"/>
              <a:gd name="adj2" fmla="val 41179"/>
              <a:gd name="adj3" fmla="val 16667"/>
            </a:avLst>
          </a:prstGeom>
          <a:solidFill>
            <a:schemeClr val="bg1"/>
          </a:solidFill>
          <a:ln w="12700">
            <a:solidFill>
              <a:schemeClr val="tx1">
                <a:lumMod val="90000"/>
                <a:lumOff val="1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en-US" altLang="ja-JP" sz="1000" b="1">
                <a:solidFill>
                  <a:schemeClr val="tx1"/>
                </a:solidFill>
                <a:latin typeface="+mn-ea"/>
                <a:cs typeface="Meiryo UI" panose="020B0604030504040204" pitchFamily="50" charset="-128"/>
              </a:rPr>
              <a:t>【</a:t>
            </a:r>
            <a:r>
              <a:rPr lang="ja-JP" altLang="en-US" sz="1000" b="1">
                <a:solidFill>
                  <a:schemeClr val="tx1"/>
                </a:solidFill>
                <a:latin typeface="+mn-ea"/>
                <a:cs typeface="Meiryo UI" panose="020B0604030504040204" pitchFamily="50" charset="-128"/>
              </a:rPr>
              <a:t>検討事項①</a:t>
            </a:r>
            <a:r>
              <a:rPr lang="en-US" altLang="ja-JP" sz="1000" b="1">
                <a:solidFill>
                  <a:schemeClr val="tx1"/>
                </a:solidFill>
                <a:latin typeface="+mn-ea"/>
                <a:cs typeface="Meiryo UI" panose="020B0604030504040204" pitchFamily="50" charset="-128"/>
              </a:rPr>
              <a:t>】</a:t>
            </a:r>
          </a:p>
          <a:p>
            <a:pPr algn="just" defTabSz="742950" eaLnBrk="1" hangingPunct="1"/>
            <a:r>
              <a:rPr lang="ja-JP" altLang="en-US" sz="1000" b="1">
                <a:solidFill>
                  <a:schemeClr val="tx1"/>
                </a:solidFill>
                <a:latin typeface="+mn-ea"/>
                <a:cs typeface="Meiryo UI" panose="020B0604030504040204" pitchFamily="50" charset="-128"/>
              </a:rPr>
              <a:t>・左記</a:t>
            </a:r>
            <a:r>
              <a:rPr lang="en-US" altLang="ja-JP" sz="1000" b="1">
                <a:solidFill>
                  <a:schemeClr val="tx1"/>
                </a:solidFill>
                <a:latin typeface="+mn-ea"/>
                <a:cs typeface="Meiryo UI" panose="020B0604030504040204" pitchFamily="50" charset="-128"/>
              </a:rPr>
              <a:t>A</a:t>
            </a:r>
            <a:r>
              <a:rPr lang="ja-JP" altLang="en-US" sz="1000" b="1">
                <a:solidFill>
                  <a:schemeClr val="tx1"/>
                </a:solidFill>
                <a:latin typeface="+mn-ea"/>
                <a:cs typeface="Meiryo UI" panose="020B0604030504040204" pitchFamily="50" charset="-128"/>
              </a:rPr>
              <a:t>～</a:t>
            </a:r>
            <a:r>
              <a:rPr lang="en-US" altLang="ja-JP" sz="1000" b="1">
                <a:solidFill>
                  <a:schemeClr val="tx1"/>
                </a:solidFill>
                <a:latin typeface="+mn-ea"/>
                <a:cs typeface="Meiryo UI" panose="020B0604030504040204" pitchFamily="50" charset="-128"/>
              </a:rPr>
              <a:t>C</a:t>
            </a:r>
            <a:r>
              <a:rPr lang="ja-JP" altLang="en-US" sz="1000" b="1">
                <a:solidFill>
                  <a:schemeClr val="tx1"/>
                </a:solidFill>
                <a:latin typeface="+mn-ea"/>
                <a:cs typeface="Meiryo UI" panose="020B0604030504040204" pitchFamily="50" charset="-128"/>
              </a:rPr>
              <a:t>のサーバについて、以下２案で比較</a:t>
            </a:r>
            <a:endParaRPr lang="en-US" altLang="ja-JP" sz="1000" b="1">
              <a:solidFill>
                <a:schemeClr val="tx1"/>
              </a:solidFill>
              <a:latin typeface="+mn-ea"/>
              <a:cs typeface="Meiryo UI" panose="020B0604030504040204" pitchFamily="50" charset="-128"/>
            </a:endParaRPr>
          </a:p>
          <a:p>
            <a:pPr algn="just" defTabSz="742950" eaLnBrk="1" hangingPunct="1"/>
            <a:r>
              <a:rPr lang="ja-JP" altLang="en-US" sz="1000" b="1">
                <a:solidFill>
                  <a:schemeClr val="tx1"/>
                </a:solidFill>
                <a:latin typeface="+mn-ea"/>
                <a:cs typeface="Meiryo UI" panose="020B0604030504040204" pitchFamily="50" charset="-128"/>
              </a:rPr>
              <a:t>　案①：アプライアンスサーバ主体の構成</a:t>
            </a:r>
            <a:endParaRPr lang="en-US" altLang="ja-JP" sz="1000" b="1">
              <a:solidFill>
                <a:schemeClr val="tx1"/>
              </a:solidFill>
              <a:latin typeface="+mn-ea"/>
              <a:cs typeface="Meiryo UI" panose="020B0604030504040204" pitchFamily="50" charset="-128"/>
            </a:endParaRPr>
          </a:p>
          <a:p>
            <a:pPr algn="just" defTabSz="742950" eaLnBrk="1" hangingPunct="1"/>
            <a:r>
              <a:rPr lang="ja-JP" altLang="en-US" sz="1000" b="1">
                <a:solidFill>
                  <a:schemeClr val="tx1"/>
                </a:solidFill>
                <a:latin typeface="+mn-ea"/>
                <a:cs typeface="Meiryo UI" panose="020B0604030504040204" pitchFamily="50" charset="-128"/>
              </a:rPr>
              <a:t>　案②：</a:t>
            </a:r>
            <a:r>
              <a:rPr lang="en-US" altLang="ja-JP" sz="1000" b="1">
                <a:solidFill>
                  <a:schemeClr val="tx1"/>
                </a:solidFill>
                <a:latin typeface="+mn-ea"/>
                <a:cs typeface="Meiryo UI" panose="020B0604030504040204" pitchFamily="50" charset="-128"/>
              </a:rPr>
              <a:t>Hyper-V</a:t>
            </a:r>
            <a:r>
              <a:rPr lang="ja-JP" altLang="en-US" sz="1000" b="1">
                <a:solidFill>
                  <a:schemeClr val="tx1"/>
                </a:solidFill>
                <a:latin typeface="+mn-ea"/>
                <a:cs typeface="Meiryo UI" panose="020B0604030504040204" pitchFamily="50" charset="-128"/>
              </a:rPr>
              <a:t>基盤主体の構成</a:t>
            </a:r>
            <a:endParaRPr lang="en-US" altLang="ja-JP" sz="1000" b="1">
              <a:solidFill>
                <a:schemeClr val="tx1"/>
              </a:solidFill>
              <a:latin typeface="+mn-ea"/>
              <a:cs typeface="Meiryo UI" panose="020B0604030504040204" pitchFamily="50" charset="-128"/>
            </a:endParaRPr>
          </a:p>
        </p:txBody>
      </p:sp>
      <p:sp>
        <p:nvSpPr>
          <p:cNvPr id="8" name="吹き出し: 角を丸めた四角形 7">
            <a:extLst>
              <a:ext uri="{FF2B5EF4-FFF2-40B4-BE49-F238E27FC236}">
                <a16:creationId xmlns:a16="http://schemas.microsoft.com/office/drawing/2014/main" id="{3D80A082-E4AA-F1DE-0437-42ED8B4E7662}"/>
              </a:ext>
            </a:extLst>
          </p:cNvPr>
          <p:cNvSpPr/>
          <p:nvPr/>
        </p:nvSpPr>
        <p:spPr bwMode="auto">
          <a:xfrm>
            <a:off x="7139940" y="4285226"/>
            <a:ext cx="2697480" cy="751594"/>
          </a:xfrm>
          <a:prstGeom prst="wedgeRoundRectCallout">
            <a:avLst>
              <a:gd name="adj1" fmla="val -57736"/>
              <a:gd name="adj2" fmla="val 41179"/>
              <a:gd name="adj3" fmla="val 16667"/>
            </a:avLst>
          </a:prstGeom>
          <a:solidFill>
            <a:schemeClr val="bg1"/>
          </a:solidFill>
          <a:ln w="12700">
            <a:solidFill>
              <a:schemeClr val="tx1">
                <a:lumMod val="90000"/>
                <a:lumOff val="1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lang="en-US" altLang="ja-JP" sz="1000" b="1">
                <a:solidFill>
                  <a:schemeClr val="tx1"/>
                </a:solidFill>
                <a:latin typeface="+mn-ea"/>
                <a:cs typeface="Meiryo UI" panose="020B0604030504040204" pitchFamily="50" charset="-128"/>
              </a:rPr>
              <a:t>【</a:t>
            </a:r>
            <a:r>
              <a:rPr lang="ja-JP" altLang="en-US" sz="1000" b="1">
                <a:solidFill>
                  <a:schemeClr val="tx1"/>
                </a:solidFill>
                <a:latin typeface="+mn-ea"/>
                <a:cs typeface="Meiryo UI" panose="020B0604030504040204" pitchFamily="50" charset="-128"/>
              </a:rPr>
              <a:t>検討事項②</a:t>
            </a:r>
            <a:r>
              <a:rPr lang="en-US" altLang="ja-JP" sz="1000" b="1">
                <a:solidFill>
                  <a:schemeClr val="tx1"/>
                </a:solidFill>
                <a:latin typeface="+mn-ea"/>
                <a:cs typeface="Meiryo UI" panose="020B0604030504040204" pitchFamily="50" charset="-128"/>
              </a:rPr>
              <a:t>】</a:t>
            </a:r>
          </a:p>
          <a:p>
            <a:pPr algn="just" defTabSz="742950" eaLnBrk="1" hangingPunct="1"/>
            <a:r>
              <a:rPr lang="ja-JP" altLang="en-US" sz="1000" b="1">
                <a:solidFill>
                  <a:schemeClr val="tx1"/>
                </a:solidFill>
                <a:latin typeface="+mn-ea"/>
                <a:cs typeface="Meiryo UI" panose="020B0604030504040204" pitchFamily="50" charset="-128"/>
              </a:rPr>
              <a:t>・</a:t>
            </a:r>
            <a:r>
              <a:rPr lang="en-US" altLang="ja-JP" sz="1000" b="1">
                <a:solidFill>
                  <a:schemeClr val="tx1"/>
                </a:solidFill>
                <a:latin typeface="+mn-ea"/>
                <a:cs typeface="Meiryo UI" panose="020B0604030504040204" pitchFamily="50" charset="-128"/>
              </a:rPr>
              <a:t>Hyper-V</a:t>
            </a:r>
            <a:r>
              <a:rPr lang="ja-JP" altLang="en-US" sz="1000" b="1">
                <a:solidFill>
                  <a:schemeClr val="tx1"/>
                </a:solidFill>
                <a:latin typeface="+mn-ea"/>
                <a:cs typeface="Meiryo UI" panose="020B0604030504040204" pitchFamily="50" charset="-128"/>
              </a:rPr>
              <a:t>基盤の構築方法を検討</a:t>
            </a:r>
            <a:endParaRPr lang="en-US" altLang="ja-JP" sz="1000" b="1">
              <a:solidFill>
                <a:schemeClr val="tx1"/>
              </a:solidFill>
              <a:latin typeface="+mn-ea"/>
              <a:cs typeface="Meiryo UI" panose="020B0604030504040204" pitchFamily="50" charset="-128"/>
            </a:endParaRPr>
          </a:p>
          <a:p>
            <a:pPr algn="just" defTabSz="742950" eaLnBrk="1" hangingPunct="1"/>
            <a:r>
              <a:rPr lang="ja-JP" altLang="en-US" sz="1000" b="1">
                <a:solidFill>
                  <a:schemeClr val="tx1"/>
                </a:solidFill>
                <a:latin typeface="+mn-ea"/>
                <a:cs typeface="Meiryo UI" panose="020B0604030504040204" pitchFamily="50" charset="-128"/>
              </a:rPr>
              <a:t>　案①：</a:t>
            </a:r>
            <a:r>
              <a:rPr lang="en-US" altLang="ja-JP" sz="1000" b="1">
                <a:solidFill>
                  <a:schemeClr val="tx1"/>
                </a:solidFill>
                <a:latin typeface="+mn-ea"/>
                <a:cs typeface="Meiryo UI" panose="020B0604030504040204" pitchFamily="50" charset="-128"/>
              </a:rPr>
              <a:t>CC</a:t>
            </a:r>
            <a:r>
              <a:rPr lang="ja-JP" altLang="en-US" sz="1000" b="1">
                <a:solidFill>
                  <a:schemeClr val="tx1"/>
                </a:solidFill>
                <a:latin typeface="+mn-ea"/>
                <a:cs typeface="Meiryo UI" panose="020B0604030504040204" pitchFamily="50" charset="-128"/>
              </a:rPr>
              <a:t>専用の</a:t>
            </a:r>
            <a:r>
              <a:rPr lang="en-US" altLang="ja-JP" sz="1000" b="1">
                <a:solidFill>
                  <a:schemeClr val="tx1"/>
                </a:solidFill>
                <a:latin typeface="+mn-ea"/>
                <a:cs typeface="Meiryo UI" panose="020B0604030504040204" pitchFamily="50" charset="-128"/>
              </a:rPr>
              <a:t>Hyper-V</a:t>
            </a:r>
            <a:r>
              <a:rPr lang="ja-JP" altLang="en-US" sz="1000" b="1">
                <a:solidFill>
                  <a:schemeClr val="tx1"/>
                </a:solidFill>
                <a:latin typeface="+mn-ea"/>
                <a:cs typeface="Meiryo UI" panose="020B0604030504040204" pitchFamily="50" charset="-128"/>
              </a:rPr>
              <a:t>基盤の構築</a:t>
            </a:r>
            <a:endParaRPr lang="en-US" altLang="ja-JP" sz="1000" b="1">
              <a:solidFill>
                <a:schemeClr val="tx1"/>
              </a:solidFill>
              <a:latin typeface="+mn-ea"/>
              <a:cs typeface="Meiryo UI" panose="020B0604030504040204" pitchFamily="50" charset="-128"/>
            </a:endParaRPr>
          </a:p>
          <a:p>
            <a:pPr algn="just" defTabSz="742950" eaLnBrk="1" hangingPunct="1"/>
            <a:r>
              <a:rPr lang="ja-JP" altLang="en-US" sz="1000" b="1">
                <a:solidFill>
                  <a:schemeClr val="tx1"/>
                </a:solidFill>
                <a:latin typeface="+mn-ea"/>
                <a:cs typeface="Meiryo UI" panose="020B0604030504040204" pitchFamily="50" charset="-128"/>
              </a:rPr>
              <a:t>　案②：オープン系システム基盤の利用</a:t>
            </a:r>
            <a:endParaRPr lang="en-US" altLang="ja-JP" sz="1000" b="1">
              <a:solidFill>
                <a:schemeClr val="tx1"/>
              </a:solidFill>
              <a:latin typeface="+mn-ea"/>
              <a:cs typeface="Meiryo UI" panose="020B0604030504040204" pitchFamily="50" charset="-128"/>
            </a:endParaRPr>
          </a:p>
        </p:txBody>
      </p:sp>
    </p:spTree>
    <p:extLst>
      <p:ext uri="{BB962C8B-B14F-4D97-AF65-F5344CB8AC3E}">
        <p14:creationId xmlns:p14="http://schemas.microsoft.com/office/powerpoint/2010/main" val="3717935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ED0E-7933-67D6-03AD-F6559D9BB0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2E6516-0F8E-42AC-4C6A-A9FE12366E53}"/>
              </a:ext>
            </a:extLst>
          </p:cNvPr>
          <p:cNvSpPr>
            <a:spLocks noGrp="1"/>
          </p:cNvSpPr>
          <p:nvPr>
            <p:ph type="title"/>
          </p:nvPr>
        </p:nvSpPr>
        <p:spPr>
          <a:xfrm>
            <a:off x="574988" y="167415"/>
            <a:ext cx="7601271"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ｰ② ハードウェア構成：検討事項①アプライアンス導入検討）</a:t>
            </a:r>
            <a:endParaRPr kumimoji="1" lang="en-US" altLang="ja-JP" sz="1800">
              <a:latin typeface="+mn-ea"/>
              <a:ea typeface="+mn-ea"/>
            </a:endParaRPr>
          </a:p>
        </p:txBody>
      </p:sp>
      <p:sp>
        <p:nvSpPr>
          <p:cNvPr id="9" name="テキスト プレースホルダー 2">
            <a:extLst>
              <a:ext uri="{FF2B5EF4-FFF2-40B4-BE49-F238E27FC236}">
                <a16:creationId xmlns:a16="http://schemas.microsoft.com/office/drawing/2014/main" id="{EFADA9E0-4EF4-F881-C612-0822F080C9BD}"/>
              </a:ext>
            </a:extLst>
          </p:cNvPr>
          <p:cNvSpPr txBox="1">
            <a:spLocks/>
          </p:cNvSpPr>
          <p:nvPr/>
        </p:nvSpPr>
        <p:spPr>
          <a:xfrm>
            <a:off x="165000" y="607418"/>
            <a:ext cx="9740999" cy="840382"/>
          </a:xfrm>
          <a:prstGeom prst="rect">
            <a:avLst/>
          </a:prstGeom>
        </p:spPr>
        <p:txBody>
          <a:bodyPr/>
          <a:lstStyle>
            <a:lvl1pPr marL="180975" indent="-180975" algn="l" rtl="0" eaLnBrk="0" fontAlgn="base" hangingPunct="0">
              <a:lnSpc>
                <a:spcPct val="100000"/>
              </a:lnSpc>
              <a:spcBef>
                <a:spcPts val="300"/>
              </a:spcBef>
              <a:spcAft>
                <a:spcPct val="0"/>
              </a:spcAft>
              <a:buClr>
                <a:schemeClr val="tx1"/>
              </a:buClr>
              <a:buFont typeface="Wingdings" panose="05000000000000000000" pitchFamily="2" charset="2"/>
              <a:buChar char="l"/>
              <a:defRPr kumimoji="1" sz="1400">
                <a:solidFill>
                  <a:schemeClr val="tx1"/>
                </a:solidFill>
                <a:latin typeface="+mn-lt"/>
                <a:ea typeface="+mn-ea"/>
                <a:cs typeface="+mn-cs"/>
              </a:defRPr>
            </a:lvl1pPr>
            <a:lvl2pPr marL="390525" indent="-168275" algn="l" rtl="0" eaLnBrk="0" fontAlgn="base" hangingPunct="0">
              <a:lnSpc>
                <a:spcPct val="125000"/>
              </a:lnSpc>
              <a:spcBef>
                <a:spcPct val="20000"/>
              </a:spcBef>
              <a:spcAft>
                <a:spcPct val="0"/>
              </a:spcAft>
              <a:buClr>
                <a:srgbClr val="A8D435"/>
              </a:buClr>
              <a:buSzPct val="90000"/>
              <a:buFont typeface="Wingdings" pitchFamily="2" charset="2"/>
              <a:buChar char="l"/>
              <a:defRPr kumimoji="1" sz="1600">
                <a:solidFill>
                  <a:schemeClr val="tx1"/>
                </a:solidFill>
                <a:latin typeface="+mn-lt"/>
                <a:ea typeface="+mn-ea"/>
              </a:defRPr>
            </a:lvl2pPr>
            <a:lvl3pPr marL="392113" indent="522288" algn="l" rtl="0" eaLnBrk="0" fontAlgn="base" hangingPunct="0">
              <a:lnSpc>
                <a:spcPct val="125000"/>
              </a:lnSpc>
              <a:spcBef>
                <a:spcPct val="20000"/>
              </a:spcBef>
              <a:spcAft>
                <a:spcPct val="0"/>
              </a:spcAft>
              <a:buClr>
                <a:srgbClr val="A2A2A2"/>
              </a:buClr>
              <a:buSzPct val="70000"/>
              <a:buFont typeface="Wingdings" pitchFamily="2" charset="2"/>
              <a:defRPr kumimoji="1" sz="1600">
                <a:solidFill>
                  <a:schemeClr val="tx1"/>
                </a:solidFill>
                <a:latin typeface="+mn-lt"/>
                <a:ea typeface="+mn-ea"/>
              </a:defRPr>
            </a:lvl3pPr>
            <a:lvl4pPr marL="558800" indent="-119063" algn="l" rtl="0" eaLnBrk="0" fontAlgn="ctr" hangingPunct="0">
              <a:lnSpc>
                <a:spcPct val="125000"/>
              </a:lnSpc>
              <a:spcBef>
                <a:spcPct val="20000"/>
              </a:spcBef>
              <a:spcAft>
                <a:spcPct val="0"/>
              </a:spcAft>
              <a:buClr>
                <a:srgbClr val="A2A2A2"/>
              </a:buClr>
              <a:buSzPct val="70000"/>
              <a:buFont typeface="Wingdings" pitchFamily="2" charset="2"/>
              <a:buChar char="l"/>
              <a:defRPr kumimoji="1" sz="1400">
                <a:solidFill>
                  <a:schemeClr val="tx1"/>
                </a:solidFill>
                <a:latin typeface="+mn-lt"/>
                <a:ea typeface="+mn-ea"/>
              </a:defRPr>
            </a:lvl4pPr>
            <a:lvl5pPr marL="560388" indent="1268413" algn="l" rtl="0" eaLnBrk="0" fontAlgn="ctr" hangingPunct="0">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5pPr>
            <a:lvl6pPr marL="10175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6pPr>
            <a:lvl7pPr marL="14747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7pPr>
            <a:lvl8pPr marL="19319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8pPr>
            <a:lvl9pPr marL="2389188" algn="l" rtl="0" fontAlgn="ctr">
              <a:lnSpc>
                <a:spcPct val="125000"/>
              </a:lnSpc>
              <a:spcBef>
                <a:spcPct val="20000"/>
              </a:spcBef>
              <a:spcAft>
                <a:spcPct val="0"/>
              </a:spcAft>
              <a:buClr>
                <a:srgbClr val="A2A2A2"/>
              </a:buClr>
              <a:buSzPct val="70000"/>
              <a:buFont typeface="Wingdings" pitchFamily="2" charset="2"/>
              <a:buChar char="ü"/>
              <a:defRPr kumimoji="1" sz="1400">
                <a:solidFill>
                  <a:schemeClr val="tx1"/>
                </a:solidFill>
                <a:latin typeface="+mn-lt"/>
                <a:ea typeface="+mn-ea"/>
              </a:defRPr>
            </a:lvl9pPr>
          </a:lstStyle>
          <a:p>
            <a:r>
              <a:rPr lang="ja-JP" altLang="en-US" b="1">
                <a:solidFill>
                  <a:srgbClr val="0000FF"/>
                </a:solidFill>
              </a:rPr>
              <a:t>案①：アプライアンスサーバ主体</a:t>
            </a:r>
            <a:r>
              <a:rPr lang="ja-JP" altLang="en-US"/>
              <a:t>と案②：</a:t>
            </a:r>
            <a:r>
              <a:rPr lang="en-US" altLang="ja-JP"/>
              <a:t>Hyper-V</a:t>
            </a:r>
            <a:r>
              <a:rPr lang="ja-JP" altLang="en-US"/>
              <a:t>基盤主体となる構成の２案の評価を実施</a:t>
            </a:r>
            <a:endParaRPr lang="en-US" altLang="ja-JP"/>
          </a:p>
          <a:p>
            <a:r>
              <a:rPr lang="ja-JP" altLang="en-US" b="1" kern="0">
                <a:solidFill>
                  <a:srgbClr val="0000FF"/>
                </a:solidFill>
                <a:latin typeface="+mn-ea"/>
              </a:rPr>
              <a:t>納期</a:t>
            </a:r>
            <a:r>
              <a:rPr lang="en-US" altLang="ja-JP" b="1" kern="0">
                <a:solidFill>
                  <a:srgbClr val="0000FF"/>
                </a:solidFill>
                <a:latin typeface="+mn-ea"/>
              </a:rPr>
              <a:t>/</a:t>
            </a:r>
            <a:r>
              <a:rPr lang="ja-JP" altLang="en-US" b="1" kern="0">
                <a:solidFill>
                  <a:srgbClr val="0000FF"/>
                </a:solidFill>
                <a:latin typeface="+mn-ea"/>
              </a:rPr>
              <a:t>実績面で優位であり構築におけるリスク回避が可能</a:t>
            </a:r>
            <a:r>
              <a:rPr lang="ja-JP" altLang="en-US" kern="0">
                <a:latin typeface="+mn-ea"/>
              </a:rPr>
              <a:t>なこと、セキュリティ要件がノックアウト条件にならないことから</a:t>
            </a:r>
            <a:r>
              <a:rPr lang="ja-JP" altLang="en-US" b="1" kern="0">
                <a:solidFill>
                  <a:srgbClr val="0000FF"/>
                </a:solidFill>
                <a:latin typeface="+mn-ea"/>
              </a:rPr>
              <a:t>案①を推奨</a:t>
            </a:r>
            <a:endParaRPr lang="en-US" altLang="ja-JP" b="1" kern="0">
              <a:solidFill>
                <a:srgbClr val="0000FF"/>
              </a:solidFill>
              <a:latin typeface="+mn-ea"/>
            </a:endParaRPr>
          </a:p>
        </p:txBody>
      </p:sp>
      <p:graphicFrame>
        <p:nvGraphicFramePr>
          <p:cNvPr id="10" name="表 9">
            <a:extLst>
              <a:ext uri="{FF2B5EF4-FFF2-40B4-BE49-F238E27FC236}">
                <a16:creationId xmlns:a16="http://schemas.microsoft.com/office/drawing/2014/main" id="{7E4A1F2F-C622-8BE4-836A-A9CEF8AA0250}"/>
              </a:ext>
            </a:extLst>
          </p:cNvPr>
          <p:cNvGraphicFramePr>
            <a:graphicFrameLocks noGrp="1"/>
          </p:cNvGraphicFramePr>
          <p:nvPr>
            <p:extLst>
              <p:ext uri="{D42A27DB-BD31-4B8C-83A1-F6EECF244321}">
                <p14:modId xmlns:p14="http://schemas.microsoft.com/office/powerpoint/2010/main" val="3871767316"/>
              </p:ext>
            </p:extLst>
          </p:nvPr>
        </p:nvGraphicFramePr>
        <p:xfrm>
          <a:off x="165000" y="1272540"/>
          <a:ext cx="9629018" cy="5319840"/>
        </p:xfrm>
        <a:graphic>
          <a:graphicData uri="http://schemas.openxmlformats.org/drawingml/2006/table">
            <a:tbl>
              <a:tblPr firstRow="1" bandRow="1">
                <a:tableStyleId>{5C22544A-7EE6-4342-B048-85BDC9FD1C3A}</a:tableStyleId>
              </a:tblPr>
              <a:tblGrid>
                <a:gridCol w="768596">
                  <a:extLst>
                    <a:ext uri="{9D8B030D-6E8A-4147-A177-3AD203B41FA5}">
                      <a16:colId xmlns:a16="http://schemas.microsoft.com/office/drawing/2014/main" val="116094207"/>
                    </a:ext>
                  </a:extLst>
                </a:gridCol>
                <a:gridCol w="559924">
                  <a:extLst>
                    <a:ext uri="{9D8B030D-6E8A-4147-A177-3AD203B41FA5}">
                      <a16:colId xmlns:a16="http://schemas.microsoft.com/office/drawing/2014/main" val="3322080614"/>
                    </a:ext>
                  </a:extLst>
                </a:gridCol>
                <a:gridCol w="3838053">
                  <a:extLst>
                    <a:ext uri="{9D8B030D-6E8A-4147-A177-3AD203B41FA5}">
                      <a16:colId xmlns:a16="http://schemas.microsoft.com/office/drawing/2014/main" val="640390301"/>
                    </a:ext>
                  </a:extLst>
                </a:gridCol>
                <a:gridCol w="665367">
                  <a:extLst>
                    <a:ext uri="{9D8B030D-6E8A-4147-A177-3AD203B41FA5}">
                      <a16:colId xmlns:a16="http://schemas.microsoft.com/office/drawing/2014/main" val="3915138592"/>
                    </a:ext>
                  </a:extLst>
                </a:gridCol>
                <a:gridCol w="3797078">
                  <a:extLst>
                    <a:ext uri="{9D8B030D-6E8A-4147-A177-3AD203B41FA5}">
                      <a16:colId xmlns:a16="http://schemas.microsoft.com/office/drawing/2014/main" val="2187409085"/>
                    </a:ext>
                  </a:extLst>
                </a:gridCol>
              </a:tblGrid>
              <a:tr h="170565">
                <a:tc>
                  <a:txBody>
                    <a:bodyPr/>
                    <a:lstStyle/>
                    <a:p>
                      <a:pPr algn="ctr"/>
                      <a:endParaRPr kumimoji="1" lang="ja-JP" altLang="en-US" sz="14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構成案①（アプライアンスサーバ主体の構成）</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構成案②（</a:t>
                      </a:r>
                      <a:r>
                        <a:rPr kumimoji="1" lang="en-US" altLang="ja-JP"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20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基盤主体の構成）</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163068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構成</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r"/>
                      <a:endPar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395498616"/>
                  </a:ext>
                </a:extLst>
              </a:tr>
              <a:tr h="0">
                <a:tc rowSpan="2">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総評</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ctr"/>
                      <a:r>
                        <a:rPr kumimoji="1" lang="ja-JP" altLang="en-US" sz="2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9285201"/>
                  </a:ext>
                </a:extLst>
              </a:tr>
              <a:tr h="342900">
                <a:tc vMerge="1">
                  <a:txBody>
                    <a:bodyPr/>
                    <a:lstStyle/>
                    <a:p>
                      <a:pPr algn="l"/>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コストは案②よりも高額となるが、納期</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実績面で優位であり構築におけるリスク回避が可能</a:t>
                      </a:r>
                      <a:endPar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・アプライアンス導入に伴う</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セキュリティの制約事項がノックアウト条件にならないことをセキュ統に確認（正式にはセキュリティレビューにて評価が必要）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・コストは案①よりも安価となるが、納期</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実績面でリスク有</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CMS</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EP</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EPM</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MPP</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）が</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サポート対象外のため、案②においてもアプライアンスサーバの導入が必要</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556552"/>
                  </a:ext>
                </a:extLst>
              </a:tr>
              <a:tr h="34290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基盤とアプライアンス対象外サーバそれぞれにストレージが必要となり、あまり差はないが案②よりも高額</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基盤用の共有ストレージのみ必要なため安価</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366505"/>
                  </a:ext>
                </a:extLst>
              </a:tr>
              <a:tr h="29454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納期</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セットアップされた状態で納品され、ゲスト</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が構築可能</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・ハイパーバイザー構築に</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ヶ月程度開発期間が追加で必要</a:t>
                      </a:r>
                      <a:endPar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19968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実績</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・アプライアンス構築実績は各ベンダ多数有</a:t>
                      </a:r>
                      <a:endPar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基盤上での構築実績は少数</a:t>
                      </a:r>
                      <a:endPar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仮想は</a:t>
                      </a:r>
                      <a:r>
                        <a:rPr kumimoji="1" lang="en-US" altLang="ja-JP"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Vmware</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の実績多数</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3949321"/>
                  </a:ext>
                </a:extLst>
              </a:tr>
              <a:tr h="0">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ｾｷｭﾘﾃｨ</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運用</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AVAYA</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独自</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）の導入にあたり、汎用</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OS</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のセキュリティ対策に近づけることが必要（ただし、</a:t>
                      </a:r>
                      <a:r>
                        <a:rPr kumimoji="1" lang="ja-JP" altLang="en-US" sz="11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ノックアウト条件にならない</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ことを確認 </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セキュリティレビューにて正式に評価）</a:t>
                      </a: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CMS</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EP</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EPM</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MPP</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）が</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サポート対象外のため、いずれの案においてもアプライアンスサーバの導入が必要となり、案②においても案①と同様のセキュリティ対応が必要</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0773297"/>
                  </a:ext>
                </a:extLst>
              </a:tr>
              <a:tr h="278421">
                <a:tc>
                  <a:txBody>
                    <a:bodyPr/>
                    <a:lstStyle/>
                    <a:p>
                      <a:pPr algn="l"/>
                      <a:r>
                        <a:rPr kumimoji="1" lang="ja-JP" altLang="en-US" sz="1200" b="1">
                          <a:latin typeface="Meiryo UI" panose="020B0604030504040204" pitchFamily="50" charset="-128"/>
                          <a:ea typeface="Meiryo UI" panose="020B0604030504040204" pitchFamily="50" charset="-128"/>
                          <a:cs typeface="Meiryo UI" panose="020B0604030504040204" pitchFamily="50" charset="-128"/>
                        </a:rPr>
                        <a:t>体制</a:t>
                      </a:r>
                      <a:endParaRPr kumimoji="1" lang="en-US" altLang="ja-JP" sz="1200" b="1">
                        <a:latin typeface="Meiryo UI" panose="020B0604030504040204" pitchFamily="50" charset="-128"/>
                        <a:ea typeface="Meiryo UI" panose="020B0604030504040204" pitchFamily="50" charset="-128"/>
                        <a:cs typeface="Meiryo UI" panose="020B0604030504040204" pitchFamily="50" charset="-128"/>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・アプライアンスサーバ構築をベンダー委託可</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アプライアンスサーバ構築については役割分担の整理が必要</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基盤の２つの開発体制が必要</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アプライアンスサーバ構築については役割分担の整理が必要</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5274948"/>
                  </a:ext>
                </a:extLst>
              </a:tr>
            </a:tbl>
          </a:graphicData>
        </a:graphic>
      </p:graphicFrame>
      <p:pic>
        <p:nvPicPr>
          <p:cNvPr id="11" name="図 10">
            <a:extLst>
              <a:ext uri="{FF2B5EF4-FFF2-40B4-BE49-F238E27FC236}">
                <a16:creationId xmlns:a16="http://schemas.microsoft.com/office/drawing/2014/main" id="{DBF13CDD-5917-B6F2-0A5B-88C1FC13160C}"/>
              </a:ext>
            </a:extLst>
          </p:cNvPr>
          <p:cNvPicPr>
            <a:picLocks noChangeAspect="1"/>
          </p:cNvPicPr>
          <p:nvPr/>
        </p:nvPicPr>
        <p:blipFill>
          <a:blip r:embed="rId3"/>
          <a:stretch>
            <a:fillRect/>
          </a:stretch>
        </p:blipFill>
        <p:spPr>
          <a:xfrm>
            <a:off x="2099209" y="1648102"/>
            <a:ext cx="2045984" cy="1505093"/>
          </a:xfrm>
          <a:prstGeom prst="rect">
            <a:avLst/>
          </a:prstGeom>
        </p:spPr>
      </p:pic>
      <p:pic>
        <p:nvPicPr>
          <p:cNvPr id="12" name="図 11">
            <a:extLst>
              <a:ext uri="{FF2B5EF4-FFF2-40B4-BE49-F238E27FC236}">
                <a16:creationId xmlns:a16="http://schemas.microsoft.com/office/drawing/2014/main" id="{927F1ED0-09D7-A4C9-FE8A-4407220E2D12}"/>
              </a:ext>
            </a:extLst>
          </p:cNvPr>
          <p:cNvPicPr>
            <a:picLocks noChangeAspect="1"/>
          </p:cNvPicPr>
          <p:nvPr/>
        </p:nvPicPr>
        <p:blipFill>
          <a:blip r:embed="rId4"/>
          <a:stretch>
            <a:fillRect/>
          </a:stretch>
        </p:blipFill>
        <p:spPr>
          <a:xfrm>
            <a:off x="6517031" y="1648103"/>
            <a:ext cx="2045984" cy="1505092"/>
          </a:xfrm>
          <a:prstGeom prst="rect">
            <a:avLst/>
          </a:prstGeom>
        </p:spPr>
      </p:pic>
      <p:sp>
        <p:nvSpPr>
          <p:cNvPr id="13" name="正方形/長方形 12">
            <a:extLst>
              <a:ext uri="{FF2B5EF4-FFF2-40B4-BE49-F238E27FC236}">
                <a16:creationId xmlns:a16="http://schemas.microsoft.com/office/drawing/2014/main" id="{A5ABDC85-3346-2B54-59C4-A765E145A685}"/>
              </a:ext>
            </a:extLst>
          </p:cNvPr>
          <p:cNvSpPr/>
          <p:nvPr/>
        </p:nvSpPr>
        <p:spPr bwMode="auto">
          <a:xfrm>
            <a:off x="944880" y="1272540"/>
            <a:ext cx="4381500" cy="531984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1179857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3D59-9AAF-D2D0-5371-9AC8FD90A5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0302B1-1753-7763-3D05-77D124B28180}"/>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ｰ② ハードウェア構成：検討事項②</a:t>
            </a:r>
            <a:r>
              <a:rPr lang="en-US" altLang="ja-JP">
                <a:latin typeface="+mn-ea"/>
                <a:ea typeface="+mn-ea"/>
              </a:rPr>
              <a:t>Hyper-V</a:t>
            </a:r>
            <a:r>
              <a:rPr lang="ja-JP" altLang="en-US">
                <a:latin typeface="+mn-ea"/>
                <a:ea typeface="+mn-ea"/>
              </a:rPr>
              <a:t>基盤構築検討）</a:t>
            </a:r>
            <a:endParaRPr kumimoji="1" lang="en-US" altLang="ja-JP" sz="1800">
              <a:latin typeface="+mn-ea"/>
              <a:ea typeface="+mn-ea"/>
            </a:endParaRPr>
          </a:p>
        </p:txBody>
      </p:sp>
      <p:sp>
        <p:nvSpPr>
          <p:cNvPr id="3" name="テキスト プレースホルダー 2">
            <a:extLst>
              <a:ext uri="{FF2B5EF4-FFF2-40B4-BE49-F238E27FC236}">
                <a16:creationId xmlns:a16="http://schemas.microsoft.com/office/drawing/2014/main" id="{9F7E214B-3E8A-D2FC-3454-387A24D62F82}"/>
              </a:ext>
            </a:extLst>
          </p:cNvPr>
          <p:cNvSpPr>
            <a:spLocks noGrp="1"/>
          </p:cNvSpPr>
          <p:nvPr>
            <p:ph type="body" sz="quarter" idx="12"/>
          </p:nvPr>
        </p:nvSpPr>
        <p:spPr>
          <a:xfrm>
            <a:off x="165001" y="613723"/>
            <a:ext cx="9740999" cy="874071"/>
          </a:xfrm>
        </p:spPr>
        <p:txBody>
          <a:bodyPr/>
          <a:lstStyle/>
          <a:p>
            <a:pPr marL="0" indent="0">
              <a:buNone/>
            </a:pPr>
            <a:r>
              <a:rPr lang="en-US" altLang="ja-JP"/>
              <a:t>Hyper-V</a:t>
            </a:r>
            <a:r>
              <a:rPr lang="ja-JP" altLang="en-US"/>
              <a:t>基盤の構築方法については、専用基盤の構築またはオープン系システム基盤の２案の評価を実施。</a:t>
            </a:r>
            <a:endParaRPr lang="en-US" altLang="ja-JP"/>
          </a:p>
          <a:p>
            <a:r>
              <a:rPr lang="en-US" altLang="ja-JP"/>
              <a:t>CC</a:t>
            </a:r>
            <a:r>
              <a:rPr lang="ja-JP" altLang="en-US"/>
              <a:t>共通基盤専用の</a:t>
            </a:r>
            <a:r>
              <a:rPr lang="en-US" altLang="ja-JP"/>
              <a:t>Hyper-V</a:t>
            </a:r>
            <a:r>
              <a:rPr lang="ja-JP" altLang="en-US"/>
              <a:t>基盤：</a:t>
            </a:r>
            <a:r>
              <a:rPr lang="ja-JP" altLang="en-US" b="1">
                <a:solidFill>
                  <a:srgbClr val="0000FF"/>
                </a:solidFill>
              </a:rPr>
              <a:t>開発期間が長く環境提供が間に合わないため、不採用</a:t>
            </a:r>
            <a:r>
              <a:rPr lang="ja-JP" altLang="en-US"/>
              <a:t>とする。</a:t>
            </a:r>
            <a:endParaRPr lang="en-US" altLang="ja-JP"/>
          </a:p>
          <a:p>
            <a:r>
              <a:rPr lang="ja-JP" altLang="en-US" sz="1400">
                <a:latin typeface="+mn-ea"/>
                <a:ea typeface="+mn-ea"/>
              </a:rPr>
              <a:t>オープン系システム基盤：</a:t>
            </a:r>
            <a:r>
              <a:rPr lang="ja-JP" altLang="en-US" sz="1400" b="1">
                <a:solidFill>
                  <a:srgbClr val="0000FF"/>
                </a:solidFill>
                <a:latin typeface="+mn-ea"/>
                <a:ea typeface="+mn-ea"/>
              </a:rPr>
              <a:t>システムの重要性ランクに応じてハイエンドまたはスタンダードを選択可</a:t>
            </a:r>
            <a:r>
              <a:rPr lang="ja-JP" altLang="en-US" sz="1400">
                <a:latin typeface="+mn-ea"/>
                <a:ea typeface="+mn-ea"/>
              </a:rPr>
              <a:t>とする。</a:t>
            </a:r>
            <a:endParaRPr lang="en-US" altLang="ja-JP" sz="1400">
              <a:latin typeface="+mn-ea"/>
              <a:ea typeface="+mn-ea"/>
            </a:endParaRPr>
          </a:p>
        </p:txBody>
      </p:sp>
      <p:graphicFrame>
        <p:nvGraphicFramePr>
          <p:cNvPr id="4" name="表 3">
            <a:extLst>
              <a:ext uri="{FF2B5EF4-FFF2-40B4-BE49-F238E27FC236}">
                <a16:creationId xmlns:a16="http://schemas.microsoft.com/office/drawing/2014/main" id="{EB520046-7A6D-8CC6-DA58-D4629DF1D335}"/>
              </a:ext>
            </a:extLst>
          </p:cNvPr>
          <p:cNvGraphicFramePr>
            <a:graphicFrameLocks noGrp="1"/>
          </p:cNvGraphicFramePr>
          <p:nvPr>
            <p:extLst>
              <p:ext uri="{D42A27DB-BD31-4B8C-83A1-F6EECF244321}">
                <p14:modId xmlns:p14="http://schemas.microsoft.com/office/powerpoint/2010/main" val="2330756061"/>
              </p:ext>
            </p:extLst>
          </p:nvPr>
        </p:nvGraphicFramePr>
        <p:xfrm>
          <a:off x="111980" y="1520499"/>
          <a:ext cx="9629019" cy="5216184"/>
        </p:xfrm>
        <a:graphic>
          <a:graphicData uri="http://schemas.openxmlformats.org/drawingml/2006/table">
            <a:tbl>
              <a:tblPr firstRow="1" bandRow="1">
                <a:tableStyleId>{5C22544A-7EE6-4342-B048-85BDC9FD1C3A}</a:tableStyleId>
              </a:tblPr>
              <a:tblGrid>
                <a:gridCol w="991766">
                  <a:extLst>
                    <a:ext uri="{9D8B030D-6E8A-4147-A177-3AD203B41FA5}">
                      <a16:colId xmlns:a16="http://schemas.microsoft.com/office/drawing/2014/main" val="116094207"/>
                    </a:ext>
                  </a:extLst>
                </a:gridCol>
                <a:gridCol w="610752">
                  <a:extLst>
                    <a:ext uri="{9D8B030D-6E8A-4147-A177-3AD203B41FA5}">
                      <a16:colId xmlns:a16="http://schemas.microsoft.com/office/drawing/2014/main" val="3322080614"/>
                    </a:ext>
                  </a:extLst>
                </a:gridCol>
                <a:gridCol w="2226736">
                  <a:extLst>
                    <a:ext uri="{9D8B030D-6E8A-4147-A177-3AD203B41FA5}">
                      <a16:colId xmlns:a16="http://schemas.microsoft.com/office/drawing/2014/main" val="640390301"/>
                    </a:ext>
                  </a:extLst>
                </a:gridCol>
                <a:gridCol w="615524">
                  <a:extLst>
                    <a:ext uri="{9D8B030D-6E8A-4147-A177-3AD203B41FA5}">
                      <a16:colId xmlns:a16="http://schemas.microsoft.com/office/drawing/2014/main" val="1621574184"/>
                    </a:ext>
                  </a:extLst>
                </a:gridCol>
                <a:gridCol w="2305160">
                  <a:extLst>
                    <a:ext uri="{9D8B030D-6E8A-4147-A177-3AD203B41FA5}">
                      <a16:colId xmlns:a16="http://schemas.microsoft.com/office/drawing/2014/main" val="3707754320"/>
                    </a:ext>
                  </a:extLst>
                </a:gridCol>
                <a:gridCol w="666640">
                  <a:extLst>
                    <a:ext uri="{9D8B030D-6E8A-4147-A177-3AD203B41FA5}">
                      <a16:colId xmlns:a16="http://schemas.microsoft.com/office/drawing/2014/main" val="3915138592"/>
                    </a:ext>
                  </a:extLst>
                </a:gridCol>
                <a:gridCol w="2212441">
                  <a:extLst>
                    <a:ext uri="{9D8B030D-6E8A-4147-A177-3AD203B41FA5}">
                      <a16:colId xmlns:a16="http://schemas.microsoft.com/office/drawing/2014/main" val="2187409085"/>
                    </a:ext>
                  </a:extLst>
                </a:gridCol>
              </a:tblGrid>
              <a:tr h="283860">
                <a:tc>
                  <a:txBody>
                    <a:bodyPr/>
                    <a:lstStyle/>
                    <a:p>
                      <a:pPr algn="ctr"/>
                      <a:endPar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gridSpan="2">
                  <a:txBody>
                    <a:bodyPr/>
                    <a:lstStyle/>
                    <a:p>
                      <a:pPr algn="ctr"/>
                      <a:r>
                        <a:rPr kumimoji="1" lang="ja-JP" altLang="en-US"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構成案①（</a:t>
                      </a:r>
                      <a:r>
                        <a:rPr kumimoji="1" lang="en-US" altLang="ja-JP"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専用</a:t>
                      </a:r>
                      <a:r>
                        <a:rPr kumimoji="1" lang="en-US" altLang="ja-JP"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Hyper-V</a:t>
                      </a:r>
                      <a:r>
                        <a:rPr kumimoji="1" lang="ja-JP" altLang="en-US"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基盤の構築）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構成案②（オープン系システム基盤：ハイエンド）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tc gridSpan="2">
                  <a:txBody>
                    <a:bodyPr/>
                    <a:lstStyle/>
                    <a:p>
                      <a:pPr algn="ctr"/>
                      <a:r>
                        <a:rPr kumimoji="1" lang="ja-JP" altLang="en-US" sz="1050" b="1">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構成案③（オープン系システム基盤：スタンダード）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kumimoji="1" lang="ja-JP" altLang="en-US"/>
                    </a:p>
                  </a:txBody>
                  <a:tcPr/>
                </a:tc>
                <a:extLst>
                  <a:ext uri="{0D108BD9-81ED-4DB2-BD59-A6C34878D82A}">
                    <a16:rowId xmlns:a16="http://schemas.microsoft.com/office/drawing/2014/main" val="175094704"/>
                  </a:ext>
                </a:extLst>
              </a:tr>
              <a:tr h="412839">
                <a:tc rowSpan="2">
                  <a:txBody>
                    <a:bodyPr/>
                    <a:lstStyle/>
                    <a:p>
                      <a:pPr algn="l"/>
                      <a:r>
                        <a:rPr kumimoji="1" lang="ja-JP" altLang="en-US" sz="1200" b="1">
                          <a:solidFill>
                            <a:schemeClr val="tx1"/>
                          </a:solidFill>
                          <a:latin typeface="Meiryo UI" panose="020B0604030504040204" pitchFamily="50" charset="-128"/>
                          <a:ea typeface="Meiryo UI" panose="020B0604030504040204" pitchFamily="50" charset="-128"/>
                          <a:cs typeface="Meiryo UI" panose="020B0604030504040204" pitchFamily="50" charset="-128"/>
                        </a:rPr>
                        <a:t>総評</a:t>
                      </a:r>
                      <a:endParaRPr kumimoji="1" lang="en-US" altLang="ja-JP" sz="12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algn="ctr"/>
                      <a:r>
                        <a:rPr kumimoji="1" lang="en-US" altLang="ja-JP" sz="2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2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の場合も採用）</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2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a:t>
                      </a:r>
                      <a:r>
                        <a:rPr kumimoji="1" lang="ja-JP" altLang="en-US" sz="1050" b="1" u="sng">
                          <a:solidFill>
                            <a:srgbClr val="0000FF"/>
                          </a:solidFill>
                          <a:latin typeface="Meiryo UI" panose="020B0604030504040204" pitchFamily="50" charset="-128"/>
                          <a:ea typeface="Meiryo UI" panose="020B0604030504040204" pitchFamily="50" charset="-128"/>
                          <a:cs typeface="Meiryo UI" panose="020B0604030504040204" pitchFamily="50" charset="-128"/>
                        </a:rPr>
                        <a:t>ではない</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場合に採用）</a:t>
                      </a:r>
                    </a:p>
                  </a:txBody>
                  <a:tcPr marL="90000" marR="90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9285201"/>
                  </a:ext>
                </a:extLst>
              </a:tr>
              <a:tr h="496644">
                <a:tc vMerge="1">
                  <a:txBody>
                    <a:bodyPr/>
                    <a:lstStyle/>
                    <a:p>
                      <a:pPr algn="l"/>
                      <a:endParaRPr kumimoji="1" lang="en-US" altLang="ja-JP" sz="10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共通基盤の要件に沿って構築が可能</a:t>
                      </a:r>
                      <a:endPar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・コストは構成案②：ハイエンドと同等で高額</a:t>
                      </a:r>
                      <a:endPar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ハイパーバイザー構築により開発期間が</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ヶ月延びる見込みであり、環境提供が間に合わない可能性有。</a:t>
                      </a:r>
                      <a:endPar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・開発体制は構築可能だが新規参画メンバとなる</a:t>
                      </a:r>
                      <a:endPar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・納期</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体制面で優位</a:t>
                      </a:r>
                      <a:endPar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・コストはインテル共通基盤（ハイエンド）と同等の見込だが、</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CC</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共通基盤適用時の評価が必要</a:t>
                      </a:r>
                      <a:endPar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・部品が堅牢化</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冗長化された高信頼性</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採用し、</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交換も</a:t>
                      </a:r>
                      <a:r>
                        <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対応</a:t>
                      </a:r>
                      <a:endPar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ランク相当システムの場合に採用可</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と判断</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・コスト</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納期</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体制面で優位</a:t>
                      </a:r>
                      <a:endPar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・予備ホスト切替が可能なため、障害発生時の業務復旧時間が短縮</a:t>
                      </a:r>
                      <a:endParaRPr kumimoji="1" lang="en-US" altLang="ja-JP" sz="10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0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ランク相当システムではない場合に採用可</a:t>
                      </a:r>
                      <a:r>
                        <a:rPr kumimoji="1" lang="ja-JP" altLang="en-US" sz="1000" b="1">
                          <a:solidFill>
                            <a:schemeClr val="tx1"/>
                          </a:solidFill>
                          <a:latin typeface="Meiryo UI" panose="020B0604030504040204" pitchFamily="50" charset="-128"/>
                          <a:ea typeface="Meiryo UI" panose="020B0604030504040204" pitchFamily="50" charset="-128"/>
                          <a:cs typeface="Meiryo UI" panose="020B0604030504040204" pitchFamily="50" charset="-128"/>
                        </a:rPr>
                        <a:t>と判断</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ja-JP" altLang="en-US" sz="1000" b="1">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556552"/>
                  </a:ext>
                </a:extLst>
              </a:tr>
              <a:tr h="267162">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コスト</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構成案②：ハイエンドと同等</a:t>
                      </a: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インテル共通基盤（ハイエンド）と同等</a:t>
                      </a: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（コア単価：</a:t>
                      </a: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19,700</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円</a:t>
                      </a: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インテル共通基盤（スタンダード）と同等（コア単価：</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5,720</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円</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月）</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49366505"/>
                  </a:ext>
                </a:extLst>
              </a:tr>
              <a:tr h="525976">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納期</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en-US" altLang="ja-JP"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・ハイパーバイザー構築により</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ヶ月程度追加でかかる見込（</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実績では利用者提供まで</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7-8</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ヶ月見込）</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ja-JP" altLang="en-US" sz="1050" b="1">
                          <a:solidFill>
                            <a:srgbClr val="0000FF"/>
                          </a:solidFill>
                          <a:latin typeface="+mn-ea"/>
                          <a:cs typeface="Meiryo UI" panose="020B0604030504040204" pitchFamily="50" charset="-128"/>
                        </a:rPr>
                        <a:t>利用申請：</a:t>
                      </a:r>
                      <a:r>
                        <a:rPr lang="en-US" altLang="ja-JP" sz="1050" b="1">
                          <a:solidFill>
                            <a:srgbClr val="0000FF"/>
                          </a:solidFill>
                          <a:latin typeface="+mn-ea"/>
                          <a:cs typeface="Meiryo UI" panose="020B0604030504040204" pitchFamily="50" charset="-128"/>
                        </a:rPr>
                        <a:t>1.5</a:t>
                      </a:r>
                      <a:r>
                        <a:rPr lang="ja-JP" altLang="en-US" sz="1050" b="1">
                          <a:solidFill>
                            <a:srgbClr val="0000FF"/>
                          </a:solidFill>
                          <a:latin typeface="+mn-ea"/>
                          <a:cs typeface="Meiryo UI" panose="020B0604030504040204" pitchFamily="50" charset="-128"/>
                        </a:rPr>
                        <a:t>ヶ月、</a:t>
                      </a:r>
                      <a:r>
                        <a:rPr lang="en-US" altLang="ja-JP" sz="1050" b="1">
                          <a:solidFill>
                            <a:srgbClr val="0000FF"/>
                          </a:solidFill>
                          <a:latin typeface="+mn-ea"/>
                          <a:cs typeface="Meiryo UI" panose="020B0604030504040204" pitchFamily="50" charset="-128"/>
                        </a:rPr>
                        <a:t>VM</a:t>
                      </a:r>
                      <a:r>
                        <a:rPr lang="ja-JP" altLang="en-US" sz="1050" b="1">
                          <a:solidFill>
                            <a:srgbClr val="0000FF"/>
                          </a:solidFill>
                          <a:latin typeface="+mn-ea"/>
                          <a:cs typeface="Meiryo UI" panose="020B0604030504040204" pitchFamily="50" charset="-128"/>
                        </a:rPr>
                        <a:t>構築：</a:t>
                      </a:r>
                      <a:r>
                        <a:rPr lang="en-US" altLang="ja-JP" sz="1050" b="1">
                          <a:solidFill>
                            <a:srgbClr val="0000FF"/>
                          </a:solidFill>
                          <a:latin typeface="+mn-ea"/>
                          <a:cs typeface="Meiryo UI" panose="020B0604030504040204" pitchFamily="50" charset="-128"/>
                        </a:rPr>
                        <a:t>0.5</a:t>
                      </a:r>
                      <a:r>
                        <a:rPr lang="ja-JP" altLang="en-US" sz="1050" b="1">
                          <a:solidFill>
                            <a:srgbClr val="0000FF"/>
                          </a:solidFill>
                          <a:latin typeface="+mn-ea"/>
                          <a:cs typeface="Meiryo UI" panose="020B0604030504040204" pitchFamily="50" charset="-128"/>
                        </a:rPr>
                        <a:t>ヶ月、ゲスト</a:t>
                      </a:r>
                      <a:r>
                        <a:rPr lang="en-US" altLang="ja-JP" sz="1050" b="1">
                          <a:solidFill>
                            <a:srgbClr val="0000FF"/>
                          </a:solidFill>
                          <a:latin typeface="+mn-ea"/>
                          <a:cs typeface="Meiryo UI" panose="020B0604030504040204" pitchFamily="50" charset="-128"/>
                        </a:rPr>
                        <a:t>OS</a:t>
                      </a:r>
                      <a:r>
                        <a:rPr lang="ja-JP" altLang="en-US" sz="1050" b="1">
                          <a:solidFill>
                            <a:srgbClr val="0000FF"/>
                          </a:solidFill>
                          <a:latin typeface="+mn-ea"/>
                          <a:cs typeface="Meiryo UI" panose="020B0604030504040204" pitchFamily="50" charset="-128"/>
                        </a:rPr>
                        <a:t>構築：</a:t>
                      </a:r>
                      <a:r>
                        <a:rPr lang="en-US" altLang="ja-JP" sz="1050" b="1">
                          <a:solidFill>
                            <a:srgbClr val="0000FF"/>
                          </a:solidFill>
                          <a:latin typeface="+mn-ea"/>
                          <a:cs typeface="Meiryo UI" panose="020B0604030504040204" pitchFamily="50" charset="-128"/>
                        </a:rPr>
                        <a:t>0.5</a:t>
                      </a:r>
                      <a:r>
                        <a:rPr lang="ja-JP" altLang="en-US" sz="1050" b="1">
                          <a:solidFill>
                            <a:srgbClr val="0000FF"/>
                          </a:solidFill>
                          <a:latin typeface="+mn-ea"/>
                          <a:cs typeface="Meiryo UI" panose="020B0604030504040204" pitchFamily="50" charset="-128"/>
                        </a:rPr>
                        <a:t>ヶ月</a:t>
                      </a:r>
                      <a:endParaRPr lang="en-US" altLang="ja-JP" sz="1050" b="1">
                        <a:solidFill>
                          <a:srgbClr val="0000FF"/>
                        </a:solidFill>
                        <a:latin typeface="+mn-ea"/>
                        <a:cs typeface="Meiryo UI" panose="020B0604030504040204" pitchFamily="50" charset="-128"/>
                      </a:endParaRPr>
                    </a:p>
                    <a:p>
                      <a:pPr algn="l"/>
                      <a:r>
                        <a:rPr lang="en-US" altLang="ja-JP" sz="1050" b="1">
                          <a:solidFill>
                            <a:srgbClr val="0000FF"/>
                          </a:solidFill>
                          <a:latin typeface="+mn-ea"/>
                          <a:cs typeface="Meiryo UI" panose="020B0604030504040204" pitchFamily="50" charset="-128"/>
                        </a:rPr>
                        <a:t>※NW</a:t>
                      </a:r>
                      <a:r>
                        <a:rPr lang="ja-JP" altLang="en-US" sz="1050" b="1">
                          <a:solidFill>
                            <a:srgbClr val="0000FF"/>
                          </a:solidFill>
                          <a:latin typeface="+mn-ea"/>
                          <a:cs typeface="Meiryo UI" panose="020B0604030504040204" pitchFamily="50" charset="-128"/>
                        </a:rPr>
                        <a:t>手配含め</a:t>
                      </a:r>
                      <a:r>
                        <a:rPr lang="en-US" altLang="ja-JP" sz="1050" b="1">
                          <a:solidFill>
                            <a:srgbClr val="0000FF"/>
                          </a:solidFill>
                          <a:latin typeface="+mn-ea"/>
                          <a:cs typeface="Meiryo UI" panose="020B0604030504040204" pitchFamily="50" charset="-128"/>
                        </a:rPr>
                        <a:t>4</a:t>
                      </a:r>
                      <a:r>
                        <a:rPr lang="ja-JP" altLang="en-US" sz="1050" b="1">
                          <a:solidFill>
                            <a:srgbClr val="0000FF"/>
                          </a:solidFill>
                          <a:latin typeface="+mn-ea"/>
                          <a:cs typeface="Meiryo UI" panose="020B0604030504040204" pitchFamily="50" charset="-128"/>
                        </a:rPr>
                        <a:t>ヶ月の見込</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zh-TW"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最低確保期間</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　</a:t>
                      </a:r>
                      <a:r>
                        <a:rPr kumimoji="1" lang="zh-TW"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本番：</a:t>
                      </a:r>
                      <a:r>
                        <a:rPr kumimoji="1" lang="en-US" altLang="zh-TW"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20</a:t>
                      </a:r>
                      <a:r>
                        <a:rPr kumimoji="1" lang="zh-TW"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営業日、開発：</a:t>
                      </a:r>
                      <a:r>
                        <a:rPr kumimoji="1" lang="en-US" altLang="zh-TW"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10</a:t>
                      </a:r>
                      <a:r>
                        <a:rPr kumimoji="1" lang="zh-TW"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営業日</a:t>
                      </a:r>
                    </a:p>
                    <a:p>
                      <a:pPr algn="l"/>
                      <a:r>
                        <a:rPr lang="en-US" altLang="ja-JP" sz="1050" b="1">
                          <a:solidFill>
                            <a:srgbClr val="0000FF"/>
                          </a:solidFill>
                          <a:latin typeface="+mn-ea"/>
                          <a:cs typeface="Meiryo UI" panose="020B0604030504040204" pitchFamily="50" charset="-128"/>
                        </a:rPr>
                        <a:t>※NW</a:t>
                      </a:r>
                      <a:r>
                        <a:rPr lang="ja-JP" altLang="en-US" sz="1050" b="1">
                          <a:solidFill>
                            <a:srgbClr val="0000FF"/>
                          </a:solidFill>
                          <a:latin typeface="+mn-ea"/>
                          <a:cs typeface="Meiryo UI" panose="020B0604030504040204" pitchFamily="50" charset="-128"/>
                        </a:rPr>
                        <a:t>手配含め</a:t>
                      </a:r>
                      <a:r>
                        <a:rPr lang="en-US" altLang="ja-JP" sz="1050" b="1">
                          <a:solidFill>
                            <a:srgbClr val="0000FF"/>
                          </a:solidFill>
                          <a:latin typeface="+mn-ea"/>
                          <a:cs typeface="Meiryo UI" panose="020B0604030504040204" pitchFamily="50" charset="-128"/>
                        </a:rPr>
                        <a:t>4</a:t>
                      </a:r>
                      <a:r>
                        <a:rPr lang="ja-JP" altLang="en-US" sz="1050" b="1">
                          <a:solidFill>
                            <a:srgbClr val="0000FF"/>
                          </a:solidFill>
                          <a:latin typeface="+mn-ea"/>
                          <a:cs typeface="Meiryo UI" panose="020B0604030504040204" pitchFamily="50" charset="-128"/>
                        </a:rPr>
                        <a:t>ヶ月の見込</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5829938"/>
                  </a:ext>
                </a:extLst>
              </a:tr>
              <a:tr h="350651">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体制</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2026/4</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より</a:t>
                      </a: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NEC</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開発体制構築可</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（共通基盤とは別体制となる）</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オープン系システム基盤のサービス利用となるため、開発体制に懸念無し</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オープン系システム基盤のサービス利用となるため、開発体制に懸念無し</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5274948"/>
                  </a:ext>
                </a:extLst>
              </a:tr>
              <a:tr h="267162">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対象</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ランク相当システムの収容可</a:t>
                      </a: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ランク相当システムの収容可</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ランク相当システムの収容不可</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084115821"/>
                  </a:ext>
                </a:extLst>
              </a:tr>
              <a:tr h="267162">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占有</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共有</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サーバ占有</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サーバ共有</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サーバ共有</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8770338"/>
                  </a:ext>
                </a:extLst>
              </a:tr>
              <a:tr h="350651">
                <a:tc>
                  <a:txBody>
                    <a:bodyPr/>
                    <a:lstStyle/>
                    <a:p>
                      <a:pPr algn="l"/>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PC</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部品が堅牢化</a:t>
                      </a: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冗長化された高信頼性</a:t>
                      </a: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採用し、</a:t>
                      </a: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点故障の業務影響なし</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PC</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サーバ</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619271914"/>
                  </a:ext>
                </a:extLst>
              </a:tr>
              <a:tr h="525976">
                <a:tc>
                  <a:txBody>
                    <a:bodyPr/>
                    <a:lstStyle/>
                    <a:p>
                      <a:pPr algn="l"/>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HW</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交換</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保守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保守</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平日日中</a:t>
                      </a:r>
                      <a:endPar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50" b="1">
                          <a:solidFill>
                            <a:srgbClr val="0000FF"/>
                          </a:solidFill>
                          <a:latin typeface="Meiryo UI" panose="020B0604030504040204" pitchFamily="50" charset="-128"/>
                          <a:ea typeface="Meiryo UI" panose="020B0604030504040204" pitchFamily="50" charset="-128"/>
                          <a:cs typeface="Meiryo UI" panose="020B0604030504040204" pitchFamily="50" charset="-128"/>
                        </a:rPr>
                        <a:t>予備ホストでの業務継続を実施（交換作業は業務影響なし）</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636626390"/>
                  </a:ext>
                </a:extLst>
              </a:tr>
              <a:tr h="267162">
                <a:tc>
                  <a:txBody>
                    <a:bodyPr/>
                    <a:lstStyle/>
                    <a:p>
                      <a:pPr algn="l"/>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SE</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保守</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平日日中</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958124"/>
                  </a:ext>
                </a:extLst>
              </a:tr>
              <a:tr h="267162">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監視</a:t>
                      </a:r>
                      <a:r>
                        <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連絡</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（新規構築のため調整要）</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24/365</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904294"/>
                  </a:ext>
                </a:extLst>
              </a:tr>
              <a:tr h="267162">
                <a:tc>
                  <a:txBody>
                    <a:bodyPr/>
                    <a:lstStyle/>
                    <a:p>
                      <a:pPr algn="l"/>
                      <a:r>
                        <a:rPr kumimoji="1"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a:t>
                      </a:r>
                      <a:endParaRPr kumimoji="1" lang="en-US" altLang="ja-JP" sz="110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CF5FF"/>
                    </a:solidFill>
                  </a:tcPr>
                </a:tc>
                <a:tc>
                  <a:txBody>
                    <a:bodyPr/>
                    <a:lstStyle/>
                    <a:p>
                      <a:pPr algn="ct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共有ストレージの新規構築が必要</a:t>
                      </a: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ストレージクラウドの利用が可能</a:t>
                      </a: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txBody>
                  <a:tcPr marL="90000" marR="90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1">
                          <a:solidFill>
                            <a:schemeClr val="tx1"/>
                          </a:solidFill>
                          <a:latin typeface="Meiryo UI" panose="020B0604030504040204" pitchFamily="50" charset="-128"/>
                          <a:ea typeface="Meiryo UI" panose="020B0604030504040204" pitchFamily="50" charset="-128"/>
                          <a:cs typeface="Meiryo UI" panose="020B0604030504040204" pitchFamily="50" charset="-128"/>
                        </a:rPr>
                        <a:t>ストレージクラウドの利用が可能</a:t>
                      </a:r>
                      <a:endParaRPr kumimoji="1" lang="en-US" altLang="ja-JP" sz="1050" b="1">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092237"/>
                  </a:ext>
                </a:extLst>
              </a:tr>
            </a:tbl>
          </a:graphicData>
        </a:graphic>
      </p:graphicFrame>
      <p:sp>
        <p:nvSpPr>
          <p:cNvPr id="5" name="正方形/長方形 4">
            <a:extLst>
              <a:ext uri="{FF2B5EF4-FFF2-40B4-BE49-F238E27FC236}">
                <a16:creationId xmlns:a16="http://schemas.microsoft.com/office/drawing/2014/main" id="{FA0D5468-667C-EA0F-1992-96F622CA3BE1}"/>
              </a:ext>
            </a:extLst>
          </p:cNvPr>
          <p:cNvSpPr/>
          <p:nvPr/>
        </p:nvSpPr>
        <p:spPr bwMode="auto">
          <a:xfrm>
            <a:off x="3939538" y="1520499"/>
            <a:ext cx="5801459" cy="5242546"/>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704617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E26A-33CE-9E87-5B53-61F4C8A922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EFC880-7013-86AC-8EF7-0397CDCB1BF6}"/>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ｰ③ ソフトウェア構成：アウトバウンド製品の選定）</a:t>
            </a:r>
            <a:endParaRPr kumimoji="1" lang="en-US" altLang="ja-JP" sz="1800">
              <a:latin typeface="+mn-ea"/>
              <a:ea typeface="+mn-ea"/>
            </a:endParaRPr>
          </a:p>
        </p:txBody>
      </p:sp>
      <p:sp>
        <p:nvSpPr>
          <p:cNvPr id="3" name="テキスト プレースホルダー 2">
            <a:extLst>
              <a:ext uri="{FF2B5EF4-FFF2-40B4-BE49-F238E27FC236}">
                <a16:creationId xmlns:a16="http://schemas.microsoft.com/office/drawing/2014/main" id="{EC2BE76D-5049-E944-8120-782CC99DB485}"/>
              </a:ext>
            </a:extLst>
          </p:cNvPr>
          <p:cNvSpPr>
            <a:spLocks noGrp="1"/>
          </p:cNvSpPr>
          <p:nvPr>
            <p:ph type="body" sz="quarter" idx="12"/>
          </p:nvPr>
        </p:nvSpPr>
        <p:spPr>
          <a:xfrm>
            <a:off x="165002" y="613722"/>
            <a:ext cx="9740998" cy="1302541"/>
          </a:xfrm>
        </p:spPr>
        <p:txBody>
          <a:bodyPr/>
          <a:lstStyle/>
          <a:p>
            <a:pPr marL="0" indent="0">
              <a:buNone/>
            </a:pPr>
            <a:r>
              <a:rPr lang="en-US" altLang="ja-JP"/>
              <a:t>CC</a:t>
            </a:r>
            <a:r>
              <a:rPr lang="ja-JP" altLang="en-US"/>
              <a:t>共通基盤にて現在利用しているアウトバウンドシステム（①</a:t>
            </a:r>
            <a:r>
              <a:rPr lang="en-US" altLang="ja-JP"/>
              <a:t>Avaya APC</a:t>
            </a:r>
            <a:r>
              <a:rPr lang="ja-JP" altLang="en-US"/>
              <a:t>、②</a:t>
            </a:r>
            <a:r>
              <a:rPr lang="en-US" altLang="ja-JP"/>
              <a:t>Genesys OCS</a:t>
            </a:r>
            <a:r>
              <a:rPr lang="ja-JP" altLang="en-US"/>
              <a:t>）が販売終了となることから後継製品となるアウトバウンドシステムの選定が必要となる。</a:t>
            </a:r>
            <a:endParaRPr lang="en-US" altLang="ja-JP"/>
          </a:p>
          <a:p>
            <a:r>
              <a:rPr lang="ja-JP" altLang="en-US">
                <a:latin typeface="+mn-ea"/>
              </a:rPr>
              <a:t>オンプレミス</a:t>
            </a:r>
            <a:r>
              <a:rPr lang="en-US" altLang="ja-JP">
                <a:latin typeface="+mn-ea"/>
              </a:rPr>
              <a:t>Avaya</a:t>
            </a:r>
            <a:r>
              <a:rPr lang="ja-JP" altLang="en-US">
                <a:latin typeface="+mn-ea"/>
              </a:rPr>
              <a:t>と連携可能なアウトバウンドシステム（①</a:t>
            </a:r>
            <a:r>
              <a:rPr lang="en-US" altLang="ja-JP">
                <a:latin typeface="+mn-ea"/>
              </a:rPr>
              <a:t>Avaya POM</a:t>
            </a:r>
            <a:r>
              <a:rPr lang="ja-JP" altLang="en-US">
                <a:latin typeface="+mn-ea"/>
              </a:rPr>
              <a:t>、②</a:t>
            </a:r>
            <a:r>
              <a:rPr lang="en-US" altLang="ja-JP">
                <a:latin typeface="+mn-ea"/>
              </a:rPr>
              <a:t>Aspect Unified IP</a:t>
            </a:r>
            <a:r>
              <a:rPr lang="ja-JP" altLang="en-US">
                <a:latin typeface="+mn-ea"/>
              </a:rPr>
              <a:t>、③</a:t>
            </a:r>
            <a:r>
              <a:rPr lang="en-US" altLang="ja-JP" err="1">
                <a:latin typeface="+mn-ea"/>
              </a:rPr>
              <a:t>SoftDialer</a:t>
            </a:r>
            <a:r>
              <a:rPr lang="ja-JP" altLang="en-US">
                <a:latin typeface="+mn-ea"/>
              </a:rPr>
              <a:t>）の評価を実施。</a:t>
            </a:r>
            <a:endParaRPr lang="en-US" altLang="ja-JP" sz="1400">
              <a:latin typeface="+mn-ea"/>
              <a:ea typeface="+mn-ea"/>
            </a:endParaRPr>
          </a:p>
          <a:p>
            <a:r>
              <a:rPr lang="ja-JP" altLang="en-US" sz="1400">
                <a:latin typeface="+mn-ea"/>
                <a:ea typeface="+mn-ea"/>
              </a:rPr>
              <a:t>各社の業務要件・キャパシティが大きく異なることから最適製品を１つに絞り込むことが困難であり、これまでと同様に</a:t>
            </a:r>
            <a:r>
              <a:rPr lang="ja-JP" altLang="en-US" sz="1400" b="1">
                <a:solidFill>
                  <a:srgbClr val="C00000"/>
                </a:solidFill>
                <a:latin typeface="+mn-ea"/>
                <a:ea typeface="+mn-ea"/>
              </a:rPr>
              <a:t>製品推奨までとし、導入については個社対応</a:t>
            </a:r>
            <a:r>
              <a:rPr lang="ja-JP" altLang="en-US" sz="1400">
                <a:latin typeface="+mn-ea"/>
                <a:ea typeface="+mn-ea"/>
              </a:rPr>
              <a:t>とする。</a:t>
            </a:r>
            <a:endParaRPr lang="en-US" altLang="ja-JP">
              <a:latin typeface="+mn-ea"/>
            </a:endParaRPr>
          </a:p>
          <a:p>
            <a:r>
              <a:rPr lang="ja-JP" altLang="en-US" sz="1400" b="1">
                <a:solidFill>
                  <a:srgbClr val="0000FF"/>
                </a:solidFill>
                <a:latin typeface="+mn-ea"/>
                <a:ea typeface="+mn-ea"/>
              </a:rPr>
              <a:t>現行製品と比較して評価対象製品が高額</a:t>
            </a:r>
            <a:r>
              <a:rPr lang="ja-JP" altLang="en-US" sz="1400">
                <a:latin typeface="+mn-ea"/>
                <a:ea typeface="+mn-ea"/>
              </a:rPr>
              <a:t>となることから、アウトバウンド業務の</a:t>
            </a:r>
            <a:r>
              <a:rPr lang="ja-JP" altLang="en-US" sz="1400" b="1">
                <a:solidFill>
                  <a:srgbClr val="C00000"/>
                </a:solidFill>
                <a:latin typeface="+mn-ea"/>
                <a:ea typeface="+mn-ea"/>
              </a:rPr>
              <a:t>業務効率</a:t>
            </a:r>
            <a:r>
              <a:rPr lang="ja-JP" altLang="en-US" b="1">
                <a:solidFill>
                  <a:srgbClr val="C00000"/>
                </a:solidFill>
                <a:latin typeface="+mn-ea"/>
              </a:rPr>
              <a:t>（</a:t>
            </a:r>
            <a:r>
              <a:rPr lang="en-US" altLang="ja-JP" b="1">
                <a:solidFill>
                  <a:srgbClr val="C00000"/>
                </a:solidFill>
                <a:latin typeface="+mn-ea"/>
              </a:rPr>
              <a:t>ROI</a:t>
            </a:r>
            <a:r>
              <a:rPr lang="ja-JP" altLang="en-US" b="1">
                <a:solidFill>
                  <a:srgbClr val="C00000"/>
                </a:solidFill>
                <a:latin typeface="+mn-ea"/>
              </a:rPr>
              <a:t>ベース）</a:t>
            </a:r>
            <a:r>
              <a:rPr lang="ja-JP" altLang="en-US" sz="1400" b="1">
                <a:solidFill>
                  <a:srgbClr val="C00000"/>
                </a:solidFill>
                <a:latin typeface="+mn-ea"/>
                <a:ea typeface="+mn-ea"/>
              </a:rPr>
              <a:t>を</a:t>
            </a:r>
            <a:r>
              <a:rPr lang="ja-JP" altLang="en-US" b="1">
                <a:solidFill>
                  <a:srgbClr val="C00000"/>
                </a:solidFill>
                <a:latin typeface="+mn-ea"/>
              </a:rPr>
              <a:t>勘案した導入検討要</a:t>
            </a:r>
            <a:endParaRPr lang="en-US" altLang="ja-JP" sz="1400">
              <a:solidFill>
                <a:srgbClr val="C00000"/>
              </a:solidFill>
              <a:latin typeface="+mn-ea"/>
              <a:ea typeface="+mn-ea"/>
            </a:endParaRPr>
          </a:p>
        </p:txBody>
      </p:sp>
      <p:sp>
        <p:nvSpPr>
          <p:cNvPr id="4" name="正方形/長方形 3">
            <a:extLst>
              <a:ext uri="{FF2B5EF4-FFF2-40B4-BE49-F238E27FC236}">
                <a16:creationId xmlns:a16="http://schemas.microsoft.com/office/drawing/2014/main" id="{029BDBC4-C902-BC75-640B-4CD4C8048A2E}"/>
              </a:ext>
            </a:extLst>
          </p:cNvPr>
          <p:cNvSpPr/>
          <p:nvPr/>
        </p:nvSpPr>
        <p:spPr bwMode="auto">
          <a:xfrm>
            <a:off x="240234" y="2552435"/>
            <a:ext cx="4188641" cy="758551"/>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42950" eaLnBrk="1" hangingPunct="1">
              <a:defRPr/>
            </a:pPr>
            <a:r>
              <a:rPr kumimoji="1" lang="ja-JP" altLang="en-US" sz="1100">
                <a:latin typeface="+mn-ea"/>
                <a:ea typeface="+mn-ea"/>
              </a:rPr>
              <a:t>後継製品として、３製品（①</a:t>
            </a:r>
            <a:r>
              <a:rPr kumimoji="1" lang="en-US" altLang="ja-JP" sz="1100">
                <a:latin typeface="+mn-ea"/>
                <a:ea typeface="+mn-ea"/>
              </a:rPr>
              <a:t>Avaya POM</a:t>
            </a:r>
            <a:r>
              <a:rPr kumimoji="1" lang="ja-JP" altLang="en-US" sz="1100">
                <a:latin typeface="+mn-ea"/>
                <a:ea typeface="+mn-ea"/>
              </a:rPr>
              <a:t>、②</a:t>
            </a:r>
            <a:r>
              <a:rPr kumimoji="1" lang="en-US" altLang="ja-JP" sz="1100">
                <a:latin typeface="+mn-ea"/>
                <a:ea typeface="+mn-ea"/>
              </a:rPr>
              <a:t>Aspect Unified IP</a:t>
            </a:r>
            <a:r>
              <a:rPr kumimoji="1" lang="ja-JP" altLang="en-US" sz="1100">
                <a:latin typeface="+mn-ea"/>
                <a:ea typeface="+mn-ea"/>
              </a:rPr>
              <a:t>、③</a:t>
            </a:r>
            <a:r>
              <a:rPr kumimoji="1" lang="en-US" altLang="ja-JP" sz="1100" err="1">
                <a:latin typeface="+mn-ea"/>
                <a:ea typeface="+mn-ea"/>
              </a:rPr>
              <a:t>SoftDialer</a:t>
            </a:r>
            <a:r>
              <a:rPr kumimoji="1" lang="ja-JP" altLang="en-US" sz="1100">
                <a:latin typeface="+mn-ea"/>
                <a:ea typeface="+mn-ea"/>
              </a:rPr>
              <a:t>）の評価を実施。</a:t>
            </a:r>
            <a:endParaRPr kumimoji="1" lang="en-US" altLang="ja-JP" sz="1100">
              <a:latin typeface="+mn-ea"/>
              <a:ea typeface="+mn-ea"/>
            </a:endParaRPr>
          </a:p>
          <a:p>
            <a:pPr marL="182563" indent="-182563" defTabSz="742950" eaLnBrk="1" hangingPunct="1">
              <a:buFont typeface="Wingdings" panose="05000000000000000000" pitchFamily="2" charset="2"/>
              <a:buChar char="ü"/>
              <a:defRPr/>
            </a:pPr>
            <a:r>
              <a:rPr kumimoji="1" lang="ja-JP" altLang="en-US" sz="1100">
                <a:latin typeface="+mn-ea"/>
                <a:ea typeface="+mn-ea"/>
              </a:rPr>
              <a:t>機能要件（オンプレ）：</a:t>
            </a:r>
            <a:r>
              <a:rPr lang="ja-JP" altLang="en-US" sz="1100">
                <a:latin typeface="+mn-ea"/>
                <a:ea typeface="+mn-ea"/>
              </a:rPr>
              <a:t>大きな</a:t>
            </a:r>
            <a:r>
              <a:rPr kumimoji="1" lang="ja-JP" altLang="en-US" sz="1100">
                <a:latin typeface="+mn-ea"/>
                <a:ea typeface="+mn-ea"/>
              </a:rPr>
              <a:t>機能差はないものの架電結果連携時における切断理由の把握要否については製品によって差がある。</a:t>
            </a:r>
            <a:endParaRPr kumimoji="1" lang="en-US" altLang="ja-JP" sz="1100">
              <a:latin typeface="+mn-ea"/>
              <a:ea typeface="+mn-ea"/>
            </a:endParaRPr>
          </a:p>
          <a:p>
            <a:pPr marL="182563" indent="-182563" defTabSz="742950" eaLnBrk="1" hangingPunct="1">
              <a:buFont typeface="Wingdings" panose="05000000000000000000" pitchFamily="2" charset="2"/>
              <a:buChar char="ü"/>
              <a:defRPr/>
            </a:pPr>
            <a:r>
              <a:rPr kumimoji="1" lang="ja-JP" altLang="en-US" sz="1100">
                <a:latin typeface="+mn-ea"/>
                <a:ea typeface="+mn-ea"/>
              </a:rPr>
              <a:t>機能要件（クラウド）：オンプレ製品と比較して顧客情報や</a:t>
            </a:r>
            <a:r>
              <a:rPr kumimoji="1" lang="en-US" altLang="ja-JP" sz="1100">
                <a:latin typeface="+mn-ea"/>
                <a:ea typeface="+mn-ea"/>
              </a:rPr>
              <a:t>CTI</a:t>
            </a:r>
            <a:r>
              <a:rPr kumimoji="1" lang="ja-JP" altLang="en-US" sz="1100">
                <a:latin typeface="+mn-ea"/>
                <a:ea typeface="+mn-ea"/>
              </a:rPr>
              <a:t>情報の連携に制約がある。</a:t>
            </a:r>
            <a:endParaRPr kumimoji="1" lang="en-US" altLang="ja-JP" sz="1100">
              <a:latin typeface="+mn-ea"/>
              <a:ea typeface="+mn-ea"/>
            </a:endParaRPr>
          </a:p>
          <a:p>
            <a:pPr marL="182563" indent="-182563" defTabSz="742950" eaLnBrk="1" hangingPunct="1">
              <a:buFont typeface="Wingdings" panose="05000000000000000000" pitchFamily="2" charset="2"/>
              <a:buChar char="ü"/>
              <a:defRPr/>
            </a:pPr>
            <a:r>
              <a:rPr lang="ja-JP" altLang="en-US" sz="1100">
                <a:latin typeface="+mn-ea"/>
                <a:ea typeface="+mn-ea"/>
              </a:rPr>
              <a:t>コスト：製品によりキャパシティに差異があるため、規模により最適解が異なるが現行製品に比べ全体的に高額となっている。</a:t>
            </a:r>
            <a:endParaRPr kumimoji="1" lang="en-US" altLang="ja-JP" sz="1100">
              <a:latin typeface="+mn-ea"/>
              <a:ea typeface="+mn-ea"/>
            </a:endParaRPr>
          </a:p>
        </p:txBody>
      </p:sp>
      <p:grpSp>
        <p:nvGrpSpPr>
          <p:cNvPr id="5" name="グループ化 4">
            <a:extLst>
              <a:ext uri="{FF2B5EF4-FFF2-40B4-BE49-F238E27FC236}">
                <a16:creationId xmlns:a16="http://schemas.microsoft.com/office/drawing/2014/main" id="{B50337FE-C288-BBF7-7CA5-23F499A5F5B5}"/>
              </a:ext>
            </a:extLst>
          </p:cNvPr>
          <p:cNvGrpSpPr/>
          <p:nvPr/>
        </p:nvGrpSpPr>
        <p:grpSpPr>
          <a:xfrm>
            <a:off x="240235" y="2293509"/>
            <a:ext cx="4188642" cy="237463"/>
            <a:chOff x="997893" y="668547"/>
            <a:chExt cx="4176001" cy="237463"/>
          </a:xfrm>
        </p:grpSpPr>
        <p:sp>
          <p:nvSpPr>
            <p:cNvPr id="6" name="Rectangle 2">
              <a:extLst>
                <a:ext uri="{FF2B5EF4-FFF2-40B4-BE49-F238E27FC236}">
                  <a16:creationId xmlns:a16="http://schemas.microsoft.com/office/drawing/2014/main" id="{E694DD67-7FE8-485A-69A8-09E5F55A6A97}"/>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a:latin typeface="+mn-ea"/>
                  <a:ea typeface="+mn-ea"/>
                </a:rPr>
                <a:t>アウトバウドシステムの評価</a:t>
              </a:r>
              <a:endParaRPr kumimoji="1" lang="en-US" altLang="ja-JP" sz="1400" b="1" i="0" u="none" strike="noStrike" kern="1200" cap="none" spc="0" normalizeH="0" baseline="0" noProof="0">
                <a:ln>
                  <a:noFill/>
                </a:ln>
                <a:effectLst/>
                <a:uLnTx/>
                <a:uFillTx/>
                <a:latin typeface="Meiryo UI" pitchFamily="50" charset="-128"/>
                <a:ea typeface="Meiryo UI" pitchFamily="50" charset="-128"/>
                <a:cs typeface="Meiryo UI" pitchFamily="50" charset="-128"/>
              </a:endParaRPr>
            </a:p>
          </p:txBody>
        </p:sp>
        <p:cxnSp>
          <p:nvCxnSpPr>
            <p:cNvPr id="7" name="直線コネクタ 6">
              <a:extLst>
                <a:ext uri="{FF2B5EF4-FFF2-40B4-BE49-F238E27FC236}">
                  <a16:creationId xmlns:a16="http://schemas.microsoft.com/office/drawing/2014/main" id="{3D14119E-FD9B-315E-F57C-BCE1D2AAEB0E}"/>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aphicFrame>
        <p:nvGraphicFramePr>
          <p:cNvPr id="8" name="表 7">
            <a:extLst>
              <a:ext uri="{FF2B5EF4-FFF2-40B4-BE49-F238E27FC236}">
                <a16:creationId xmlns:a16="http://schemas.microsoft.com/office/drawing/2014/main" id="{4DFDF35A-2526-AF28-2B32-BA140BB1573B}"/>
              </a:ext>
            </a:extLst>
          </p:cNvPr>
          <p:cNvGraphicFramePr>
            <a:graphicFrameLocks noGrp="1"/>
          </p:cNvGraphicFramePr>
          <p:nvPr>
            <p:extLst>
              <p:ext uri="{D42A27DB-BD31-4B8C-83A1-F6EECF244321}">
                <p14:modId xmlns:p14="http://schemas.microsoft.com/office/powerpoint/2010/main" val="2911723137"/>
              </p:ext>
            </p:extLst>
          </p:nvPr>
        </p:nvGraphicFramePr>
        <p:xfrm>
          <a:off x="240234" y="4118692"/>
          <a:ext cx="4188641" cy="2125586"/>
        </p:xfrm>
        <a:graphic>
          <a:graphicData uri="http://schemas.openxmlformats.org/drawingml/2006/table">
            <a:tbl>
              <a:tblPr firstRow="1" bandRow="1">
                <a:tableStyleId>{5C22544A-7EE6-4342-B048-85BDC9FD1C3A}</a:tableStyleId>
              </a:tblPr>
              <a:tblGrid>
                <a:gridCol w="801387">
                  <a:extLst>
                    <a:ext uri="{9D8B030D-6E8A-4147-A177-3AD203B41FA5}">
                      <a16:colId xmlns:a16="http://schemas.microsoft.com/office/drawing/2014/main" val="2764512828"/>
                    </a:ext>
                  </a:extLst>
                </a:gridCol>
                <a:gridCol w="3387254">
                  <a:extLst>
                    <a:ext uri="{9D8B030D-6E8A-4147-A177-3AD203B41FA5}">
                      <a16:colId xmlns:a16="http://schemas.microsoft.com/office/drawing/2014/main" val="3668374175"/>
                    </a:ext>
                  </a:extLst>
                </a:gridCol>
              </a:tblGrid>
              <a:tr h="233186">
                <a:tc>
                  <a:txBody>
                    <a:bodyPr/>
                    <a:lstStyle/>
                    <a:p>
                      <a:pPr algn="ctr"/>
                      <a:r>
                        <a:rPr kumimoji="1" lang="ja-JP" altLang="en-US" sz="1050" b="0">
                          <a:solidFill>
                            <a:schemeClr val="bg1"/>
                          </a:solidFill>
                        </a:rPr>
                        <a:t>比較項目</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50" b="0">
                          <a:solidFill>
                            <a:schemeClr val="bg1"/>
                          </a:solidFill>
                        </a:rPr>
                        <a:t>各項目ごとの特性</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213353780"/>
                  </a:ext>
                </a:extLst>
              </a:tr>
              <a:tr h="163516">
                <a:tc>
                  <a:txBody>
                    <a:bodyPr/>
                    <a:lstStyle/>
                    <a:p>
                      <a:pPr algn="ctr"/>
                      <a:r>
                        <a:rPr kumimoji="1" lang="ja-JP" altLang="en-US" sz="1000" b="0">
                          <a:solidFill>
                            <a:schemeClr val="tx1"/>
                          </a:solidFill>
                        </a:rPr>
                        <a:t>主要機能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a:solidFill>
                            <a:schemeClr val="tx1"/>
                          </a:solidFill>
                        </a:rPr>
                        <a:t>・オンプレの各製品に大きな差異なし（架電結果連携）</a:t>
                      </a:r>
                      <a:endParaRPr kumimoji="1" lang="en-US" altLang="ja-JP" sz="1000" b="0">
                        <a:solidFill>
                          <a:schemeClr val="tx1"/>
                        </a:solidFill>
                      </a:endParaRPr>
                    </a:p>
                    <a:p>
                      <a:pPr algn="l"/>
                      <a:r>
                        <a:rPr kumimoji="1" lang="ja-JP" altLang="en-US" sz="1000" b="0">
                          <a:solidFill>
                            <a:schemeClr val="tx1"/>
                          </a:solidFill>
                        </a:rPr>
                        <a:t>・クラウド製品は機能制約が多数有（顧客情報、</a:t>
                      </a:r>
                      <a:r>
                        <a:rPr kumimoji="1" lang="en-US" altLang="ja-JP" sz="1000" b="0">
                          <a:solidFill>
                            <a:schemeClr val="tx1"/>
                          </a:solidFill>
                        </a:rPr>
                        <a:t>CTI</a:t>
                      </a:r>
                      <a:r>
                        <a:rPr kumimoji="1" lang="ja-JP" altLang="en-US" sz="1000" b="0">
                          <a:solidFill>
                            <a:schemeClr val="tx1"/>
                          </a:solidFill>
                        </a:rPr>
                        <a:t>連携等）</a:t>
                      </a:r>
                      <a:endParaRPr kumimoji="1" lang="en-US" altLang="ja-JP" sz="1000" b="0">
                        <a:solidFill>
                          <a:schemeClr val="tx1"/>
                        </a:solidFill>
                      </a:endParaRPr>
                    </a:p>
                    <a:p>
                      <a:pPr algn="l"/>
                      <a:r>
                        <a:rPr kumimoji="1" lang="ja-JP" altLang="en-US" sz="1000" b="0">
                          <a:solidFill>
                            <a:schemeClr val="tx1"/>
                          </a:solidFill>
                        </a:rPr>
                        <a:t>→各社の業務要件についてノックアウトファクターがないか確認</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6534004"/>
                  </a:ext>
                </a:extLst>
              </a:tr>
              <a:tr h="163516">
                <a:tc>
                  <a:txBody>
                    <a:bodyPr/>
                    <a:lstStyle/>
                    <a:p>
                      <a:pPr algn="ctr"/>
                      <a:r>
                        <a:rPr kumimoji="1" lang="ja-JP" altLang="en-US" sz="1000" b="0">
                          <a:solidFill>
                            <a:schemeClr val="tx1"/>
                          </a:solidFill>
                        </a:rPr>
                        <a:t>キャパシティー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a:solidFill>
                            <a:schemeClr val="tx1"/>
                          </a:solidFill>
                        </a:rPr>
                        <a:t>・</a:t>
                      </a:r>
                      <a:r>
                        <a:rPr kumimoji="1" lang="en-US" altLang="ja-JP" sz="1000" b="0" err="1">
                          <a:solidFill>
                            <a:schemeClr val="tx1"/>
                          </a:solidFill>
                        </a:rPr>
                        <a:t>SoftDialer</a:t>
                      </a:r>
                      <a:r>
                        <a:rPr kumimoji="1" lang="ja-JP" altLang="en-US" sz="1000" b="0">
                          <a:solidFill>
                            <a:schemeClr val="tx1"/>
                          </a:solidFill>
                        </a:rPr>
                        <a:t>：</a:t>
                      </a:r>
                      <a:r>
                        <a:rPr kumimoji="1" lang="en-US" altLang="ja-JP" sz="1000" b="0">
                          <a:solidFill>
                            <a:schemeClr val="tx1"/>
                          </a:solidFill>
                        </a:rPr>
                        <a:t>400Agent/1</a:t>
                      </a:r>
                      <a:r>
                        <a:rPr kumimoji="1" lang="ja-JP" altLang="en-US" sz="1000" b="0">
                          <a:solidFill>
                            <a:schemeClr val="tx1"/>
                          </a:solidFill>
                        </a:rPr>
                        <a:t>システム</a:t>
                      </a:r>
                      <a:endParaRPr kumimoji="1" lang="en-US" altLang="ja-JP" sz="1000" b="0">
                        <a:solidFill>
                          <a:schemeClr val="tx1"/>
                        </a:solidFill>
                      </a:endParaRPr>
                    </a:p>
                    <a:p>
                      <a:pPr algn="l"/>
                      <a:r>
                        <a:rPr kumimoji="1" lang="ja-JP" altLang="en-US" sz="1000" b="0">
                          <a:solidFill>
                            <a:schemeClr val="tx1"/>
                          </a:solidFill>
                        </a:rPr>
                        <a:t>・</a:t>
                      </a:r>
                      <a:r>
                        <a:rPr kumimoji="1" lang="en-US" altLang="ja-JP" sz="1000" b="0">
                          <a:solidFill>
                            <a:schemeClr val="tx1"/>
                          </a:solidFill>
                        </a:rPr>
                        <a:t>POM/Unified IP</a:t>
                      </a:r>
                      <a:r>
                        <a:rPr kumimoji="1" lang="ja-JP" altLang="en-US" sz="1000" b="0">
                          <a:solidFill>
                            <a:schemeClr val="tx1"/>
                          </a:solidFill>
                        </a:rPr>
                        <a:t>：</a:t>
                      </a:r>
                      <a:r>
                        <a:rPr kumimoji="1" lang="en-US" altLang="ja-JP" sz="1000" b="0">
                          <a:solidFill>
                            <a:schemeClr val="tx1"/>
                          </a:solidFill>
                        </a:rPr>
                        <a:t>2,000Agent/1</a:t>
                      </a:r>
                      <a:r>
                        <a:rPr kumimoji="1" lang="ja-JP" altLang="en-US" sz="1000" b="0">
                          <a:solidFill>
                            <a:schemeClr val="tx1"/>
                          </a:solidFill>
                        </a:rPr>
                        <a:t>システム</a:t>
                      </a:r>
                      <a:endParaRPr kumimoji="1" lang="en-US" altLang="ja-JP" sz="1000" b="0">
                        <a:solidFill>
                          <a:schemeClr val="tx1"/>
                        </a:solidFill>
                      </a:endParaRPr>
                    </a:p>
                    <a:p>
                      <a:pPr algn="l"/>
                      <a:r>
                        <a:rPr kumimoji="1" lang="ja-JP" altLang="en-US" sz="1000" b="0">
                          <a:solidFill>
                            <a:schemeClr val="tx1"/>
                          </a:solidFill>
                        </a:rPr>
                        <a:t>→各社の業務要件についてノックアウトファクターがないか確認</a:t>
                      </a:r>
                      <a:endParaRPr kumimoji="1" lang="en-US" altLang="ja-JP"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2646845"/>
                  </a:ext>
                </a:extLst>
              </a:tr>
              <a:tr h="163516">
                <a:tc>
                  <a:txBody>
                    <a:bodyPr/>
                    <a:lstStyle/>
                    <a:p>
                      <a:pPr algn="ctr"/>
                      <a:r>
                        <a:rPr kumimoji="1" lang="ja-JP" altLang="en-US" sz="1000" b="0">
                          <a:solidFill>
                            <a:schemeClr val="tx1"/>
                          </a:solidFill>
                        </a:rPr>
                        <a:t>コスト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0">
                          <a:solidFill>
                            <a:schemeClr val="tx1"/>
                          </a:solidFill>
                        </a:rPr>
                        <a:t>・キャパシティにより各製品のコスト評価が異なる</a:t>
                      </a:r>
                      <a:endParaRPr kumimoji="1" lang="en-US" altLang="ja-JP" sz="1000" b="0">
                        <a:solidFill>
                          <a:schemeClr val="tx1"/>
                        </a:solidFill>
                      </a:endParaRPr>
                    </a:p>
                    <a:p>
                      <a:pPr algn="l"/>
                      <a:r>
                        <a:rPr kumimoji="1" lang="ja-JP" altLang="en-US" sz="1000" b="0">
                          <a:solidFill>
                            <a:schemeClr val="tx1"/>
                          </a:solidFill>
                        </a:rPr>
                        <a:t>→</a:t>
                      </a:r>
                      <a:r>
                        <a:rPr kumimoji="1" lang="en-US" altLang="ja-JP" sz="1000" b="0" err="1">
                          <a:solidFill>
                            <a:schemeClr val="tx1"/>
                          </a:solidFill>
                        </a:rPr>
                        <a:t>SoftDialer</a:t>
                      </a:r>
                      <a:r>
                        <a:rPr kumimoji="1" lang="ja-JP" altLang="en-US" sz="1000" b="0">
                          <a:solidFill>
                            <a:schemeClr val="tx1"/>
                          </a:solidFill>
                        </a:rPr>
                        <a:t>は</a:t>
                      </a:r>
                      <a:r>
                        <a:rPr kumimoji="1" lang="en-US" altLang="ja-JP" sz="1000" b="0">
                          <a:solidFill>
                            <a:schemeClr val="tx1"/>
                          </a:solidFill>
                        </a:rPr>
                        <a:t>400</a:t>
                      </a:r>
                      <a:r>
                        <a:rPr kumimoji="1" lang="ja-JP" altLang="en-US" sz="1000" b="0">
                          <a:solidFill>
                            <a:schemeClr val="tx1"/>
                          </a:solidFill>
                        </a:rPr>
                        <a:t>席</a:t>
                      </a:r>
                      <a:r>
                        <a:rPr kumimoji="1" lang="en-US" altLang="ja-JP" sz="1000" b="0">
                          <a:solidFill>
                            <a:schemeClr val="tx1"/>
                          </a:solidFill>
                        </a:rPr>
                        <a:t>/</a:t>
                      </a:r>
                      <a:r>
                        <a:rPr kumimoji="1" lang="ja-JP" altLang="en-US" sz="1000" b="0">
                          <a:solidFill>
                            <a:schemeClr val="tx1"/>
                          </a:solidFill>
                        </a:rPr>
                        <a:t>システムのため</a:t>
                      </a:r>
                      <a:r>
                        <a:rPr kumimoji="1" lang="en-US" altLang="ja-JP" sz="1000" b="0">
                          <a:solidFill>
                            <a:schemeClr val="tx1"/>
                          </a:solidFill>
                        </a:rPr>
                        <a:t>2,000</a:t>
                      </a:r>
                      <a:r>
                        <a:rPr kumimoji="1" lang="ja-JP" altLang="en-US" sz="1000" b="0">
                          <a:solidFill>
                            <a:schemeClr val="tx1"/>
                          </a:solidFill>
                        </a:rPr>
                        <a:t>席規模の大規模システムの場合はコストが高くなる。</a:t>
                      </a:r>
                      <a:endParaRPr kumimoji="1" lang="en-US" altLang="ja-JP" sz="1000" b="0">
                        <a:solidFill>
                          <a:schemeClr val="tx1"/>
                        </a:solidFill>
                      </a:endParaRPr>
                    </a:p>
                    <a:p>
                      <a:pPr algn="l"/>
                      <a:r>
                        <a:rPr kumimoji="1" lang="ja-JP" altLang="en-US" sz="1000" b="0">
                          <a:solidFill>
                            <a:schemeClr val="tx1"/>
                          </a:solidFill>
                        </a:rPr>
                        <a:t>・現行アウトバウンドシステムよりは高額になる見込み</a:t>
                      </a:r>
                      <a:endParaRPr kumimoji="1" lang="en-US" altLang="ja-JP" sz="1000" b="0">
                        <a:solidFill>
                          <a:schemeClr val="tx1"/>
                        </a:solidFill>
                      </a:endParaRPr>
                    </a:p>
                    <a:p>
                      <a:pPr algn="l"/>
                      <a:r>
                        <a:rPr kumimoji="1" lang="ja-JP" altLang="en-US" sz="1000" b="0">
                          <a:solidFill>
                            <a:schemeClr val="tx1"/>
                          </a:solidFill>
                        </a:rPr>
                        <a:t>→各社の業務効率を勘案した</a:t>
                      </a:r>
                      <a:r>
                        <a:rPr kumimoji="1" lang="en-US" altLang="ja-JP" sz="1000" b="0">
                          <a:solidFill>
                            <a:schemeClr val="tx1"/>
                          </a:solidFill>
                        </a:rPr>
                        <a:t>ROI</a:t>
                      </a:r>
                      <a:r>
                        <a:rPr kumimoji="1" lang="ja-JP" altLang="en-US" sz="1000" b="0">
                          <a:solidFill>
                            <a:schemeClr val="tx1"/>
                          </a:solidFill>
                        </a:rPr>
                        <a:t>評価を実施する必要がある。</a:t>
                      </a:r>
                      <a:endParaRPr kumimoji="1" lang="en-US" altLang="ja-JP"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2612884"/>
                  </a:ext>
                </a:extLst>
              </a:tr>
            </a:tbl>
          </a:graphicData>
        </a:graphic>
      </p:graphicFrame>
      <p:sp>
        <p:nvSpPr>
          <p:cNvPr id="9" name="正方形/長方形 8">
            <a:extLst>
              <a:ext uri="{FF2B5EF4-FFF2-40B4-BE49-F238E27FC236}">
                <a16:creationId xmlns:a16="http://schemas.microsoft.com/office/drawing/2014/main" id="{9B1F8478-B46C-766F-E473-1DC7CBF36009}"/>
              </a:ext>
            </a:extLst>
          </p:cNvPr>
          <p:cNvSpPr/>
          <p:nvPr/>
        </p:nvSpPr>
        <p:spPr bwMode="auto">
          <a:xfrm>
            <a:off x="4575020" y="2552435"/>
            <a:ext cx="5090746" cy="973113"/>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42950" eaLnBrk="1" hangingPunct="1">
              <a:defRPr/>
            </a:pPr>
            <a:r>
              <a:rPr lang="ja-JP" altLang="en-US" sz="1100">
                <a:latin typeface="+mn-ea"/>
                <a:ea typeface="+mn-ea"/>
              </a:rPr>
              <a:t>アウトバウンドシステムは日興、</a:t>
            </a:r>
            <a:r>
              <a:rPr lang="en-US" altLang="ja-JP" sz="1100">
                <a:latin typeface="+mn-ea"/>
                <a:ea typeface="+mn-ea"/>
              </a:rPr>
              <a:t>SMCC</a:t>
            </a:r>
            <a:r>
              <a:rPr lang="ja-JP" altLang="en-US" sz="1100">
                <a:latin typeface="+mn-ea"/>
                <a:ea typeface="+mn-ea"/>
              </a:rPr>
              <a:t>（旧</a:t>
            </a:r>
            <a:r>
              <a:rPr lang="en-US" altLang="ja-JP" sz="1100">
                <a:latin typeface="+mn-ea"/>
                <a:ea typeface="+mn-ea"/>
              </a:rPr>
              <a:t>FS</a:t>
            </a:r>
            <a:r>
              <a:rPr lang="ja-JP" altLang="en-US" sz="1100">
                <a:latin typeface="+mn-ea"/>
                <a:ea typeface="+mn-ea"/>
              </a:rPr>
              <a:t>）、</a:t>
            </a:r>
            <a:r>
              <a:rPr lang="en-US" altLang="ja-JP" sz="1100">
                <a:latin typeface="+mn-ea"/>
                <a:ea typeface="+mn-ea"/>
              </a:rPr>
              <a:t>SMBCCF</a:t>
            </a:r>
            <a:r>
              <a:rPr lang="ja-JP" altLang="en-US" sz="1100">
                <a:latin typeface="+mn-ea"/>
                <a:ea typeface="+mn-ea"/>
              </a:rPr>
              <a:t>にて利用しているが、各社の業務要件により、システム要求が異なるため、各社で対応方針を決定。</a:t>
            </a:r>
            <a:endParaRPr kumimoji="1" lang="en-US" altLang="ja-JP" sz="1100">
              <a:latin typeface="+mn-ea"/>
              <a:ea typeface="+mn-ea"/>
            </a:endParaRPr>
          </a:p>
          <a:p>
            <a:pPr marL="182563" indent="-182563" defTabSz="742950" eaLnBrk="1" hangingPunct="1">
              <a:buFont typeface="Wingdings" panose="05000000000000000000" pitchFamily="2" charset="2"/>
              <a:buChar char="ü"/>
              <a:defRPr/>
            </a:pPr>
            <a:r>
              <a:rPr kumimoji="1" lang="ja-JP" altLang="en-US" sz="1100">
                <a:latin typeface="+mn-ea"/>
                <a:ea typeface="+mn-ea"/>
              </a:rPr>
              <a:t>日興：リスト架電機能を開発予定</a:t>
            </a:r>
            <a:endParaRPr kumimoji="1" lang="en-US" altLang="ja-JP" sz="1100">
              <a:latin typeface="+mn-ea"/>
              <a:ea typeface="+mn-ea"/>
            </a:endParaRPr>
          </a:p>
          <a:p>
            <a:pPr marL="182563" indent="-182563" defTabSz="742950" eaLnBrk="1" hangingPunct="1">
              <a:buFont typeface="Wingdings" panose="05000000000000000000" pitchFamily="2" charset="2"/>
              <a:buChar char="ü"/>
              <a:defRPr/>
            </a:pPr>
            <a:r>
              <a:rPr lang="en-US" altLang="ja-JP" sz="1100">
                <a:latin typeface="+mn-ea"/>
                <a:ea typeface="+mn-ea"/>
              </a:rPr>
              <a:t>SMCC</a:t>
            </a:r>
            <a:r>
              <a:rPr lang="ja-JP" altLang="en-US" sz="1100">
                <a:latin typeface="+mn-ea"/>
                <a:ea typeface="+mn-ea"/>
              </a:rPr>
              <a:t>：自動架電のシステム選定予定（オペレータ転送時に顧客電話番号引継）</a:t>
            </a:r>
            <a:endParaRPr lang="en-US" altLang="ja-JP" sz="1100">
              <a:latin typeface="+mn-ea"/>
              <a:ea typeface="+mn-ea"/>
            </a:endParaRPr>
          </a:p>
          <a:p>
            <a:pPr marL="182563" indent="-182563" defTabSz="742950" eaLnBrk="1" hangingPunct="1">
              <a:buFont typeface="Wingdings" panose="05000000000000000000" pitchFamily="2" charset="2"/>
              <a:buChar char="ü"/>
              <a:defRPr/>
            </a:pPr>
            <a:r>
              <a:rPr kumimoji="1" lang="en-US" altLang="ja-JP" sz="1100">
                <a:latin typeface="+mn-ea"/>
                <a:ea typeface="+mn-ea"/>
              </a:rPr>
              <a:t>CF</a:t>
            </a:r>
            <a:r>
              <a:rPr kumimoji="1" lang="ja-JP" altLang="en-US" sz="1100">
                <a:latin typeface="+mn-ea"/>
                <a:ea typeface="+mn-ea"/>
              </a:rPr>
              <a:t>：</a:t>
            </a:r>
            <a:r>
              <a:rPr kumimoji="1" lang="en-US" altLang="ja-JP" sz="1100">
                <a:latin typeface="+mn-ea"/>
                <a:ea typeface="+mn-ea"/>
              </a:rPr>
              <a:t>2026</a:t>
            </a:r>
            <a:r>
              <a:rPr kumimoji="1" lang="ja-JP" altLang="en-US" sz="1100">
                <a:latin typeface="+mn-ea"/>
                <a:ea typeface="+mn-ea"/>
              </a:rPr>
              <a:t>年度に検討開始予定</a:t>
            </a:r>
            <a:endParaRPr kumimoji="1" lang="en-US" altLang="ja-JP" sz="1100">
              <a:latin typeface="+mn-ea"/>
              <a:ea typeface="+mn-ea"/>
            </a:endParaRPr>
          </a:p>
        </p:txBody>
      </p:sp>
      <p:grpSp>
        <p:nvGrpSpPr>
          <p:cNvPr id="10" name="グループ化 9">
            <a:extLst>
              <a:ext uri="{FF2B5EF4-FFF2-40B4-BE49-F238E27FC236}">
                <a16:creationId xmlns:a16="http://schemas.microsoft.com/office/drawing/2014/main" id="{9054E382-2BE3-7C4B-42FD-DE1FEC038224}"/>
              </a:ext>
            </a:extLst>
          </p:cNvPr>
          <p:cNvGrpSpPr/>
          <p:nvPr/>
        </p:nvGrpSpPr>
        <p:grpSpPr>
          <a:xfrm>
            <a:off x="4575020" y="2293509"/>
            <a:ext cx="5090747" cy="237463"/>
            <a:chOff x="997893" y="668547"/>
            <a:chExt cx="4176001" cy="237463"/>
          </a:xfrm>
        </p:grpSpPr>
        <p:sp>
          <p:nvSpPr>
            <p:cNvPr id="11" name="Rectangle 2">
              <a:extLst>
                <a:ext uri="{FF2B5EF4-FFF2-40B4-BE49-F238E27FC236}">
                  <a16:creationId xmlns:a16="http://schemas.microsoft.com/office/drawing/2014/main" id="{6638ADC1-FC82-B5AD-7564-49A4384B1660}"/>
                </a:ext>
              </a:extLst>
            </p:cNvPr>
            <p:cNvSpPr txBox="1">
              <a:spLocks noChangeArrowheads="1"/>
            </p:cNvSpPr>
            <p:nvPr/>
          </p:nvSpPr>
          <p:spPr bwMode="auto">
            <a:xfrm>
              <a:off x="997893" y="668547"/>
              <a:ext cx="414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lstStyle>
              <a:lvl1pPr eaLnBrk="0" hangingPunct="0">
                <a:lnSpc>
                  <a:spcPts val="2100"/>
                </a:lnSpc>
                <a:spcBef>
                  <a:spcPct val="80000"/>
                </a:spcBef>
                <a:buClr>
                  <a:srgbClr val="003C2C"/>
                </a:buClr>
                <a:buFont typeface="Wingdings" pitchFamily="2" charset="2"/>
                <a:buChar char="l"/>
                <a:tabLst>
                  <a:tab pos="6372225" algn="l"/>
                </a:tabLst>
                <a:defRPr kumimoji="1">
                  <a:solidFill>
                    <a:schemeClr val="tx1"/>
                  </a:solidFill>
                  <a:latin typeface="ＭＳ Ｐゴシック" charset="-128"/>
                  <a:ea typeface="ＭＳ Ｐゴシック" charset="-128"/>
                </a:defRPr>
              </a:lvl1pPr>
              <a:lvl2pPr marL="742950" indent="-285750" eaLnBrk="0" hangingPunct="0">
                <a:lnSpc>
                  <a:spcPts val="2100"/>
                </a:lnSpc>
                <a:spcBef>
                  <a:spcPct val="20000"/>
                </a:spcBef>
                <a:buClr>
                  <a:srgbClr val="A8D435"/>
                </a:buClr>
                <a:buSzPct val="90000"/>
                <a:buFont typeface="Wingdings" pitchFamily="2" charset="2"/>
                <a:buChar char="l"/>
                <a:tabLst>
                  <a:tab pos="6372225" algn="l"/>
                </a:tabLst>
                <a:defRPr kumimoji="1" sz="1600">
                  <a:solidFill>
                    <a:schemeClr val="tx1"/>
                  </a:solidFill>
                  <a:latin typeface="ＭＳ Ｐゴシック" charset="-128"/>
                  <a:ea typeface="ＭＳ Ｐゴシック" charset="-128"/>
                </a:defRPr>
              </a:lvl2pPr>
              <a:lvl3pPr marL="1143000" indent="-228600" eaLnBrk="0" hangingPunct="0">
                <a:lnSpc>
                  <a:spcPct val="125000"/>
                </a:lnSpc>
                <a:spcBef>
                  <a:spcPct val="20000"/>
                </a:spcBef>
                <a:buClr>
                  <a:srgbClr val="A2A2A2"/>
                </a:buClr>
                <a:buSzPct val="70000"/>
                <a:buFont typeface="Wingdings" pitchFamily="2" charset="2"/>
                <a:tabLst>
                  <a:tab pos="6372225" algn="l"/>
                </a:tabLst>
                <a:defRPr kumimoji="1" sz="1600">
                  <a:solidFill>
                    <a:schemeClr val="tx1"/>
                  </a:solidFill>
                  <a:latin typeface="ＭＳ Ｐゴシック" charset="-128"/>
                  <a:ea typeface="ＭＳ Ｐゴシック" charset="-128"/>
                </a:defRPr>
              </a:lvl3pPr>
              <a:lvl4pPr marL="1600200" indent="-228600" eaLnBrk="0" fontAlgn="ctr" hangingPunct="0">
                <a:lnSpc>
                  <a:spcPts val="2100"/>
                </a:lnSpc>
                <a:spcBef>
                  <a:spcPct val="20000"/>
                </a:spcBef>
                <a:buClr>
                  <a:srgbClr val="A2A2A2"/>
                </a:buClr>
                <a:buSzPct val="70000"/>
                <a:buFont typeface="Wingdings" pitchFamily="2" charset="2"/>
                <a:buChar char="l"/>
                <a:tabLst>
                  <a:tab pos="6372225" algn="l"/>
                </a:tabLst>
                <a:defRPr kumimoji="1" sz="1400">
                  <a:solidFill>
                    <a:schemeClr val="tx1"/>
                  </a:solidFill>
                  <a:latin typeface="ＭＳ Ｐゴシック" charset="-128"/>
                  <a:ea typeface="ＭＳ Ｐゴシック" charset="-128"/>
                </a:defRPr>
              </a:lvl4pPr>
              <a:lvl5pPr marL="2057400" indent="-228600" eaLnBrk="0" fontAlgn="ctr" hangingPunct="0">
                <a:lnSpc>
                  <a:spcPts val="2100"/>
                </a:lnSpc>
                <a:spcBef>
                  <a:spcPct val="20000"/>
                </a:spcBef>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5pPr>
              <a:lvl6pPr marL="25146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6pPr>
              <a:lvl7pPr marL="29718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7pPr>
              <a:lvl8pPr marL="34290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8pPr>
              <a:lvl9pPr marL="3886200" indent="-228600" eaLnBrk="0" fontAlgn="ctr" hangingPunct="0">
                <a:lnSpc>
                  <a:spcPts val="2100"/>
                </a:lnSpc>
                <a:spcBef>
                  <a:spcPct val="20000"/>
                </a:spcBef>
                <a:spcAft>
                  <a:spcPct val="0"/>
                </a:spcAft>
                <a:buClr>
                  <a:srgbClr val="A2A2A2"/>
                </a:buClr>
                <a:buSzPct val="70000"/>
                <a:buFont typeface="Wingdings" pitchFamily="2" charset="2"/>
                <a:buChar char="ü"/>
                <a:tabLst>
                  <a:tab pos="6372225" algn="l"/>
                </a:tabLst>
                <a:defRPr kumimoji="1" sz="1400">
                  <a:solidFill>
                    <a:schemeClr val="tx1"/>
                  </a:solidFill>
                  <a:latin typeface="ＭＳ Ｐゴシック" charset="-128"/>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tab pos="6372225" algn="l"/>
                </a:tabLst>
                <a:defRPr/>
              </a:pPr>
              <a:r>
                <a:rPr kumimoji="1" lang="ja-JP" altLang="en-US" sz="1400" b="1">
                  <a:latin typeface="+mn-ea"/>
                  <a:ea typeface="+mn-ea"/>
                </a:rPr>
                <a:t>各社の状況</a:t>
              </a:r>
              <a:endParaRPr kumimoji="1" lang="en-US" altLang="ja-JP" sz="1400" b="1" i="0" u="none" strike="noStrike" kern="1200" cap="none" spc="0" normalizeH="0" baseline="0" noProof="0">
                <a:ln>
                  <a:noFill/>
                </a:ln>
                <a:effectLst/>
                <a:uLnTx/>
                <a:uFillTx/>
                <a:latin typeface="Meiryo UI" pitchFamily="50" charset="-128"/>
                <a:ea typeface="Meiryo UI" pitchFamily="50" charset="-128"/>
                <a:cs typeface="Meiryo UI" pitchFamily="50" charset="-128"/>
              </a:endParaRPr>
            </a:p>
          </p:txBody>
        </p:sp>
        <p:cxnSp>
          <p:nvCxnSpPr>
            <p:cNvPr id="12" name="直線コネクタ 11">
              <a:extLst>
                <a:ext uri="{FF2B5EF4-FFF2-40B4-BE49-F238E27FC236}">
                  <a16:creationId xmlns:a16="http://schemas.microsoft.com/office/drawing/2014/main" id="{2954BB9A-1111-2D2B-90A1-3E2B894FAB48}"/>
                </a:ext>
              </a:extLst>
            </p:cNvPr>
            <p:cNvCxnSpPr>
              <a:cxnSpLocks/>
            </p:cNvCxnSpPr>
            <p:nvPr/>
          </p:nvCxnSpPr>
          <p:spPr bwMode="auto">
            <a:xfrm>
              <a:off x="997894" y="906010"/>
              <a:ext cx="4176000" cy="0"/>
            </a:xfrm>
            <a:prstGeom prst="line">
              <a:avLst/>
            </a:prstGeom>
            <a:noFill/>
            <a:ln w="19050" cap="flat" cmpd="sng" algn="ctr">
              <a:solidFill>
                <a:srgbClr val="0072CE"/>
              </a:solidFill>
              <a:prstDash val="solid"/>
              <a:headEnd type="none" w="med" len="med"/>
              <a:tailEnd type="none" w="med" len="med"/>
            </a:ln>
            <a:effectLst/>
          </p:spPr>
        </p:cxnSp>
      </p:grpSp>
      <p:graphicFrame>
        <p:nvGraphicFramePr>
          <p:cNvPr id="13" name="表 12">
            <a:extLst>
              <a:ext uri="{FF2B5EF4-FFF2-40B4-BE49-F238E27FC236}">
                <a16:creationId xmlns:a16="http://schemas.microsoft.com/office/drawing/2014/main" id="{E39A5DB6-B408-D8E7-6331-EF6E374CF626}"/>
              </a:ext>
            </a:extLst>
          </p:cNvPr>
          <p:cNvGraphicFramePr>
            <a:graphicFrameLocks noGrp="1"/>
          </p:cNvGraphicFramePr>
          <p:nvPr>
            <p:extLst>
              <p:ext uri="{D42A27DB-BD31-4B8C-83A1-F6EECF244321}">
                <p14:modId xmlns:p14="http://schemas.microsoft.com/office/powerpoint/2010/main" val="2103615938"/>
              </p:ext>
            </p:extLst>
          </p:nvPr>
        </p:nvGraphicFramePr>
        <p:xfrm>
          <a:off x="4575020" y="3547015"/>
          <a:ext cx="5090746" cy="2408185"/>
        </p:xfrm>
        <a:graphic>
          <a:graphicData uri="http://schemas.openxmlformats.org/drawingml/2006/table">
            <a:tbl>
              <a:tblPr firstRow="1" bandRow="1">
                <a:tableStyleId>{5C22544A-7EE6-4342-B048-85BDC9FD1C3A}</a:tableStyleId>
              </a:tblPr>
              <a:tblGrid>
                <a:gridCol w="489962">
                  <a:extLst>
                    <a:ext uri="{9D8B030D-6E8A-4147-A177-3AD203B41FA5}">
                      <a16:colId xmlns:a16="http://schemas.microsoft.com/office/drawing/2014/main" val="2154324548"/>
                    </a:ext>
                  </a:extLst>
                </a:gridCol>
                <a:gridCol w="761206">
                  <a:extLst>
                    <a:ext uri="{9D8B030D-6E8A-4147-A177-3AD203B41FA5}">
                      <a16:colId xmlns:a16="http://schemas.microsoft.com/office/drawing/2014/main" val="357243514"/>
                    </a:ext>
                  </a:extLst>
                </a:gridCol>
                <a:gridCol w="2578342">
                  <a:extLst>
                    <a:ext uri="{9D8B030D-6E8A-4147-A177-3AD203B41FA5}">
                      <a16:colId xmlns:a16="http://schemas.microsoft.com/office/drawing/2014/main" val="1874687076"/>
                    </a:ext>
                  </a:extLst>
                </a:gridCol>
                <a:gridCol w="1261236">
                  <a:extLst>
                    <a:ext uri="{9D8B030D-6E8A-4147-A177-3AD203B41FA5}">
                      <a16:colId xmlns:a16="http://schemas.microsoft.com/office/drawing/2014/main" val="2505023907"/>
                    </a:ext>
                  </a:extLst>
                </a:gridCol>
              </a:tblGrid>
              <a:tr h="234625">
                <a:tc gridSpan="2">
                  <a:txBody>
                    <a:bodyPr/>
                    <a:lstStyle/>
                    <a:p>
                      <a:pPr algn="ctr"/>
                      <a:r>
                        <a:rPr kumimoji="1" lang="ja-JP" altLang="en-US" sz="1000" b="1">
                          <a:solidFill>
                            <a:schemeClr val="bg1"/>
                          </a:solidFill>
                        </a:rPr>
                        <a:t>現行システム</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hMerge="1">
                  <a:txBody>
                    <a:bodyPr/>
                    <a:lstStyle/>
                    <a:p>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00" b="0">
                          <a:solidFill>
                            <a:schemeClr val="bg1"/>
                          </a:solidFill>
                        </a:rPr>
                        <a:t>アウトバウンド業務概要</a:t>
                      </a:r>
                      <a:endParaRPr kumimoji="1" lang="en-US" altLang="ja-JP" sz="1000" b="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000" b="0">
                          <a:solidFill>
                            <a:schemeClr val="bg1"/>
                          </a:solidFill>
                        </a:rPr>
                        <a:t>次期方針</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10650726"/>
                  </a:ext>
                </a:extLst>
              </a:tr>
              <a:tr h="234625">
                <a:tc>
                  <a:txBody>
                    <a:bodyPr/>
                    <a:lstStyle/>
                    <a:p>
                      <a:r>
                        <a:rPr kumimoji="1" lang="ja-JP" altLang="en-US" sz="1000" b="0">
                          <a:solidFill>
                            <a:schemeClr val="tx1"/>
                          </a:solidFill>
                        </a:rPr>
                        <a:t>日興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a:solidFill>
                            <a:schemeClr val="tx1"/>
                          </a:solidFill>
                        </a:rPr>
                        <a:t>Avaya AP</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a:solidFill>
                            <a:schemeClr val="tx1"/>
                          </a:solidFill>
                          <a:latin typeface="+mn-ea"/>
                          <a:ea typeface="+mn-ea"/>
                        </a:rPr>
                        <a:t>営業系</a:t>
                      </a:r>
                      <a:endParaRPr kumimoji="1" lang="en-US" altLang="ja-JP" sz="900" b="1" u="sng">
                        <a:solidFill>
                          <a:schemeClr val="tx1"/>
                        </a:solidFill>
                        <a:latin typeface="+mn-ea"/>
                        <a:ea typeface="+mn-ea"/>
                      </a:endParaRPr>
                    </a:p>
                    <a:p>
                      <a:r>
                        <a:rPr kumimoji="1" lang="ja-JP" altLang="en-US" sz="800" b="0">
                          <a:solidFill>
                            <a:schemeClr val="tx1"/>
                          </a:solidFill>
                        </a:rPr>
                        <a:t>（リスト架電：オペレータが架電先を確認して１件ずつ架電）</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a:solidFill>
                            <a:schemeClr val="tx1"/>
                          </a:solidFill>
                        </a:rPr>
                        <a:t>顧客管理アプリにてリスト架電機能の開発を検討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460998"/>
                  </a:ext>
                </a:extLst>
              </a:tr>
              <a:tr h="234625">
                <a:tc>
                  <a:txBody>
                    <a:bodyPr/>
                    <a:lstStyle/>
                    <a:p>
                      <a:r>
                        <a:rPr kumimoji="1" lang="en-US" altLang="ja-JP" sz="1000" b="0">
                          <a:solidFill>
                            <a:schemeClr val="tx1"/>
                          </a:solidFill>
                        </a:rPr>
                        <a:t>SMCC</a:t>
                      </a:r>
                      <a:endParaRPr kumimoji="1" lang="ja-JP" altLang="en-US"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a:solidFill>
                            <a:schemeClr val="tx1"/>
                          </a:solidFill>
                        </a:rPr>
                        <a:t>Aspect Unified IP</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a:solidFill>
                            <a:schemeClr val="tx1"/>
                          </a:solidFill>
                          <a:latin typeface="+mn-ea"/>
                          <a:ea typeface="+mn-ea"/>
                        </a:rPr>
                        <a:t>簡易 延滞督促</a:t>
                      </a:r>
                      <a:endParaRPr kumimoji="1" lang="en-US" altLang="ja-JP" sz="900" b="1" u="sng">
                        <a:solidFill>
                          <a:schemeClr val="tx1"/>
                        </a:solidFill>
                        <a:latin typeface="+mn-ea"/>
                        <a:ea typeface="+mn-ea"/>
                      </a:endParaRPr>
                    </a:p>
                    <a:p>
                      <a:r>
                        <a:rPr kumimoji="1" lang="ja-JP" altLang="en-US" sz="800" b="0">
                          <a:solidFill>
                            <a:schemeClr val="tx1"/>
                          </a:solidFill>
                        </a:rPr>
                        <a:t>（オペレータ稼働状況を考慮せずに自動架電を実施。</a:t>
                      </a:r>
                      <a:r>
                        <a:rPr kumimoji="1" lang="en-US" altLang="ja-JP" sz="800" b="0">
                          <a:solidFill>
                            <a:schemeClr val="tx1"/>
                          </a:solidFill>
                        </a:rPr>
                        <a:t>IVR</a:t>
                      </a:r>
                      <a:r>
                        <a:rPr kumimoji="1" lang="ja-JP" altLang="en-US" sz="800" b="0">
                          <a:solidFill>
                            <a:schemeClr val="tx1"/>
                          </a:solidFill>
                        </a:rPr>
                        <a:t>による自動完結が出来ない場合はオペレータに外線転送）</a:t>
                      </a:r>
                      <a:endParaRPr kumimoji="1" lang="en-US" altLang="ja-JP" sz="800" b="0">
                        <a:solidFill>
                          <a:schemeClr val="tx1"/>
                        </a:solidFill>
                      </a:endParaRPr>
                    </a:p>
                    <a:p>
                      <a:r>
                        <a:rPr kumimoji="1" lang="en-US" altLang="ja-JP" sz="800" b="0">
                          <a:solidFill>
                            <a:schemeClr val="tx1"/>
                          </a:solidFill>
                        </a:rPr>
                        <a:t>※JRI</a:t>
                      </a:r>
                      <a:r>
                        <a:rPr kumimoji="1" lang="ja-JP" altLang="en-US" sz="800" b="0">
                          <a:solidFill>
                            <a:schemeClr val="tx1"/>
                          </a:solidFill>
                        </a:rPr>
                        <a:t>所管外</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kumimoji="1" lang="ja-JP" altLang="en-US" sz="900" b="0">
                          <a:solidFill>
                            <a:schemeClr val="tx1"/>
                          </a:solidFill>
                        </a:rPr>
                        <a:t>製品選定中。</a:t>
                      </a:r>
                      <a:endParaRPr kumimoji="1" lang="en-US" altLang="ja-JP" sz="900" b="0">
                        <a:solidFill>
                          <a:schemeClr val="tx1"/>
                        </a:solidFill>
                      </a:endParaRPr>
                    </a:p>
                    <a:p>
                      <a:r>
                        <a:rPr kumimoji="1" lang="en-US" altLang="ja-JP" sz="900" b="0">
                          <a:solidFill>
                            <a:schemeClr val="tx1"/>
                          </a:solidFill>
                        </a:rPr>
                        <a:t>PD</a:t>
                      </a:r>
                      <a:r>
                        <a:rPr kumimoji="1" lang="ja-JP" altLang="en-US" sz="900" b="0">
                          <a:solidFill>
                            <a:schemeClr val="tx1"/>
                          </a:solidFill>
                        </a:rPr>
                        <a:t>架電は必須要件とはせず、オペレータ転送時に顧客電話番号の引継が出来る方法を検討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7466846"/>
                  </a:ext>
                </a:extLst>
              </a:tr>
              <a:tr h="234625">
                <a:tc rowSpan="2">
                  <a:txBody>
                    <a:bodyPr/>
                    <a:lstStyle/>
                    <a:p>
                      <a:r>
                        <a:rPr kumimoji="1" lang="ja-JP" altLang="en-US" sz="1000" b="0">
                          <a:solidFill>
                            <a:schemeClr val="tx1"/>
                          </a:solidFill>
                        </a:rPr>
                        <a:t>旧</a:t>
                      </a:r>
                      <a:r>
                        <a:rPr kumimoji="1" lang="en-US" altLang="ja-JP" sz="1000" b="0">
                          <a:solidFill>
                            <a:schemeClr val="tx1"/>
                          </a:solidFill>
                        </a:rPr>
                        <a:t>FS</a:t>
                      </a:r>
                      <a:endParaRPr kumimoji="1" lang="ja-JP" altLang="en-US"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a:solidFill>
                            <a:schemeClr val="tx1"/>
                          </a:solidFill>
                        </a:rPr>
                        <a:t>Genesys OCS</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a:solidFill>
                            <a:schemeClr val="tx1"/>
                          </a:solidFill>
                        </a:rPr>
                        <a:t>高機能 延滞督促</a:t>
                      </a:r>
                      <a:endParaRPr kumimoji="1" lang="en-US" altLang="ja-JP" sz="900" b="1" u="sng">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a:solidFill>
                            <a:schemeClr val="tx1"/>
                          </a:solidFill>
                          <a:latin typeface="+mn-ea"/>
                          <a:ea typeface="+mn-ea"/>
                        </a:rPr>
                        <a:t>（オペレータ稼働状況を考慮し</a:t>
                      </a:r>
                      <a:r>
                        <a:rPr kumimoji="1" lang="en-US" altLang="ja-JP" sz="800" b="0">
                          <a:solidFill>
                            <a:schemeClr val="tx1"/>
                          </a:solidFill>
                          <a:latin typeface="+mn-ea"/>
                          <a:ea typeface="+mn-ea"/>
                        </a:rPr>
                        <a:t>PD</a:t>
                      </a:r>
                      <a:r>
                        <a:rPr kumimoji="1" lang="ja-JP" altLang="en-US" sz="800" b="0">
                          <a:solidFill>
                            <a:schemeClr val="tx1"/>
                          </a:solidFill>
                          <a:latin typeface="+mn-ea"/>
                          <a:ea typeface="+mn-ea"/>
                        </a:rPr>
                        <a:t>架電を実施。</a:t>
                      </a:r>
                      <a:r>
                        <a:rPr kumimoji="1" lang="en-US" altLang="ja-JP" sz="800" b="0">
                          <a:solidFill>
                            <a:schemeClr val="tx1"/>
                          </a:solidFill>
                          <a:latin typeface="+mn-ea"/>
                          <a:ea typeface="+mn-ea"/>
                        </a:rPr>
                        <a:t>IVR</a:t>
                      </a:r>
                      <a:r>
                        <a:rPr kumimoji="1" lang="ja-JP" altLang="en-US" sz="800" b="0">
                          <a:solidFill>
                            <a:schemeClr val="tx1"/>
                          </a:solidFill>
                          <a:latin typeface="+mn-ea"/>
                          <a:ea typeface="+mn-ea"/>
                        </a:rPr>
                        <a:t>による自動完結が出来ない場合はオペレータ転送（</a:t>
                      </a:r>
                      <a:r>
                        <a:rPr kumimoji="1" lang="en-US" altLang="ja-JP" sz="800" b="0">
                          <a:solidFill>
                            <a:schemeClr val="tx1"/>
                          </a:solidFill>
                          <a:latin typeface="+mn-ea"/>
                          <a:ea typeface="+mn-ea"/>
                        </a:rPr>
                        <a:t>UUI</a:t>
                      </a:r>
                      <a:r>
                        <a:rPr kumimoji="1" lang="ja-JP" altLang="en-US" sz="800" b="0">
                          <a:solidFill>
                            <a:schemeClr val="tx1"/>
                          </a:solidFill>
                          <a:latin typeface="+mn-ea"/>
                          <a:ea typeface="+mn-ea"/>
                        </a:rPr>
                        <a:t>連携有））</a:t>
                      </a:r>
                      <a:endParaRPr kumimoji="1" lang="en-US" altLang="ja-JP" sz="800" b="0">
                        <a:solidFill>
                          <a:schemeClr val="tx1"/>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0289012"/>
                  </a:ext>
                </a:extLst>
              </a:tr>
              <a:tr h="234625">
                <a:tc vMerge="1">
                  <a:txBody>
                    <a:bodyPr/>
                    <a:lstStyle/>
                    <a:p>
                      <a:endParaRPr kumimoji="1" lang="ja-JP" altLang="en-US"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900" b="0">
                          <a:solidFill>
                            <a:schemeClr val="tx1"/>
                          </a:solidFill>
                        </a:rPr>
                        <a:t>Avaya APC</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a:solidFill>
                            <a:schemeClr val="tx1"/>
                          </a:solidFill>
                          <a:latin typeface="+mn-ea"/>
                          <a:ea typeface="+mn-ea"/>
                        </a:rPr>
                        <a:t>営業系</a:t>
                      </a:r>
                      <a:endParaRPr kumimoji="1" lang="en-US" altLang="ja-JP" sz="900" b="1" u="sng">
                        <a:solidFill>
                          <a:schemeClr val="tx1"/>
                        </a:solidFill>
                        <a:latin typeface="+mn-ea"/>
                        <a:ea typeface="+mn-ea"/>
                      </a:endParaRPr>
                    </a:p>
                    <a:p>
                      <a:r>
                        <a:rPr kumimoji="1" lang="ja-JP" altLang="en-US" sz="800" b="0">
                          <a:solidFill>
                            <a:schemeClr val="tx1"/>
                          </a:solidFill>
                        </a:rPr>
                        <a:t>（リスト架電：オペレータが架電先を確認して１件ずつ架電）</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a:solidFill>
                            <a:schemeClr val="tx1"/>
                          </a:solidFill>
                        </a:rPr>
                        <a:t>既存</a:t>
                      </a:r>
                      <a:r>
                        <a:rPr kumimoji="1" lang="en-US" altLang="ja-JP" sz="900" b="0">
                          <a:solidFill>
                            <a:schemeClr val="tx1"/>
                          </a:solidFill>
                        </a:rPr>
                        <a:t>SCB</a:t>
                      </a:r>
                      <a:r>
                        <a:rPr kumimoji="1" lang="ja-JP" altLang="en-US" sz="900" b="0">
                          <a:solidFill>
                            <a:schemeClr val="tx1"/>
                          </a:solidFill>
                        </a:rPr>
                        <a:t>を使ったリスト架電機能の開発を検討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8873475"/>
                  </a:ext>
                </a:extLst>
              </a:tr>
              <a:tr h="234625">
                <a:tc>
                  <a:txBody>
                    <a:bodyPr/>
                    <a:lstStyle/>
                    <a:p>
                      <a:r>
                        <a:rPr kumimoji="1" lang="en-US" altLang="ja-JP" sz="1000" b="0">
                          <a:solidFill>
                            <a:schemeClr val="tx1"/>
                          </a:solidFill>
                        </a:rPr>
                        <a:t>CF</a:t>
                      </a:r>
                      <a:endParaRPr kumimoji="1" lang="ja-JP" altLang="en-US" sz="10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a:solidFill>
                            <a:schemeClr val="tx1"/>
                          </a:solidFill>
                        </a:rPr>
                        <a:t>Avaya APC</a:t>
                      </a:r>
                      <a:endParaRPr kumimoji="1" lang="ja-JP" altLang="en-US" sz="900" b="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u="sng">
                          <a:solidFill>
                            <a:schemeClr val="tx1"/>
                          </a:solidFill>
                        </a:rPr>
                        <a:t>高機能 延滞督促</a:t>
                      </a:r>
                      <a:endParaRPr kumimoji="1" lang="en-US" altLang="ja-JP" sz="900" b="1" u="sng">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a:solidFill>
                            <a:schemeClr val="tx1"/>
                          </a:solidFill>
                          <a:latin typeface="+mn-ea"/>
                          <a:ea typeface="+mn-ea"/>
                        </a:rPr>
                        <a:t>（オペレータ稼働状況を考慮し</a:t>
                      </a:r>
                      <a:r>
                        <a:rPr kumimoji="1" lang="en-US" altLang="ja-JP" sz="800" b="0">
                          <a:solidFill>
                            <a:schemeClr val="tx1"/>
                          </a:solidFill>
                          <a:latin typeface="+mn-ea"/>
                          <a:ea typeface="+mn-ea"/>
                        </a:rPr>
                        <a:t>PD</a:t>
                      </a:r>
                      <a:r>
                        <a:rPr kumimoji="1" lang="ja-JP" altLang="en-US" sz="800" b="0">
                          <a:solidFill>
                            <a:schemeClr val="tx1"/>
                          </a:solidFill>
                          <a:latin typeface="+mn-ea"/>
                          <a:ea typeface="+mn-ea"/>
                        </a:rPr>
                        <a:t>架電を実施。</a:t>
                      </a:r>
                      <a:r>
                        <a:rPr kumimoji="1" lang="en-US" altLang="ja-JP" sz="800" b="0">
                          <a:solidFill>
                            <a:schemeClr val="tx1"/>
                          </a:solidFill>
                          <a:latin typeface="+mn-ea"/>
                          <a:ea typeface="+mn-ea"/>
                        </a:rPr>
                        <a:t>IVR</a:t>
                      </a:r>
                      <a:r>
                        <a:rPr kumimoji="1" lang="ja-JP" altLang="en-US" sz="800" b="0">
                          <a:solidFill>
                            <a:schemeClr val="tx1"/>
                          </a:solidFill>
                          <a:latin typeface="+mn-ea"/>
                          <a:ea typeface="+mn-ea"/>
                        </a:rPr>
                        <a:t>による自動完結が出来ない場合はオペレータ転送（</a:t>
                      </a:r>
                      <a:r>
                        <a:rPr kumimoji="1" lang="en-US" altLang="ja-JP" sz="800" b="0">
                          <a:solidFill>
                            <a:schemeClr val="tx1"/>
                          </a:solidFill>
                          <a:latin typeface="+mn-ea"/>
                          <a:ea typeface="+mn-ea"/>
                        </a:rPr>
                        <a:t>UUI</a:t>
                      </a:r>
                      <a:r>
                        <a:rPr kumimoji="1" lang="ja-JP" altLang="en-US" sz="800" b="0">
                          <a:solidFill>
                            <a:schemeClr val="tx1"/>
                          </a:solidFill>
                          <a:latin typeface="+mn-ea"/>
                          <a:ea typeface="+mn-ea"/>
                        </a:rPr>
                        <a:t>連携有））</a:t>
                      </a:r>
                      <a:endParaRPr kumimoji="1" lang="en-US" altLang="ja-JP" sz="800" b="0">
                        <a:solidFill>
                          <a:schemeClr val="tx1"/>
                        </a:solidFill>
                        <a:latin typeface="+mn-ea"/>
                        <a:ea typeface="+mn-ea"/>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0">
                          <a:solidFill>
                            <a:schemeClr val="tx1"/>
                          </a:solidFill>
                        </a:rPr>
                        <a:t>今後検討予定</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7951069"/>
                  </a:ext>
                </a:extLst>
              </a:tr>
            </a:tbl>
          </a:graphicData>
        </a:graphic>
      </p:graphicFrame>
    </p:spTree>
    <p:extLst>
      <p:ext uri="{BB962C8B-B14F-4D97-AF65-F5344CB8AC3E}">
        <p14:creationId xmlns:p14="http://schemas.microsoft.com/office/powerpoint/2010/main" val="2740509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B0B3-A1DF-0474-1A4D-4ED87526B4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990C77-5649-2078-7A12-7C6B5B06EAD5}"/>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ｰ④ 調達商流の見直し：調達商流の見直し）</a:t>
            </a:r>
            <a:endParaRPr kumimoji="1" lang="en-US" altLang="ja-JP" sz="1800">
              <a:latin typeface="+mn-ea"/>
              <a:ea typeface="+mn-ea"/>
            </a:endParaRPr>
          </a:p>
        </p:txBody>
      </p:sp>
      <p:sp>
        <p:nvSpPr>
          <p:cNvPr id="3" name="テキスト ボックス 2">
            <a:extLst>
              <a:ext uri="{FF2B5EF4-FFF2-40B4-BE49-F238E27FC236}">
                <a16:creationId xmlns:a16="http://schemas.microsoft.com/office/drawing/2014/main" id="{33FEA67B-BA9A-AC2D-99F6-09C682BE6D2F}"/>
              </a:ext>
            </a:extLst>
          </p:cNvPr>
          <p:cNvSpPr txBox="1"/>
          <p:nvPr/>
        </p:nvSpPr>
        <p:spPr>
          <a:xfrm>
            <a:off x="220803" y="578006"/>
            <a:ext cx="9685197" cy="738664"/>
          </a:xfrm>
          <a:prstGeom prst="rect">
            <a:avLst/>
          </a:prstGeom>
          <a:noFill/>
        </p:spPr>
        <p:txBody>
          <a:bodyPr wrap="square">
            <a:spAutoFit/>
          </a:bodyPr>
          <a:lstStyle/>
          <a:p>
            <a:pPr eaLnBrk="1" hangingPunct="1">
              <a:spcAft>
                <a:spcPts val="0"/>
              </a:spcAft>
              <a:defRPr/>
            </a:pPr>
            <a:r>
              <a:rPr lang="en-US" altLang="ja-JP" sz="1400">
                <a:latin typeface="+mn-ea"/>
                <a:ea typeface="+mn-ea"/>
              </a:rPr>
              <a:t>Avaya/NICE</a:t>
            </a:r>
            <a:r>
              <a:rPr lang="ja-JP" altLang="en-US" sz="1400">
                <a:latin typeface="+mn-ea"/>
                <a:ea typeface="+mn-ea"/>
              </a:rPr>
              <a:t>のライセンス調達商流は、現行システムと同様に保守ベンダと合わせて</a:t>
            </a:r>
            <a:r>
              <a:rPr lang="en-US" altLang="ja-JP" sz="1400">
                <a:latin typeface="+mn-ea"/>
                <a:ea typeface="+mn-ea"/>
              </a:rPr>
              <a:t>G</a:t>
            </a:r>
            <a:r>
              <a:rPr lang="ja-JP" altLang="en-US" sz="1400">
                <a:latin typeface="+mn-ea"/>
                <a:ea typeface="+mn-ea"/>
              </a:rPr>
              <a:t>会社ごとに決定する。</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調達商流が異なる場合でも、メーカー登録されるカンパニーコードを統一することで</a:t>
            </a:r>
            <a:r>
              <a:rPr lang="en-US" altLang="ja-JP" sz="1400">
                <a:latin typeface="+mn-ea"/>
                <a:ea typeface="+mn-ea"/>
              </a:rPr>
              <a:t>FG</a:t>
            </a:r>
            <a:r>
              <a:rPr lang="ja-JP" altLang="en-US" sz="1400">
                <a:latin typeface="+mn-ea"/>
                <a:ea typeface="+mn-ea"/>
              </a:rPr>
              <a:t>全体でのディスカウントが可能</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保守ベンダ変更が発生する場合には、合わせてライセンス商流を変更予定</a:t>
            </a:r>
            <a:endParaRPr lang="en-US" altLang="ja-JP" sz="1400">
              <a:latin typeface="+mn-ea"/>
              <a:ea typeface="+mn-ea"/>
            </a:endParaRPr>
          </a:p>
        </p:txBody>
      </p:sp>
      <p:sp>
        <p:nvSpPr>
          <p:cNvPr id="4" name="正方形/長方形 3">
            <a:extLst>
              <a:ext uri="{FF2B5EF4-FFF2-40B4-BE49-F238E27FC236}">
                <a16:creationId xmlns:a16="http://schemas.microsoft.com/office/drawing/2014/main" id="{AF0D38BE-9D52-D16A-9ECC-36401F198643}"/>
              </a:ext>
            </a:extLst>
          </p:cNvPr>
          <p:cNvSpPr/>
          <p:nvPr/>
        </p:nvSpPr>
        <p:spPr bwMode="auto">
          <a:xfrm>
            <a:off x="308288" y="1526915"/>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SMBC</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5" name="正方形/長方形 4">
            <a:extLst>
              <a:ext uri="{FF2B5EF4-FFF2-40B4-BE49-F238E27FC236}">
                <a16:creationId xmlns:a16="http://schemas.microsoft.com/office/drawing/2014/main" id="{B2DF0E27-A38B-59F1-9100-8482E388B79A}"/>
              </a:ext>
            </a:extLst>
          </p:cNvPr>
          <p:cNvSpPr/>
          <p:nvPr/>
        </p:nvSpPr>
        <p:spPr bwMode="auto">
          <a:xfrm>
            <a:off x="2790825" y="1526915"/>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600" i="0" u="none" strike="noStrike" cap="none" normalizeH="0" baseline="0">
                <a:ln>
                  <a:noFill/>
                </a:ln>
                <a:solidFill>
                  <a:schemeClr val="tx1"/>
                </a:solidFill>
                <a:effectLst/>
                <a:latin typeface="+mn-ea"/>
                <a:ea typeface="+mn-ea"/>
                <a:cs typeface="Meiryo UI" panose="020B0604030504040204" pitchFamily="50" charset="-128"/>
              </a:rPr>
              <a:t>日興証券</a:t>
            </a:r>
          </a:p>
        </p:txBody>
      </p:sp>
      <p:sp>
        <p:nvSpPr>
          <p:cNvPr id="6" name="正方形/長方形 5">
            <a:extLst>
              <a:ext uri="{FF2B5EF4-FFF2-40B4-BE49-F238E27FC236}">
                <a16:creationId xmlns:a16="http://schemas.microsoft.com/office/drawing/2014/main" id="{1B079358-DC09-645A-9EFF-BE0099DACCC4}"/>
              </a:ext>
            </a:extLst>
          </p:cNvPr>
          <p:cNvSpPr/>
          <p:nvPr/>
        </p:nvSpPr>
        <p:spPr bwMode="auto">
          <a:xfrm>
            <a:off x="5273362" y="1526915"/>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SMCC</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7" name="正方形/長方形 6">
            <a:extLst>
              <a:ext uri="{FF2B5EF4-FFF2-40B4-BE49-F238E27FC236}">
                <a16:creationId xmlns:a16="http://schemas.microsoft.com/office/drawing/2014/main" id="{A42259DB-49AF-175F-BA3E-380051E8D21C}"/>
              </a:ext>
            </a:extLst>
          </p:cNvPr>
          <p:cNvSpPr/>
          <p:nvPr/>
        </p:nvSpPr>
        <p:spPr bwMode="auto">
          <a:xfrm>
            <a:off x="7755899" y="1526914"/>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SMBCCF</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8" name="正方形/長方形 7">
            <a:extLst>
              <a:ext uri="{FF2B5EF4-FFF2-40B4-BE49-F238E27FC236}">
                <a16:creationId xmlns:a16="http://schemas.microsoft.com/office/drawing/2014/main" id="{CFDFEB70-6E4F-0945-CBD5-A52EADBBF5A1}"/>
              </a:ext>
            </a:extLst>
          </p:cNvPr>
          <p:cNvSpPr/>
          <p:nvPr/>
        </p:nvSpPr>
        <p:spPr bwMode="auto">
          <a:xfrm>
            <a:off x="308288" y="3098914"/>
            <a:ext cx="9343086"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JRI</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9" name="正方形/長方形 8">
            <a:extLst>
              <a:ext uri="{FF2B5EF4-FFF2-40B4-BE49-F238E27FC236}">
                <a16:creationId xmlns:a16="http://schemas.microsoft.com/office/drawing/2014/main" id="{333B9666-46BA-043D-2857-17D9E16628D4}"/>
              </a:ext>
            </a:extLst>
          </p:cNvPr>
          <p:cNvSpPr/>
          <p:nvPr/>
        </p:nvSpPr>
        <p:spPr bwMode="auto">
          <a:xfrm>
            <a:off x="2790824" y="2312914"/>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NKSOL</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0" name="正方形/長方形 9">
            <a:extLst>
              <a:ext uri="{FF2B5EF4-FFF2-40B4-BE49-F238E27FC236}">
                <a16:creationId xmlns:a16="http://schemas.microsoft.com/office/drawing/2014/main" id="{A5E1BF53-46ED-62DB-72FC-848D821DCBC6}"/>
              </a:ext>
            </a:extLst>
          </p:cNvPr>
          <p:cNvSpPr/>
          <p:nvPr/>
        </p:nvSpPr>
        <p:spPr bwMode="auto">
          <a:xfrm>
            <a:off x="2790824" y="3884913"/>
            <a:ext cx="6860550" cy="447675"/>
          </a:xfrm>
          <a:prstGeom prst="rect">
            <a:avLst/>
          </a:prstGeom>
          <a:solidFill>
            <a:schemeClr val="bg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err="1">
                <a:ln>
                  <a:noFill/>
                </a:ln>
                <a:solidFill>
                  <a:schemeClr val="tx1"/>
                </a:solidFill>
                <a:effectLst/>
                <a:latin typeface="+mn-ea"/>
                <a:ea typeface="+mn-ea"/>
                <a:cs typeface="Meiryo UI" panose="020B0604030504040204" pitchFamily="50" charset="-128"/>
              </a:rPr>
              <a:t>Kyndrly</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1" name="正方形/長方形 10">
            <a:extLst>
              <a:ext uri="{FF2B5EF4-FFF2-40B4-BE49-F238E27FC236}">
                <a16:creationId xmlns:a16="http://schemas.microsoft.com/office/drawing/2014/main" id="{2E54C431-D971-43B0-58F2-DF7ECDA755A4}"/>
              </a:ext>
            </a:extLst>
          </p:cNvPr>
          <p:cNvSpPr/>
          <p:nvPr/>
        </p:nvSpPr>
        <p:spPr bwMode="auto">
          <a:xfrm>
            <a:off x="308288" y="3884913"/>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err="1">
                <a:ln>
                  <a:noFill/>
                </a:ln>
                <a:solidFill>
                  <a:schemeClr val="tx1"/>
                </a:solidFill>
                <a:effectLst/>
                <a:latin typeface="+mn-ea"/>
                <a:ea typeface="+mn-ea"/>
                <a:cs typeface="Meiryo UI" panose="020B0604030504040204" pitchFamily="50" charset="-128"/>
              </a:rPr>
              <a:t>Kyndrly</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2" name="正方形/長方形 11">
            <a:extLst>
              <a:ext uri="{FF2B5EF4-FFF2-40B4-BE49-F238E27FC236}">
                <a16:creationId xmlns:a16="http://schemas.microsoft.com/office/drawing/2014/main" id="{F29FAE84-8E08-459B-8CC9-6C737FBE611C}"/>
              </a:ext>
            </a:extLst>
          </p:cNvPr>
          <p:cNvSpPr/>
          <p:nvPr/>
        </p:nvSpPr>
        <p:spPr bwMode="auto">
          <a:xfrm>
            <a:off x="308288" y="6242910"/>
            <a:ext cx="9343086"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Avaya</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3" name="正方形/長方形 12">
            <a:extLst>
              <a:ext uri="{FF2B5EF4-FFF2-40B4-BE49-F238E27FC236}">
                <a16:creationId xmlns:a16="http://schemas.microsoft.com/office/drawing/2014/main" id="{62675B7B-E230-7AEB-B44D-A57FF4DE4B7F}"/>
              </a:ext>
            </a:extLst>
          </p:cNvPr>
          <p:cNvSpPr/>
          <p:nvPr/>
        </p:nvSpPr>
        <p:spPr bwMode="auto">
          <a:xfrm>
            <a:off x="308288" y="4670912"/>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CTC</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4" name="正方形/長方形 13">
            <a:extLst>
              <a:ext uri="{FF2B5EF4-FFF2-40B4-BE49-F238E27FC236}">
                <a16:creationId xmlns:a16="http://schemas.microsoft.com/office/drawing/2014/main" id="{AF711E86-2537-91E1-2136-525F4CE37FCC}"/>
              </a:ext>
            </a:extLst>
          </p:cNvPr>
          <p:cNvSpPr/>
          <p:nvPr/>
        </p:nvSpPr>
        <p:spPr bwMode="auto">
          <a:xfrm>
            <a:off x="308288" y="5456911"/>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ja-JP" altLang="en-US" sz="1600" i="0" u="none" strike="noStrike" cap="none" normalizeH="0" baseline="0">
                <a:ln>
                  <a:noFill/>
                </a:ln>
                <a:solidFill>
                  <a:schemeClr val="tx1"/>
                </a:solidFill>
                <a:effectLst/>
                <a:latin typeface="+mn-ea"/>
                <a:ea typeface="+mn-ea"/>
                <a:cs typeface="Meiryo UI" panose="020B0604030504040204" pitchFamily="50" charset="-128"/>
              </a:rPr>
              <a:t>三機</a:t>
            </a:r>
          </a:p>
        </p:txBody>
      </p:sp>
      <p:sp>
        <p:nvSpPr>
          <p:cNvPr id="15" name="正方形/長方形 14">
            <a:extLst>
              <a:ext uri="{FF2B5EF4-FFF2-40B4-BE49-F238E27FC236}">
                <a16:creationId xmlns:a16="http://schemas.microsoft.com/office/drawing/2014/main" id="{4C288EDA-9CCC-FC60-147C-516AF11D328C}"/>
              </a:ext>
            </a:extLst>
          </p:cNvPr>
          <p:cNvSpPr/>
          <p:nvPr/>
        </p:nvSpPr>
        <p:spPr bwMode="auto">
          <a:xfrm>
            <a:off x="2790824" y="4670911"/>
            <a:ext cx="1895475"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CTC</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52EB2C50-6EB5-1987-46FC-CA9284ADEBAB}"/>
              </a:ext>
            </a:extLst>
          </p:cNvPr>
          <p:cNvSpPr/>
          <p:nvPr/>
        </p:nvSpPr>
        <p:spPr bwMode="auto">
          <a:xfrm>
            <a:off x="5273362" y="4670910"/>
            <a:ext cx="4378012" cy="44767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600" i="0" u="none" strike="noStrike" cap="none" normalizeH="0" baseline="0">
                <a:ln>
                  <a:noFill/>
                </a:ln>
                <a:solidFill>
                  <a:schemeClr val="tx1"/>
                </a:solidFill>
                <a:effectLst/>
                <a:latin typeface="+mn-ea"/>
                <a:ea typeface="+mn-ea"/>
                <a:cs typeface="Meiryo UI" panose="020B0604030504040204" pitchFamily="50" charset="-128"/>
              </a:rPr>
              <a:t>MSYS</a:t>
            </a:r>
            <a:endParaRPr kumimoji="1" lang="ja-JP" altLang="en-US" sz="1600" i="0" u="none" strike="noStrike" cap="none" normalizeH="0" baseline="0">
              <a:ln>
                <a:noFill/>
              </a:ln>
              <a:solidFill>
                <a:schemeClr val="tx1"/>
              </a:solidFill>
              <a:effectLst/>
              <a:latin typeface="+mn-ea"/>
              <a:ea typeface="+mn-ea"/>
              <a:cs typeface="Meiryo UI" panose="020B0604030504040204" pitchFamily="50" charset="-128"/>
            </a:endParaRPr>
          </a:p>
        </p:txBody>
      </p:sp>
      <p:cxnSp>
        <p:nvCxnSpPr>
          <p:cNvPr id="17" name="直線矢印コネクタ 16">
            <a:extLst>
              <a:ext uri="{FF2B5EF4-FFF2-40B4-BE49-F238E27FC236}">
                <a16:creationId xmlns:a16="http://schemas.microsoft.com/office/drawing/2014/main" id="{79C91E9E-781E-725F-EA2C-58C2B90609B3}"/>
              </a:ext>
            </a:extLst>
          </p:cNvPr>
          <p:cNvCxnSpPr>
            <a:stCxn id="4" idx="2"/>
          </p:cNvCxnSpPr>
          <p:nvPr/>
        </p:nvCxnSpPr>
        <p:spPr bwMode="auto">
          <a:xfrm flipH="1">
            <a:off x="1256025" y="1974590"/>
            <a:ext cx="1" cy="1124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線矢印コネクタ 17">
            <a:extLst>
              <a:ext uri="{FF2B5EF4-FFF2-40B4-BE49-F238E27FC236}">
                <a16:creationId xmlns:a16="http://schemas.microsoft.com/office/drawing/2014/main" id="{4BE525FB-5332-76C2-1D98-751A34DD2075}"/>
              </a:ext>
            </a:extLst>
          </p:cNvPr>
          <p:cNvCxnSpPr>
            <a:endCxn id="11" idx="0"/>
          </p:cNvCxnSpPr>
          <p:nvPr/>
        </p:nvCxnSpPr>
        <p:spPr bwMode="auto">
          <a:xfrm>
            <a:off x="1256026" y="3546589"/>
            <a:ext cx="0" cy="338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矢印コネクタ 18">
            <a:extLst>
              <a:ext uri="{FF2B5EF4-FFF2-40B4-BE49-F238E27FC236}">
                <a16:creationId xmlns:a16="http://schemas.microsoft.com/office/drawing/2014/main" id="{4B1BC40D-A012-4FBC-5929-20CE124D6A04}"/>
              </a:ext>
            </a:extLst>
          </p:cNvPr>
          <p:cNvCxnSpPr>
            <a:stCxn id="11" idx="2"/>
            <a:endCxn id="13" idx="0"/>
          </p:cNvCxnSpPr>
          <p:nvPr/>
        </p:nvCxnSpPr>
        <p:spPr bwMode="auto">
          <a:xfrm>
            <a:off x="1256026" y="4332588"/>
            <a:ext cx="0" cy="338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矢印コネクタ 19">
            <a:extLst>
              <a:ext uri="{FF2B5EF4-FFF2-40B4-BE49-F238E27FC236}">
                <a16:creationId xmlns:a16="http://schemas.microsoft.com/office/drawing/2014/main" id="{5F75C422-2E99-1FC3-6A52-392F31FA2E4A}"/>
              </a:ext>
            </a:extLst>
          </p:cNvPr>
          <p:cNvCxnSpPr>
            <a:stCxn id="13" idx="2"/>
            <a:endCxn id="14" idx="0"/>
          </p:cNvCxnSpPr>
          <p:nvPr/>
        </p:nvCxnSpPr>
        <p:spPr bwMode="auto">
          <a:xfrm>
            <a:off x="1256026" y="5118587"/>
            <a:ext cx="0" cy="338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線矢印コネクタ 20">
            <a:extLst>
              <a:ext uri="{FF2B5EF4-FFF2-40B4-BE49-F238E27FC236}">
                <a16:creationId xmlns:a16="http://schemas.microsoft.com/office/drawing/2014/main" id="{C481B669-C576-8A7D-4AF2-261FE9108453}"/>
              </a:ext>
            </a:extLst>
          </p:cNvPr>
          <p:cNvCxnSpPr>
            <a:stCxn id="14" idx="2"/>
          </p:cNvCxnSpPr>
          <p:nvPr/>
        </p:nvCxnSpPr>
        <p:spPr bwMode="auto">
          <a:xfrm>
            <a:off x="1256026" y="5904586"/>
            <a:ext cx="0" cy="338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矢印コネクタ 21">
            <a:extLst>
              <a:ext uri="{FF2B5EF4-FFF2-40B4-BE49-F238E27FC236}">
                <a16:creationId xmlns:a16="http://schemas.microsoft.com/office/drawing/2014/main" id="{641F1453-0B7A-15BE-9459-475E7706425A}"/>
              </a:ext>
            </a:extLst>
          </p:cNvPr>
          <p:cNvCxnSpPr>
            <a:endCxn id="15" idx="0"/>
          </p:cNvCxnSpPr>
          <p:nvPr/>
        </p:nvCxnSpPr>
        <p:spPr bwMode="auto">
          <a:xfrm>
            <a:off x="3738560" y="3546588"/>
            <a:ext cx="2"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矢印コネクタ 22">
            <a:extLst>
              <a:ext uri="{FF2B5EF4-FFF2-40B4-BE49-F238E27FC236}">
                <a16:creationId xmlns:a16="http://schemas.microsoft.com/office/drawing/2014/main" id="{8BE126DA-6AC9-414D-35B1-80BD92A4D262}"/>
              </a:ext>
            </a:extLst>
          </p:cNvPr>
          <p:cNvCxnSpPr>
            <a:stCxn id="6" idx="2"/>
          </p:cNvCxnSpPr>
          <p:nvPr/>
        </p:nvCxnSpPr>
        <p:spPr bwMode="auto">
          <a:xfrm>
            <a:off x="6221100" y="1974590"/>
            <a:ext cx="0"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矢印コネクタ 23">
            <a:extLst>
              <a:ext uri="{FF2B5EF4-FFF2-40B4-BE49-F238E27FC236}">
                <a16:creationId xmlns:a16="http://schemas.microsoft.com/office/drawing/2014/main" id="{A56FE34B-D899-EBE4-EE37-6CC6E50BB018}"/>
              </a:ext>
            </a:extLst>
          </p:cNvPr>
          <p:cNvCxnSpPr/>
          <p:nvPr/>
        </p:nvCxnSpPr>
        <p:spPr bwMode="auto">
          <a:xfrm>
            <a:off x="6221099" y="3546588"/>
            <a:ext cx="0" cy="1124322"/>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矢印コネクタ 24">
            <a:extLst>
              <a:ext uri="{FF2B5EF4-FFF2-40B4-BE49-F238E27FC236}">
                <a16:creationId xmlns:a16="http://schemas.microsoft.com/office/drawing/2014/main" id="{C07D9064-6B30-A3B2-1083-D0C3B3BCEF42}"/>
              </a:ext>
            </a:extLst>
          </p:cNvPr>
          <p:cNvCxnSpPr>
            <a:stCxn id="7" idx="2"/>
          </p:cNvCxnSpPr>
          <p:nvPr/>
        </p:nvCxnSpPr>
        <p:spPr bwMode="auto">
          <a:xfrm>
            <a:off x="8703637" y="1974589"/>
            <a:ext cx="0"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矢印コネクタ 25">
            <a:extLst>
              <a:ext uri="{FF2B5EF4-FFF2-40B4-BE49-F238E27FC236}">
                <a16:creationId xmlns:a16="http://schemas.microsoft.com/office/drawing/2014/main" id="{8CF9B04D-CCA7-E1F5-9DE5-437E06BD9785}"/>
              </a:ext>
            </a:extLst>
          </p:cNvPr>
          <p:cNvCxnSpPr/>
          <p:nvPr/>
        </p:nvCxnSpPr>
        <p:spPr bwMode="auto">
          <a:xfrm>
            <a:off x="8704910" y="3553057"/>
            <a:ext cx="0" cy="1124322"/>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矢印コネクタ 26">
            <a:extLst>
              <a:ext uri="{FF2B5EF4-FFF2-40B4-BE49-F238E27FC236}">
                <a16:creationId xmlns:a16="http://schemas.microsoft.com/office/drawing/2014/main" id="{50ED5A57-A749-9A41-D667-CA7CEB266527}"/>
              </a:ext>
            </a:extLst>
          </p:cNvPr>
          <p:cNvCxnSpPr>
            <a:stCxn id="5" idx="2"/>
            <a:endCxn id="9" idx="0"/>
          </p:cNvCxnSpPr>
          <p:nvPr/>
        </p:nvCxnSpPr>
        <p:spPr bwMode="auto">
          <a:xfrm flipH="1">
            <a:off x="3738562" y="1974590"/>
            <a:ext cx="1" cy="3383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矢印コネクタ 27">
            <a:extLst>
              <a:ext uri="{FF2B5EF4-FFF2-40B4-BE49-F238E27FC236}">
                <a16:creationId xmlns:a16="http://schemas.microsoft.com/office/drawing/2014/main" id="{755F0500-3ABC-DE58-B802-0249583F330F}"/>
              </a:ext>
            </a:extLst>
          </p:cNvPr>
          <p:cNvCxnSpPr>
            <a:stCxn id="9" idx="2"/>
          </p:cNvCxnSpPr>
          <p:nvPr/>
        </p:nvCxnSpPr>
        <p:spPr bwMode="auto">
          <a:xfrm flipH="1">
            <a:off x="3738560" y="2760589"/>
            <a:ext cx="2" cy="338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矢印コネクタ 28">
            <a:extLst>
              <a:ext uri="{FF2B5EF4-FFF2-40B4-BE49-F238E27FC236}">
                <a16:creationId xmlns:a16="http://schemas.microsoft.com/office/drawing/2014/main" id="{376CE061-3430-BC91-A850-A77983CAEB91}"/>
              </a:ext>
            </a:extLst>
          </p:cNvPr>
          <p:cNvCxnSpPr>
            <a:stCxn id="15" idx="2"/>
          </p:cNvCxnSpPr>
          <p:nvPr/>
        </p:nvCxnSpPr>
        <p:spPr bwMode="auto">
          <a:xfrm>
            <a:off x="3738562" y="5118586"/>
            <a:ext cx="0"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矢印コネクタ 29">
            <a:extLst>
              <a:ext uri="{FF2B5EF4-FFF2-40B4-BE49-F238E27FC236}">
                <a16:creationId xmlns:a16="http://schemas.microsoft.com/office/drawing/2014/main" id="{35FD7276-987A-5E08-5914-9BD8B719E129}"/>
              </a:ext>
            </a:extLst>
          </p:cNvPr>
          <p:cNvCxnSpPr/>
          <p:nvPr/>
        </p:nvCxnSpPr>
        <p:spPr bwMode="auto">
          <a:xfrm>
            <a:off x="6221099" y="5118585"/>
            <a:ext cx="0"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矢印コネクタ 30">
            <a:extLst>
              <a:ext uri="{FF2B5EF4-FFF2-40B4-BE49-F238E27FC236}">
                <a16:creationId xmlns:a16="http://schemas.microsoft.com/office/drawing/2014/main" id="{A45318F6-BA39-0F24-2F3C-A02E08713367}"/>
              </a:ext>
            </a:extLst>
          </p:cNvPr>
          <p:cNvCxnSpPr/>
          <p:nvPr/>
        </p:nvCxnSpPr>
        <p:spPr bwMode="auto">
          <a:xfrm>
            <a:off x="8703634" y="5118585"/>
            <a:ext cx="2" cy="1124323"/>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吹き出し: 角を丸めた四角形 31">
            <a:extLst>
              <a:ext uri="{FF2B5EF4-FFF2-40B4-BE49-F238E27FC236}">
                <a16:creationId xmlns:a16="http://schemas.microsoft.com/office/drawing/2014/main" id="{1D7CD7F6-F49C-8956-90B4-CD14AABD6EC2}"/>
              </a:ext>
            </a:extLst>
          </p:cNvPr>
          <p:cNvSpPr/>
          <p:nvPr/>
        </p:nvSpPr>
        <p:spPr bwMode="auto">
          <a:xfrm>
            <a:off x="6868801" y="3667542"/>
            <a:ext cx="2134871" cy="447676"/>
          </a:xfrm>
          <a:prstGeom prst="wedgeRoundRectCallout">
            <a:avLst>
              <a:gd name="adj1" fmla="val -59971"/>
              <a:gd name="adj2" fmla="val 33533"/>
              <a:gd name="adj3" fmla="val 16667"/>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en-US" altLang="ja-JP" i="0" u="none" strike="noStrike" cap="none" normalizeH="0" baseline="0">
                <a:ln>
                  <a:noFill/>
                </a:ln>
                <a:solidFill>
                  <a:schemeClr val="tx1"/>
                </a:solidFill>
                <a:effectLst/>
                <a:latin typeface="+mn-ea"/>
                <a:ea typeface="+mn-ea"/>
                <a:cs typeface="Meiryo UI" panose="020B0604030504040204" pitchFamily="50" charset="-128"/>
              </a:rPr>
              <a:t>2025/3</a:t>
            </a:r>
            <a:r>
              <a:rPr kumimoji="1" lang="ja-JP" altLang="en-US" i="0" u="none" strike="noStrike" cap="none" normalizeH="0" baseline="0">
                <a:ln>
                  <a:noFill/>
                </a:ln>
                <a:solidFill>
                  <a:schemeClr val="tx1"/>
                </a:solidFill>
                <a:effectLst/>
                <a:latin typeface="+mn-ea"/>
                <a:ea typeface="+mn-ea"/>
                <a:cs typeface="Meiryo UI" panose="020B0604030504040204" pitchFamily="50" charset="-128"/>
              </a:rPr>
              <a:t>に商流変更</a:t>
            </a:r>
            <a:endParaRPr kumimoji="1" lang="en-US" altLang="ja-JP" i="0" u="none" strike="noStrike" cap="none" normalizeH="0" baseline="0">
              <a:ln>
                <a:noFill/>
              </a:ln>
              <a:solidFill>
                <a:schemeClr val="tx1"/>
              </a:solidFill>
              <a:effectLst/>
              <a:latin typeface="+mn-ea"/>
              <a:ea typeface="+mn-ea"/>
              <a:cs typeface="Meiryo UI" panose="020B0604030504040204" pitchFamily="50" charset="-128"/>
            </a:endParaRPr>
          </a:p>
          <a:p>
            <a:pPr marL="0" marR="0" indent="0" algn="just" defTabSz="742950" rtl="0" eaLnBrk="1" fontAlgn="base" latinLnBrk="0" hangingPunct="1">
              <a:spcBef>
                <a:spcPct val="0"/>
              </a:spcBef>
              <a:spcAft>
                <a:spcPct val="0"/>
              </a:spcAft>
              <a:buClrTx/>
              <a:buSzTx/>
              <a:buFontTx/>
              <a:buNone/>
              <a:tabLst/>
            </a:pPr>
            <a:r>
              <a:rPr lang="en-US" altLang="ja-JP">
                <a:latin typeface="+mn-ea"/>
                <a:ea typeface="+mn-ea"/>
                <a:cs typeface="Meiryo UI" panose="020B0604030504040204" pitchFamily="50" charset="-128"/>
              </a:rPr>
              <a:t>※JRI</a:t>
            </a:r>
            <a:r>
              <a:rPr lang="ja-JP" altLang="en-US">
                <a:latin typeface="+mn-ea"/>
                <a:ea typeface="+mn-ea"/>
                <a:cs typeface="Meiryo UI" panose="020B0604030504040204" pitchFamily="50" charset="-128"/>
              </a:rPr>
              <a:t>⇔</a:t>
            </a:r>
            <a:r>
              <a:rPr lang="en-US" altLang="ja-JP">
                <a:latin typeface="+mn-ea"/>
                <a:ea typeface="+mn-ea"/>
                <a:cs typeface="Meiryo UI" panose="020B0604030504040204" pitchFamily="50" charset="-128"/>
              </a:rPr>
              <a:t>CTC/MSYS</a:t>
            </a:r>
            <a:r>
              <a:rPr lang="ja-JP" altLang="en-US">
                <a:latin typeface="+mn-ea"/>
                <a:ea typeface="+mn-ea"/>
                <a:cs typeface="Meiryo UI" panose="020B0604030504040204" pitchFamily="50" charset="-128"/>
              </a:rPr>
              <a:t>直契約化</a:t>
            </a:r>
            <a:endParaRPr kumimoji="1" lang="ja-JP" altLang="en-US"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3097415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6C0B-4091-BD97-BD2A-91B203A8ED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09C407-B22F-0072-177A-1046B2199F56}"/>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ｰ④ 調達商流の見直し：契約内容の見直し）</a:t>
            </a:r>
            <a:endParaRPr kumimoji="1" lang="en-US" altLang="ja-JP" sz="1800">
              <a:latin typeface="+mn-ea"/>
              <a:ea typeface="+mn-ea"/>
            </a:endParaRPr>
          </a:p>
        </p:txBody>
      </p:sp>
      <p:sp>
        <p:nvSpPr>
          <p:cNvPr id="3" name="テキスト ボックス 2">
            <a:extLst>
              <a:ext uri="{FF2B5EF4-FFF2-40B4-BE49-F238E27FC236}">
                <a16:creationId xmlns:a16="http://schemas.microsoft.com/office/drawing/2014/main" id="{F26ABAEE-8599-A951-9060-831AB87E1356}"/>
              </a:ext>
            </a:extLst>
          </p:cNvPr>
          <p:cNvSpPr txBox="1"/>
          <p:nvPr/>
        </p:nvSpPr>
        <p:spPr>
          <a:xfrm>
            <a:off x="220803" y="567760"/>
            <a:ext cx="9685197" cy="1169551"/>
          </a:xfrm>
          <a:prstGeom prst="rect">
            <a:avLst/>
          </a:prstGeom>
          <a:noFill/>
        </p:spPr>
        <p:txBody>
          <a:bodyPr wrap="square">
            <a:spAutoFit/>
          </a:bodyPr>
          <a:lstStyle/>
          <a:p>
            <a:pPr eaLnBrk="1" hangingPunct="1">
              <a:spcAft>
                <a:spcPts val="0"/>
              </a:spcAft>
              <a:defRPr/>
            </a:pPr>
            <a:r>
              <a:rPr lang="ja-JP" altLang="en-US" sz="1400">
                <a:latin typeface="+mn-ea"/>
                <a:ea typeface="+mn-ea"/>
              </a:rPr>
              <a:t>現在のライセンス契約は、席数単価を下げるために</a:t>
            </a:r>
            <a:r>
              <a:rPr lang="ja-JP" altLang="en-US" sz="1400">
                <a:latin typeface="Meiryo UI" panose="020B0604030504040204" pitchFamily="50" charset="-128"/>
                <a:ea typeface="Meiryo UI" panose="020B0604030504040204" pitchFamily="50" charset="-128"/>
              </a:rPr>
              <a:t>長期間契約としているが、昨今の利用台数の削減（生成</a:t>
            </a:r>
            <a:r>
              <a:rPr lang="en-US" altLang="ja-JP" sz="1400">
                <a:latin typeface="Meiryo UI" panose="020B0604030504040204" pitchFamily="50" charset="-128"/>
                <a:ea typeface="Meiryo UI" panose="020B0604030504040204" pitchFamily="50" charset="-128"/>
              </a:rPr>
              <a:t>AI</a:t>
            </a:r>
            <a:r>
              <a:rPr lang="ja-JP" altLang="en-US" sz="1400">
                <a:latin typeface="Meiryo UI" panose="020B0604030504040204" pitchFamily="50" charset="-128"/>
                <a:ea typeface="Meiryo UI" panose="020B0604030504040204" pitchFamily="50" charset="-128"/>
              </a:rPr>
              <a:t>の活用等）が求められている状況を踏まえて契約内容の見直しを実施。</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契約期間：各社の計画に合わせて途中解約が可能となるよう単年契約または全期間計画を選択する</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ライセンス譲渡：未使用ライセンスを他社に転用可能となるようライセンスのカンパニーコードを統一する</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ライセンス体系：同時ログインユーザ数ライセンスは単価増となる見込みのため、シート数ライセンスを継続する</a:t>
            </a:r>
            <a:endParaRPr lang="en-US" altLang="ja-JP" sz="1400">
              <a:latin typeface="+mn-ea"/>
              <a:ea typeface="+mn-ea"/>
            </a:endParaRPr>
          </a:p>
        </p:txBody>
      </p:sp>
      <p:graphicFrame>
        <p:nvGraphicFramePr>
          <p:cNvPr id="33" name="表 32">
            <a:extLst>
              <a:ext uri="{FF2B5EF4-FFF2-40B4-BE49-F238E27FC236}">
                <a16:creationId xmlns:a16="http://schemas.microsoft.com/office/drawing/2014/main" id="{7FC8A846-4F79-1C43-B635-4464C787E3AB}"/>
              </a:ext>
            </a:extLst>
          </p:cNvPr>
          <p:cNvGraphicFramePr>
            <a:graphicFrameLocks noGrp="1"/>
          </p:cNvGraphicFramePr>
          <p:nvPr>
            <p:extLst>
              <p:ext uri="{D42A27DB-BD31-4B8C-83A1-F6EECF244321}">
                <p14:modId xmlns:p14="http://schemas.microsoft.com/office/powerpoint/2010/main" val="2290340401"/>
              </p:ext>
            </p:extLst>
          </p:nvPr>
        </p:nvGraphicFramePr>
        <p:xfrm>
          <a:off x="220803" y="1799499"/>
          <a:ext cx="9591236" cy="3050640"/>
        </p:xfrm>
        <a:graphic>
          <a:graphicData uri="http://schemas.openxmlformats.org/drawingml/2006/table">
            <a:tbl>
              <a:tblPr firstRow="1" bandRow="1">
                <a:tableStyleId>{5C22544A-7EE6-4342-B048-85BDC9FD1C3A}</a:tableStyleId>
              </a:tblPr>
              <a:tblGrid>
                <a:gridCol w="491295">
                  <a:extLst>
                    <a:ext uri="{9D8B030D-6E8A-4147-A177-3AD203B41FA5}">
                      <a16:colId xmlns:a16="http://schemas.microsoft.com/office/drawing/2014/main" val="116094207"/>
                    </a:ext>
                  </a:extLst>
                </a:gridCol>
                <a:gridCol w="2874479">
                  <a:extLst>
                    <a:ext uri="{9D8B030D-6E8A-4147-A177-3AD203B41FA5}">
                      <a16:colId xmlns:a16="http://schemas.microsoft.com/office/drawing/2014/main" val="3322080614"/>
                    </a:ext>
                  </a:extLst>
                </a:gridCol>
                <a:gridCol w="2759102">
                  <a:extLst>
                    <a:ext uri="{9D8B030D-6E8A-4147-A177-3AD203B41FA5}">
                      <a16:colId xmlns:a16="http://schemas.microsoft.com/office/drawing/2014/main" val="1621574184"/>
                    </a:ext>
                  </a:extLst>
                </a:gridCol>
                <a:gridCol w="3466360">
                  <a:extLst>
                    <a:ext uri="{9D8B030D-6E8A-4147-A177-3AD203B41FA5}">
                      <a16:colId xmlns:a16="http://schemas.microsoft.com/office/drawing/2014/main" val="4216761080"/>
                    </a:ext>
                  </a:extLst>
                </a:gridCol>
              </a:tblGrid>
              <a:tr h="153998">
                <a:tc>
                  <a:txBody>
                    <a:bodyPr/>
                    <a:lstStyle/>
                    <a:p>
                      <a:pPr algn="ctr"/>
                      <a:r>
                        <a:rPr kumimoji="1" lang="ja-JP" altLang="en-US" sz="1200" b="0">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現状</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あるべき姿</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対応方針</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113356">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Avaya</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サブスクライセンス（シート数）の</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契約期間がシステム終局までとなっており、</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契約期間中の解約が出来ない</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endPar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Avaya</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サブスクライセンス（シート数）の</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契約期間を１年に変更</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し、不要となったシートライセンスの解約を可能とする。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・各社の計画に合わせて</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契約期間を選択</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出来るようにする。（</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単年契約・全期間契約</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全期間契約の場合と比べて</a:t>
                      </a:r>
                      <a:r>
                        <a:rPr kumimoji="1" lang="en-US" altLang="ja-JP"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割単価増</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となるが、席数が</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半減見込であれば単年契約にしてもメリット有</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77112"/>
                  </a:ext>
                </a:extLst>
              </a:tr>
              <a:tr h="0">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２</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・電話機の増設をしたいが、ライセンス追加可能期間を過ぎた場合に</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ライセンス購入が不可となり、増席が出来ない</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・電話機の減により</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未使用ライセンス</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が存在するが、</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契約期間内のため解約が出来ない</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・ライセンスを</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が保有し、</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各社間での譲渡が可能とすることで、他社の未使用ライセンスを転用し、増設を可能</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とする。</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Avaya</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より</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カンパニーコードを統一することでライセンス転用可能</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であることを確認。</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・ライセンス転用の場合は、転用元・転用先での契約変更（サブルク利用期間変更等）が必要。</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518408"/>
                  </a:ext>
                </a:extLst>
              </a:tr>
              <a:tr h="125408">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３</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・オペレータはシフト体制であり、</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同時利用はライセンス（シート数）の約半分となっており、ライセンス余剰</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が多くなっている。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同時ログインユーザ数のライセンス購入</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する。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SMFG</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規模のコンタクトセンターでは</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同時ログインユーザ数のライセンスは単価増</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となるため、</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シート数ライセンスを継続</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する。</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ただし、</a:t>
                      </a:r>
                      <a:r>
                        <a:rPr kumimoji="1" lang="ja-JP" altLang="en-US" sz="1200" b="1" u="sng">
                          <a:solidFill>
                            <a:schemeClr val="tx1"/>
                          </a:solidFill>
                          <a:latin typeface="Meiryo UI" panose="020B0604030504040204" pitchFamily="50" charset="-128"/>
                          <a:ea typeface="Meiryo UI" panose="020B0604030504040204" pitchFamily="50" charset="-128"/>
                          <a:cs typeface="Meiryo UI" panose="020B0604030504040204" pitchFamily="50" charset="-128"/>
                        </a:rPr>
                        <a:t>フリーシート化することでシート数ライセンスの場合も利用台数の削減</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が可能。</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872542"/>
                  </a:ext>
                </a:extLst>
              </a:tr>
            </a:tbl>
          </a:graphicData>
        </a:graphic>
      </p:graphicFrame>
      <p:pic>
        <p:nvPicPr>
          <p:cNvPr id="34" name="図 33">
            <a:extLst>
              <a:ext uri="{FF2B5EF4-FFF2-40B4-BE49-F238E27FC236}">
                <a16:creationId xmlns:a16="http://schemas.microsoft.com/office/drawing/2014/main" id="{AF6FF0AA-B9F1-E9AF-9031-78FF2601042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7382" y="5282292"/>
            <a:ext cx="9520018" cy="1314803"/>
          </a:xfrm>
          <a:prstGeom prst="rect">
            <a:avLst/>
          </a:prstGeom>
        </p:spPr>
      </p:pic>
      <p:sp>
        <p:nvSpPr>
          <p:cNvPr id="35" name="テキスト ボックス 34">
            <a:extLst>
              <a:ext uri="{FF2B5EF4-FFF2-40B4-BE49-F238E27FC236}">
                <a16:creationId xmlns:a16="http://schemas.microsoft.com/office/drawing/2014/main" id="{4CBCF4A6-6338-DB4E-83AE-7B0E7E7B0DDC}"/>
              </a:ext>
            </a:extLst>
          </p:cNvPr>
          <p:cNvSpPr txBox="1"/>
          <p:nvPr/>
        </p:nvSpPr>
        <p:spPr>
          <a:xfrm>
            <a:off x="110401" y="4912327"/>
            <a:ext cx="9685197" cy="307777"/>
          </a:xfrm>
          <a:prstGeom prst="rect">
            <a:avLst/>
          </a:prstGeom>
          <a:noFill/>
        </p:spPr>
        <p:txBody>
          <a:bodyPr wrap="square">
            <a:spAutoFit/>
          </a:bodyPr>
          <a:lstStyle/>
          <a:p>
            <a:pPr eaLnBrk="1" hangingPunct="1">
              <a:spcAft>
                <a:spcPts val="0"/>
              </a:spcAft>
              <a:defRPr/>
            </a:pPr>
            <a:r>
              <a:rPr lang="en-US" altLang="ja-JP" sz="1400">
                <a:latin typeface="+mn-ea"/>
                <a:ea typeface="+mn-ea"/>
              </a:rPr>
              <a:t>【</a:t>
            </a:r>
            <a:r>
              <a:rPr lang="ja-JP" altLang="en-US" sz="1400">
                <a:latin typeface="+mn-ea"/>
                <a:ea typeface="+mn-ea"/>
              </a:rPr>
              <a:t>フリーシート化によるライセンス削減（イメージ）</a:t>
            </a:r>
            <a:r>
              <a:rPr lang="en-US" altLang="ja-JP" sz="1400">
                <a:latin typeface="+mn-ea"/>
                <a:ea typeface="+mn-ea"/>
              </a:rPr>
              <a:t>】</a:t>
            </a:r>
          </a:p>
        </p:txBody>
      </p:sp>
    </p:spTree>
    <p:extLst>
      <p:ext uri="{BB962C8B-B14F-4D97-AF65-F5344CB8AC3E}">
        <p14:creationId xmlns:p14="http://schemas.microsoft.com/office/powerpoint/2010/main" val="1216989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75D6-A47C-FEA2-05A7-CFD99FBC36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E33E15-F553-B4B2-C785-15423386FAE4}"/>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ｰ⑤ 共通化範囲の見直し：</a:t>
            </a:r>
            <a:r>
              <a:rPr lang="en-US" altLang="ja-JP">
                <a:latin typeface="+mn-ea"/>
                <a:ea typeface="+mn-ea"/>
              </a:rPr>
              <a:t>JRI</a:t>
            </a:r>
            <a:r>
              <a:rPr lang="ja-JP" altLang="en-US">
                <a:latin typeface="+mn-ea"/>
                <a:ea typeface="+mn-ea"/>
              </a:rPr>
              <a:t>資産化スキームの継続）</a:t>
            </a:r>
            <a:endParaRPr kumimoji="1" lang="en-US" altLang="ja-JP" sz="1800">
              <a:latin typeface="+mn-ea"/>
              <a:ea typeface="+mn-ea"/>
            </a:endParaRPr>
          </a:p>
        </p:txBody>
      </p:sp>
      <p:sp>
        <p:nvSpPr>
          <p:cNvPr id="3" name="テキスト ボックス 2">
            <a:extLst>
              <a:ext uri="{FF2B5EF4-FFF2-40B4-BE49-F238E27FC236}">
                <a16:creationId xmlns:a16="http://schemas.microsoft.com/office/drawing/2014/main" id="{98F5D6C2-2EBC-1859-B959-619DED70D885}"/>
              </a:ext>
            </a:extLst>
          </p:cNvPr>
          <p:cNvSpPr txBox="1"/>
          <p:nvPr/>
        </p:nvSpPr>
        <p:spPr>
          <a:xfrm>
            <a:off x="220803" y="567760"/>
            <a:ext cx="9685197" cy="523220"/>
          </a:xfrm>
          <a:prstGeom prst="rect">
            <a:avLst/>
          </a:prstGeom>
          <a:noFill/>
        </p:spPr>
        <p:txBody>
          <a:bodyPr wrap="square">
            <a:spAutoFit/>
          </a:bodyPr>
          <a:lstStyle/>
          <a:p>
            <a:pPr eaLnBrk="1" hangingPunct="1">
              <a:spcAft>
                <a:spcPts val="0"/>
              </a:spcAft>
              <a:defRPr/>
            </a:pPr>
            <a:r>
              <a:rPr lang="ja-JP" altLang="en-US" sz="1400">
                <a:latin typeface="+mn-ea"/>
                <a:ea typeface="+mn-ea"/>
              </a:rPr>
              <a:t>更改に際し、コンタクトセンタ共通化のスキームについて</a:t>
            </a:r>
            <a:r>
              <a:rPr lang="en-US" altLang="ja-JP" sz="1400">
                <a:latin typeface="+mn-ea"/>
                <a:ea typeface="+mn-ea"/>
              </a:rPr>
              <a:t>SMBC</a:t>
            </a:r>
            <a:r>
              <a:rPr lang="ja-JP" altLang="en-US" sz="1400">
                <a:latin typeface="+mn-ea"/>
                <a:ea typeface="+mn-ea"/>
              </a:rPr>
              <a:t>資産へ変更すべきか、効率性・妥当性の観点から確認を実施。</a:t>
            </a:r>
            <a:endParaRPr lang="en-US" altLang="ja-JP" sz="1400">
              <a:latin typeface="+mn-ea"/>
              <a:ea typeface="+mn-ea"/>
            </a:endParaRPr>
          </a:p>
          <a:p>
            <a:pPr eaLnBrk="1" hangingPunct="1">
              <a:spcAft>
                <a:spcPts val="0"/>
              </a:spcAft>
              <a:defRPr/>
            </a:pPr>
            <a:r>
              <a:rPr lang="ja-JP" altLang="en-US" sz="1400">
                <a:latin typeface="+mn-ea"/>
                <a:ea typeface="+mn-ea"/>
              </a:rPr>
              <a:t>システム特性</a:t>
            </a:r>
            <a:r>
              <a:rPr lang="en-US" altLang="ja-JP" sz="1400">
                <a:latin typeface="+mn-ea"/>
                <a:ea typeface="+mn-ea"/>
              </a:rPr>
              <a:t>/</a:t>
            </a:r>
            <a:r>
              <a:rPr lang="ja-JP" altLang="en-US" sz="1400">
                <a:latin typeface="+mn-ea"/>
                <a:ea typeface="+mn-ea"/>
              </a:rPr>
              <a:t>業務要件</a:t>
            </a:r>
            <a:r>
              <a:rPr lang="en-US" altLang="ja-JP" sz="1400">
                <a:latin typeface="+mn-ea"/>
                <a:ea typeface="+mn-ea"/>
              </a:rPr>
              <a:t>/</a:t>
            </a:r>
            <a:r>
              <a:rPr lang="ja-JP" altLang="en-US" sz="1400">
                <a:latin typeface="+mn-ea"/>
                <a:ea typeface="+mn-ea"/>
              </a:rPr>
              <a:t>利用割合の判断項目に加えて共同利用化の背景等の補助項目から</a:t>
            </a:r>
            <a:r>
              <a:rPr lang="en-US" altLang="ja-JP" sz="1400">
                <a:latin typeface="+mn-ea"/>
                <a:ea typeface="+mn-ea"/>
              </a:rPr>
              <a:t>JRI</a:t>
            </a:r>
            <a:r>
              <a:rPr lang="ja-JP" altLang="en-US" sz="1400">
                <a:latin typeface="+mn-ea"/>
                <a:ea typeface="+mn-ea"/>
              </a:rPr>
              <a:t>資産化を継続する。</a:t>
            </a:r>
            <a:endParaRPr lang="en-US" altLang="ja-JP" sz="1400">
              <a:latin typeface="+mn-ea"/>
              <a:ea typeface="+mn-ea"/>
            </a:endParaRPr>
          </a:p>
        </p:txBody>
      </p:sp>
      <p:graphicFrame>
        <p:nvGraphicFramePr>
          <p:cNvPr id="4" name="表 3">
            <a:extLst>
              <a:ext uri="{FF2B5EF4-FFF2-40B4-BE49-F238E27FC236}">
                <a16:creationId xmlns:a16="http://schemas.microsoft.com/office/drawing/2014/main" id="{74191FC0-1EB7-73A5-3682-ED00E29DE729}"/>
              </a:ext>
            </a:extLst>
          </p:cNvPr>
          <p:cNvGraphicFramePr>
            <a:graphicFrameLocks noGrp="1"/>
          </p:cNvGraphicFramePr>
          <p:nvPr>
            <p:extLst>
              <p:ext uri="{D42A27DB-BD31-4B8C-83A1-F6EECF244321}">
                <p14:modId xmlns:p14="http://schemas.microsoft.com/office/powerpoint/2010/main" val="2598245171"/>
              </p:ext>
            </p:extLst>
          </p:nvPr>
        </p:nvGraphicFramePr>
        <p:xfrm>
          <a:off x="220803" y="1616619"/>
          <a:ext cx="9591239" cy="1221840"/>
        </p:xfrm>
        <a:graphic>
          <a:graphicData uri="http://schemas.openxmlformats.org/drawingml/2006/table">
            <a:tbl>
              <a:tblPr firstRow="1" bandRow="1">
                <a:tableStyleId>{5C22544A-7EE6-4342-B048-85BDC9FD1C3A}</a:tableStyleId>
              </a:tblPr>
              <a:tblGrid>
                <a:gridCol w="526620">
                  <a:extLst>
                    <a:ext uri="{9D8B030D-6E8A-4147-A177-3AD203B41FA5}">
                      <a16:colId xmlns:a16="http://schemas.microsoft.com/office/drawing/2014/main" val="116094207"/>
                    </a:ext>
                  </a:extLst>
                </a:gridCol>
                <a:gridCol w="1025718">
                  <a:extLst>
                    <a:ext uri="{9D8B030D-6E8A-4147-A177-3AD203B41FA5}">
                      <a16:colId xmlns:a16="http://schemas.microsoft.com/office/drawing/2014/main" val="3257953890"/>
                    </a:ext>
                  </a:extLst>
                </a:gridCol>
                <a:gridCol w="1296062">
                  <a:extLst>
                    <a:ext uri="{9D8B030D-6E8A-4147-A177-3AD203B41FA5}">
                      <a16:colId xmlns:a16="http://schemas.microsoft.com/office/drawing/2014/main" val="3322080614"/>
                    </a:ext>
                  </a:extLst>
                </a:gridCol>
                <a:gridCol w="1773141">
                  <a:extLst>
                    <a:ext uri="{9D8B030D-6E8A-4147-A177-3AD203B41FA5}">
                      <a16:colId xmlns:a16="http://schemas.microsoft.com/office/drawing/2014/main" val="1621574184"/>
                    </a:ext>
                  </a:extLst>
                </a:gridCol>
                <a:gridCol w="2210463">
                  <a:extLst>
                    <a:ext uri="{9D8B030D-6E8A-4147-A177-3AD203B41FA5}">
                      <a16:colId xmlns:a16="http://schemas.microsoft.com/office/drawing/2014/main" val="1257480522"/>
                    </a:ext>
                  </a:extLst>
                </a:gridCol>
                <a:gridCol w="2759235">
                  <a:extLst>
                    <a:ext uri="{9D8B030D-6E8A-4147-A177-3AD203B41FA5}">
                      <a16:colId xmlns:a16="http://schemas.microsoft.com/office/drawing/2014/main" val="4216761080"/>
                    </a:ext>
                  </a:extLst>
                </a:gridCol>
              </a:tblGrid>
              <a:tr h="153998">
                <a:tc>
                  <a:txBody>
                    <a:bodyPr/>
                    <a:lstStyle/>
                    <a:p>
                      <a:pPr algn="ctr"/>
                      <a:r>
                        <a:rPr kumimoji="1" lang="ja-JP" altLang="en-US" sz="1200" b="0">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項目</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資産</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BC</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資産</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理由</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判定結果</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113356">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システム特性</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基盤・インフラ</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業務要件の比重が大きい</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単独で判断しやすいか</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資産：基盤・インフラの要素が大きい</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77112"/>
                  </a:ext>
                </a:extLst>
              </a:tr>
              <a:tr h="0">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２</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業務要件</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各社要件が多い</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要件が多い</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SMBC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がコントロールしやすいか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資産：各社要件に合わせ構築</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518408"/>
                  </a:ext>
                </a:extLst>
              </a:tr>
              <a:tr h="125408">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３</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利用割合</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各社均等</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利用が多い</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SMBC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が主たる受益者か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（オーナーシップを持ちやすいか）</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資産：各社均等で利用</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872542"/>
                  </a:ext>
                </a:extLst>
              </a:tr>
            </a:tbl>
          </a:graphicData>
        </a:graphic>
      </p:graphicFrame>
      <p:sp>
        <p:nvSpPr>
          <p:cNvPr id="5" name="テキスト ボックス 4">
            <a:extLst>
              <a:ext uri="{FF2B5EF4-FFF2-40B4-BE49-F238E27FC236}">
                <a16:creationId xmlns:a16="http://schemas.microsoft.com/office/drawing/2014/main" id="{1C13FDF5-98F0-C1F6-8916-4BFF2259345A}"/>
              </a:ext>
            </a:extLst>
          </p:cNvPr>
          <p:cNvSpPr txBox="1"/>
          <p:nvPr/>
        </p:nvSpPr>
        <p:spPr>
          <a:xfrm>
            <a:off x="220802" y="1308842"/>
            <a:ext cx="9685197" cy="307777"/>
          </a:xfrm>
          <a:prstGeom prst="rect">
            <a:avLst/>
          </a:prstGeom>
          <a:noFill/>
        </p:spPr>
        <p:txBody>
          <a:bodyPr wrap="square">
            <a:spAutoFit/>
          </a:bodyPr>
          <a:lstStyle/>
          <a:p>
            <a:pPr eaLnBrk="1" hangingPunct="1">
              <a:spcAft>
                <a:spcPts val="0"/>
              </a:spcAft>
              <a:defRPr/>
            </a:pPr>
            <a:r>
              <a:rPr lang="ja-JP" altLang="en-US" sz="1400">
                <a:latin typeface="+mn-ea"/>
                <a:ea typeface="+mn-ea"/>
              </a:rPr>
              <a:t>＜判断項目・・・以下の３点を元に各システムごとに判断する</a:t>
            </a:r>
            <a:r>
              <a:rPr lang="en-US" altLang="ja-JP" sz="1400">
                <a:latin typeface="+mn-ea"/>
                <a:ea typeface="+mn-ea"/>
              </a:rPr>
              <a:t>※</a:t>
            </a:r>
            <a:r>
              <a:rPr lang="ja-JP" altLang="en-US" sz="1400">
                <a:latin typeface="+mn-ea"/>
                <a:ea typeface="+mn-ea"/>
              </a:rPr>
              <a:t>＞</a:t>
            </a:r>
            <a:endParaRPr lang="en-US" altLang="ja-JP" sz="1400">
              <a:latin typeface="+mn-ea"/>
              <a:ea typeface="+mn-ea"/>
            </a:endParaRPr>
          </a:p>
        </p:txBody>
      </p:sp>
      <p:sp>
        <p:nvSpPr>
          <p:cNvPr id="6" name="テキスト ボックス 5">
            <a:extLst>
              <a:ext uri="{FF2B5EF4-FFF2-40B4-BE49-F238E27FC236}">
                <a16:creationId xmlns:a16="http://schemas.microsoft.com/office/drawing/2014/main" id="{08B2B36E-F1E0-5E1A-9AA8-D493BC63DA2C}"/>
              </a:ext>
            </a:extLst>
          </p:cNvPr>
          <p:cNvSpPr txBox="1"/>
          <p:nvPr/>
        </p:nvSpPr>
        <p:spPr>
          <a:xfrm>
            <a:off x="220801" y="2846100"/>
            <a:ext cx="9591239" cy="461665"/>
          </a:xfrm>
          <a:prstGeom prst="rect">
            <a:avLst/>
          </a:prstGeom>
          <a:noFill/>
        </p:spPr>
        <p:txBody>
          <a:bodyPr wrap="square">
            <a:spAutoFit/>
          </a:bodyPr>
          <a:lstStyle/>
          <a:p>
            <a:pPr eaLnBrk="1" hangingPunct="1">
              <a:spcAft>
                <a:spcPts val="0"/>
              </a:spcAft>
              <a:defRPr/>
            </a:pPr>
            <a:r>
              <a:rPr lang="en-US" altLang="ja-JP">
                <a:latin typeface="+mn-ea"/>
                <a:ea typeface="+mn-ea"/>
              </a:rPr>
              <a:t>※JRI</a:t>
            </a:r>
            <a:r>
              <a:rPr lang="ja-JP" altLang="en-US">
                <a:latin typeface="+mn-ea"/>
                <a:ea typeface="+mn-ea"/>
              </a:rPr>
              <a:t>商流以外の企業へ展開する場合は</a:t>
            </a:r>
            <a:r>
              <a:rPr lang="en-US" altLang="ja-JP">
                <a:latin typeface="+mn-ea"/>
                <a:ea typeface="+mn-ea"/>
              </a:rPr>
              <a:t>JRI</a:t>
            </a:r>
            <a:r>
              <a:rPr lang="ja-JP" altLang="en-US">
                <a:latin typeface="+mn-ea"/>
                <a:ea typeface="+mn-ea"/>
              </a:rPr>
              <a:t>資産とはしない。</a:t>
            </a:r>
            <a:endParaRPr lang="en-US" altLang="ja-JP">
              <a:latin typeface="+mn-ea"/>
              <a:ea typeface="+mn-ea"/>
            </a:endParaRPr>
          </a:p>
          <a:p>
            <a:pPr eaLnBrk="1" hangingPunct="1">
              <a:spcAft>
                <a:spcPts val="0"/>
              </a:spcAft>
              <a:defRPr/>
            </a:pPr>
            <a:r>
              <a:rPr lang="en-US" altLang="ja-JP">
                <a:latin typeface="+mn-ea"/>
                <a:ea typeface="+mn-ea"/>
              </a:rPr>
              <a:t>※JRI</a:t>
            </a:r>
            <a:r>
              <a:rPr lang="ja-JP" altLang="en-US">
                <a:latin typeface="+mn-ea"/>
                <a:ea typeface="+mn-ea"/>
              </a:rPr>
              <a:t>資産とする場合は、開発規模（</a:t>
            </a:r>
            <a:r>
              <a:rPr lang="en-US" altLang="ja-JP">
                <a:latin typeface="+mn-ea"/>
                <a:ea typeface="+mn-ea"/>
              </a:rPr>
              <a:t>JRI</a:t>
            </a:r>
            <a:r>
              <a:rPr lang="ja-JP" altLang="en-US">
                <a:latin typeface="+mn-ea"/>
                <a:ea typeface="+mn-ea"/>
              </a:rPr>
              <a:t>への資金繰り）への影響を確認する。</a:t>
            </a:r>
            <a:endParaRPr lang="en-US" altLang="ja-JP">
              <a:latin typeface="+mn-ea"/>
              <a:ea typeface="+mn-ea"/>
            </a:endParaRPr>
          </a:p>
        </p:txBody>
      </p:sp>
      <p:graphicFrame>
        <p:nvGraphicFramePr>
          <p:cNvPr id="7" name="表 6">
            <a:extLst>
              <a:ext uri="{FF2B5EF4-FFF2-40B4-BE49-F238E27FC236}">
                <a16:creationId xmlns:a16="http://schemas.microsoft.com/office/drawing/2014/main" id="{F1A837BD-D770-7685-2375-91FB9D94D2FA}"/>
              </a:ext>
            </a:extLst>
          </p:cNvPr>
          <p:cNvGraphicFramePr>
            <a:graphicFrameLocks noGrp="1"/>
          </p:cNvGraphicFramePr>
          <p:nvPr>
            <p:extLst>
              <p:ext uri="{D42A27DB-BD31-4B8C-83A1-F6EECF244321}">
                <p14:modId xmlns:p14="http://schemas.microsoft.com/office/powerpoint/2010/main" val="3250142744"/>
              </p:ext>
            </p:extLst>
          </p:nvPr>
        </p:nvGraphicFramePr>
        <p:xfrm>
          <a:off x="220802" y="3858013"/>
          <a:ext cx="9591239" cy="1881360"/>
        </p:xfrm>
        <a:graphic>
          <a:graphicData uri="http://schemas.openxmlformats.org/drawingml/2006/table">
            <a:tbl>
              <a:tblPr firstRow="1" bandRow="1">
                <a:tableStyleId>{5C22544A-7EE6-4342-B048-85BDC9FD1C3A}</a:tableStyleId>
              </a:tblPr>
              <a:tblGrid>
                <a:gridCol w="526620">
                  <a:extLst>
                    <a:ext uri="{9D8B030D-6E8A-4147-A177-3AD203B41FA5}">
                      <a16:colId xmlns:a16="http://schemas.microsoft.com/office/drawing/2014/main" val="116094207"/>
                    </a:ext>
                  </a:extLst>
                </a:gridCol>
                <a:gridCol w="1025718">
                  <a:extLst>
                    <a:ext uri="{9D8B030D-6E8A-4147-A177-3AD203B41FA5}">
                      <a16:colId xmlns:a16="http://schemas.microsoft.com/office/drawing/2014/main" val="3257953890"/>
                    </a:ext>
                  </a:extLst>
                </a:gridCol>
                <a:gridCol w="1296062">
                  <a:extLst>
                    <a:ext uri="{9D8B030D-6E8A-4147-A177-3AD203B41FA5}">
                      <a16:colId xmlns:a16="http://schemas.microsoft.com/office/drawing/2014/main" val="3322080614"/>
                    </a:ext>
                  </a:extLst>
                </a:gridCol>
                <a:gridCol w="1773141">
                  <a:extLst>
                    <a:ext uri="{9D8B030D-6E8A-4147-A177-3AD203B41FA5}">
                      <a16:colId xmlns:a16="http://schemas.microsoft.com/office/drawing/2014/main" val="1621574184"/>
                    </a:ext>
                  </a:extLst>
                </a:gridCol>
                <a:gridCol w="2210463">
                  <a:extLst>
                    <a:ext uri="{9D8B030D-6E8A-4147-A177-3AD203B41FA5}">
                      <a16:colId xmlns:a16="http://schemas.microsoft.com/office/drawing/2014/main" val="1257480522"/>
                    </a:ext>
                  </a:extLst>
                </a:gridCol>
                <a:gridCol w="2759235">
                  <a:extLst>
                    <a:ext uri="{9D8B030D-6E8A-4147-A177-3AD203B41FA5}">
                      <a16:colId xmlns:a16="http://schemas.microsoft.com/office/drawing/2014/main" val="4216761080"/>
                    </a:ext>
                  </a:extLst>
                </a:gridCol>
              </a:tblGrid>
              <a:tr h="153998">
                <a:tc>
                  <a:txBody>
                    <a:bodyPr/>
                    <a:lstStyle/>
                    <a:p>
                      <a:pPr algn="ctr"/>
                      <a:r>
                        <a:rPr kumimoji="1" lang="ja-JP" altLang="en-US" sz="1200" b="0">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項目</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資産</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en-US" altLang="ja-JP"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BC</a:t>
                      </a: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資産</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理由</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200" b="0">
                          <a:solidFill>
                            <a:schemeClr val="bg1">
                              <a:lumMod val="95000"/>
                            </a:schemeClr>
                          </a:solidFill>
                          <a:latin typeface="Meiryo UI" panose="020B0604030504040204" pitchFamily="50" charset="-128"/>
                          <a:ea typeface="Meiryo UI" panose="020B0604030504040204" pitchFamily="50" charset="-128"/>
                          <a:cs typeface="Meiryo UI" panose="020B0604030504040204" pitchFamily="50" charset="-128"/>
                        </a:rPr>
                        <a:t>判定結果</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175094704"/>
                  </a:ext>
                </a:extLst>
              </a:tr>
              <a:tr h="113356">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１</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現行システム資産保有者</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資産保有</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SMBC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資産保有</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資産譲渡を行うことによる煩雑な事務・契約手続きが発生する</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譲渡しない場合も、請求手続きに伴うタスク主体者が変更となるため、調整負担が発生する</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資産：現行システムは</a:t>
                      </a:r>
                      <a:r>
                        <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rPr>
                        <a:t>が資産保有</a:t>
                      </a:r>
                      <a:endParaRPr kumimoji="1" lang="en-US" altLang="ja-JP" sz="1200" b="0" u="none">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77112"/>
                  </a:ext>
                </a:extLst>
              </a:tr>
              <a:tr h="0">
                <a:tc>
                  <a:txBody>
                    <a:bodyPr/>
                    <a:lstStyle/>
                    <a:p>
                      <a:pPr algn="ctr"/>
                      <a:r>
                        <a:rPr kumimoji="1" lang="ja-JP" altLang="en-US" sz="1200" b="0">
                          <a:latin typeface="Meiryo UI" panose="020B0604030504040204" pitchFamily="50" charset="-128"/>
                          <a:ea typeface="Meiryo UI" panose="020B0604030504040204" pitchFamily="50" charset="-128"/>
                          <a:cs typeface="Meiryo UI" panose="020B0604030504040204" pitchFamily="50" charset="-128"/>
                        </a:rPr>
                        <a:t>２</a:t>
                      </a:r>
                      <a:endParaRPr kumimoji="1" lang="en-US" altLang="ja-JP" sz="12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共同利用の背景</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各社のコストメリットが中心</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ビジネス拡大・戦略実行</a:t>
                      </a: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SMBC</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）のオーナーシップの持ちやすさ（持ちにくさ）</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JRI</a:t>
                      </a:r>
                      <a:r>
                        <a:rPr kumimoji="1" lang="ja-JP" altLang="en-US" sz="1200" b="0">
                          <a:solidFill>
                            <a:schemeClr val="tx1"/>
                          </a:solidFill>
                          <a:latin typeface="Meiryo UI" panose="020B0604030504040204" pitchFamily="50" charset="-128"/>
                          <a:ea typeface="Meiryo UI" panose="020B0604030504040204" pitchFamily="50" charset="-128"/>
                          <a:cs typeface="Meiryo UI" panose="020B0604030504040204" pitchFamily="50" charset="-128"/>
                        </a:rPr>
                        <a:t>資産：システム共同利用によるコスト削減が主目的であり、コンタクトセンター運営は各社で実施</a:t>
                      </a:r>
                      <a:endParaRPr kumimoji="1" lang="en-US" altLang="ja-JP" sz="12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90000" marR="90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7518408"/>
                  </a:ext>
                </a:extLst>
              </a:tr>
            </a:tbl>
          </a:graphicData>
        </a:graphic>
      </p:graphicFrame>
      <p:sp>
        <p:nvSpPr>
          <p:cNvPr id="8" name="テキスト ボックス 7">
            <a:extLst>
              <a:ext uri="{FF2B5EF4-FFF2-40B4-BE49-F238E27FC236}">
                <a16:creationId xmlns:a16="http://schemas.microsoft.com/office/drawing/2014/main" id="{EEDC4537-007E-8DDD-FE13-1E4A9C904CB3}"/>
              </a:ext>
            </a:extLst>
          </p:cNvPr>
          <p:cNvSpPr txBox="1"/>
          <p:nvPr/>
        </p:nvSpPr>
        <p:spPr>
          <a:xfrm>
            <a:off x="220801" y="3550236"/>
            <a:ext cx="9685197" cy="307777"/>
          </a:xfrm>
          <a:prstGeom prst="rect">
            <a:avLst/>
          </a:prstGeom>
          <a:noFill/>
        </p:spPr>
        <p:txBody>
          <a:bodyPr wrap="square">
            <a:spAutoFit/>
          </a:bodyPr>
          <a:lstStyle/>
          <a:p>
            <a:pPr eaLnBrk="1" hangingPunct="1">
              <a:spcAft>
                <a:spcPts val="0"/>
              </a:spcAft>
              <a:defRPr/>
            </a:pPr>
            <a:r>
              <a:rPr lang="ja-JP" altLang="en-US" sz="1400">
                <a:latin typeface="+mn-ea"/>
                <a:ea typeface="+mn-ea"/>
              </a:rPr>
              <a:t>＜補助項目・・・判断項目で判断できない場合に参照する＞</a:t>
            </a:r>
            <a:endParaRPr lang="en-US" altLang="ja-JP" sz="1400">
              <a:latin typeface="+mn-ea"/>
              <a:ea typeface="+mn-ea"/>
            </a:endParaRPr>
          </a:p>
        </p:txBody>
      </p:sp>
      <p:sp>
        <p:nvSpPr>
          <p:cNvPr id="10" name="正方形/長方形 9">
            <a:extLst>
              <a:ext uri="{FF2B5EF4-FFF2-40B4-BE49-F238E27FC236}">
                <a16:creationId xmlns:a16="http://schemas.microsoft.com/office/drawing/2014/main" id="{4B94BE22-281D-7C28-F78D-3345D1E6F1DC}"/>
              </a:ext>
            </a:extLst>
          </p:cNvPr>
          <p:cNvSpPr/>
          <p:nvPr/>
        </p:nvSpPr>
        <p:spPr bwMode="auto">
          <a:xfrm>
            <a:off x="7052247" y="1616619"/>
            <a:ext cx="2759793" cy="1229481"/>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1" name="正方形/長方形 10">
            <a:extLst>
              <a:ext uri="{FF2B5EF4-FFF2-40B4-BE49-F238E27FC236}">
                <a16:creationId xmlns:a16="http://schemas.microsoft.com/office/drawing/2014/main" id="{36D5E826-B4B9-9A24-43D6-C6598976EE08}"/>
              </a:ext>
            </a:extLst>
          </p:cNvPr>
          <p:cNvSpPr/>
          <p:nvPr/>
        </p:nvSpPr>
        <p:spPr bwMode="auto">
          <a:xfrm>
            <a:off x="7052247" y="3872013"/>
            <a:ext cx="2759793" cy="188136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3489949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88F7A-DA06-734B-78B2-8E14860DA74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BD9CAE-0ED7-A59D-D686-822D599ABA1A}"/>
              </a:ext>
            </a:extLst>
          </p:cNvPr>
          <p:cNvSpPr>
            <a:spLocks noGrp="1"/>
          </p:cNvSpPr>
          <p:nvPr>
            <p:ph type="title"/>
          </p:nvPr>
        </p:nvSpPr>
        <p:spPr>
          <a:xfrm>
            <a:off x="574988" y="167415"/>
            <a:ext cx="7715572" cy="338157"/>
          </a:xfrm>
        </p:spPr>
        <p:txBody>
          <a:bodyPr/>
          <a:lstStyle/>
          <a:p>
            <a:pPr marL="0" indent="0" eaLnBrk="1" hangingPunct="1">
              <a:spcAft>
                <a:spcPts val="0"/>
              </a:spcAft>
              <a:defRPr/>
            </a:pPr>
            <a:r>
              <a:rPr lang="en-US" altLang="ja-JP">
                <a:latin typeface="+mn-ea"/>
                <a:ea typeface="+mn-ea"/>
              </a:rPr>
              <a:t>3.</a:t>
            </a:r>
            <a:r>
              <a:rPr lang="ja-JP" altLang="en-US">
                <a:latin typeface="+mn-ea"/>
                <a:ea typeface="+mn-ea"/>
              </a:rPr>
              <a:t>検討結果（</a:t>
            </a:r>
            <a:r>
              <a:rPr lang="en-US" altLang="ja-JP">
                <a:latin typeface="+mn-ea"/>
                <a:ea typeface="+mn-ea"/>
              </a:rPr>
              <a:t>1</a:t>
            </a:r>
            <a:r>
              <a:rPr lang="ja-JP" altLang="en-US">
                <a:latin typeface="+mn-ea"/>
                <a:ea typeface="+mn-ea"/>
              </a:rPr>
              <a:t>ｰ⑤ 共通化範囲の見直し：</a:t>
            </a:r>
            <a:r>
              <a:rPr lang="ja-JP" altLang="en-US" u="sng">
                <a:latin typeface="+mn-ea"/>
                <a:ea typeface="+mn-ea"/>
              </a:rPr>
              <a:t>共同利用資産対象範囲</a:t>
            </a:r>
            <a:r>
              <a:rPr lang="ja-JP" altLang="en-US">
                <a:latin typeface="+mn-ea"/>
                <a:ea typeface="+mn-ea"/>
              </a:rPr>
              <a:t>の見直し）</a:t>
            </a:r>
            <a:endParaRPr kumimoji="1" lang="en-US" altLang="ja-JP" sz="1800">
              <a:latin typeface="+mn-ea"/>
              <a:ea typeface="+mn-ea"/>
            </a:endParaRPr>
          </a:p>
        </p:txBody>
      </p:sp>
      <p:sp>
        <p:nvSpPr>
          <p:cNvPr id="3" name="テキスト ボックス 2">
            <a:extLst>
              <a:ext uri="{FF2B5EF4-FFF2-40B4-BE49-F238E27FC236}">
                <a16:creationId xmlns:a16="http://schemas.microsoft.com/office/drawing/2014/main" id="{53E83215-96A6-3E7A-1C36-63A509642093}"/>
              </a:ext>
            </a:extLst>
          </p:cNvPr>
          <p:cNvSpPr txBox="1"/>
          <p:nvPr/>
        </p:nvSpPr>
        <p:spPr>
          <a:xfrm>
            <a:off x="220803" y="567760"/>
            <a:ext cx="9685197" cy="954107"/>
          </a:xfrm>
          <a:prstGeom prst="rect">
            <a:avLst/>
          </a:prstGeom>
          <a:noFill/>
        </p:spPr>
        <p:txBody>
          <a:bodyPr wrap="square">
            <a:spAutoFit/>
          </a:bodyPr>
          <a:lstStyle/>
          <a:p>
            <a:pPr eaLnBrk="1" hangingPunct="1">
              <a:spcAft>
                <a:spcPts val="0"/>
              </a:spcAft>
              <a:defRPr/>
            </a:pPr>
            <a:r>
              <a:rPr lang="en-US" altLang="ja-JP" sz="1400">
                <a:latin typeface="+mn-ea"/>
                <a:ea typeface="+mn-ea"/>
              </a:rPr>
              <a:t>FG</a:t>
            </a:r>
            <a:r>
              <a:rPr lang="ja-JP" altLang="en-US" sz="1400">
                <a:latin typeface="+mn-ea"/>
                <a:ea typeface="+mn-ea"/>
              </a:rPr>
              <a:t>共同利用の資産化対象範囲について、更改に際し各社間でのバラツキを無くす為、</a:t>
            </a:r>
            <a:r>
              <a:rPr lang="en-US" altLang="ja-JP" sz="1400">
                <a:latin typeface="+mn-ea"/>
                <a:ea typeface="+mn-ea"/>
              </a:rPr>
              <a:t>JRI/</a:t>
            </a:r>
            <a:r>
              <a:rPr lang="ja-JP" altLang="en-US" sz="1400">
                <a:latin typeface="+mn-ea"/>
                <a:ea typeface="+mn-ea"/>
              </a:rPr>
              <a:t>各社への資産の切替を行う。</a:t>
            </a:r>
            <a:endParaRPr lang="en-US" altLang="ja-JP" sz="1400">
              <a:latin typeface="+mn-ea"/>
              <a:ea typeface="+mn-ea"/>
            </a:endParaRPr>
          </a:p>
          <a:p>
            <a:pPr marL="269875" indent="-269875" eaLnBrk="1" hangingPunct="1">
              <a:spcAft>
                <a:spcPts val="0"/>
              </a:spcAft>
              <a:buFont typeface="Wingdings" panose="05000000000000000000" pitchFamily="2" charset="2"/>
              <a:buChar char="ü"/>
              <a:defRPr/>
            </a:pPr>
            <a:r>
              <a:rPr lang="en-US" altLang="ja-JP" sz="1400">
                <a:latin typeface="+mn-ea"/>
                <a:ea typeface="+mn-ea"/>
              </a:rPr>
              <a:t>SMCC</a:t>
            </a:r>
            <a:r>
              <a:rPr lang="ja-JP" altLang="en-US" sz="1400">
                <a:latin typeface="+mn-ea"/>
                <a:ea typeface="+mn-ea"/>
              </a:rPr>
              <a:t>：</a:t>
            </a:r>
            <a:r>
              <a:rPr lang="en-US" altLang="ja-JP" sz="1400">
                <a:latin typeface="+mn-ea"/>
                <a:ea typeface="+mn-ea"/>
              </a:rPr>
              <a:t>FS</a:t>
            </a:r>
            <a:r>
              <a:rPr lang="ja-JP" altLang="en-US" sz="1400">
                <a:latin typeface="+mn-ea"/>
                <a:ea typeface="+mn-ea"/>
              </a:rPr>
              <a:t>との合併に伴い、</a:t>
            </a:r>
            <a:r>
              <a:rPr lang="en-US" altLang="ja-JP" sz="1400">
                <a:latin typeface="+mn-ea"/>
                <a:ea typeface="+mn-ea"/>
              </a:rPr>
              <a:t>CC/FS</a:t>
            </a:r>
            <a:r>
              <a:rPr lang="ja-JP" altLang="en-US" sz="1400">
                <a:latin typeface="+mn-ea"/>
                <a:ea typeface="+mn-ea"/>
              </a:rPr>
              <a:t>向けの共同利用スキームを廃止、</a:t>
            </a:r>
            <a:r>
              <a:rPr lang="ja-JP" altLang="en-US" sz="1400">
                <a:solidFill>
                  <a:srgbClr val="0000FF"/>
                </a:solidFill>
                <a:latin typeface="+mn-ea"/>
                <a:ea typeface="+mn-ea"/>
              </a:rPr>
              <a:t>更改後は</a:t>
            </a:r>
            <a:r>
              <a:rPr lang="en-US" altLang="ja-JP" sz="1400">
                <a:solidFill>
                  <a:srgbClr val="0000FF"/>
                </a:solidFill>
                <a:latin typeface="+mn-ea"/>
                <a:ea typeface="+mn-ea"/>
              </a:rPr>
              <a:t>SMCC</a:t>
            </a:r>
            <a:r>
              <a:rPr lang="ja-JP" altLang="en-US" sz="1400">
                <a:solidFill>
                  <a:srgbClr val="0000FF"/>
                </a:solidFill>
                <a:latin typeface="+mn-ea"/>
                <a:ea typeface="+mn-ea"/>
              </a:rPr>
              <a:t>資産にて構築</a:t>
            </a:r>
            <a:endParaRPr lang="en-US" altLang="ja-JP" sz="1400">
              <a:solidFill>
                <a:srgbClr val="0000FF"/>
              </a:solidFill>
              <a:latin typeface="+mn-ea"/>
              <a:ea typeface="+mn-ea"/>
            </a:endParaRPr>
          </a:p>
          <a:p>
            <a:pPr marL="269875" indent="-269875" eaLnBrk="1" hangingPunct="1">
              <a:spcAft>
                <a:spcPts val="0"/>
              </a:spcAft>
              <a:buFont typeface="Wingdings" panose="05000000000000000000" pitchFamily="2" charset="2"/>
              <a:buChar char="ü"/>
              <a:defRPr/>
            </a:pPr>
            <a:r>
              <a:rPr lang="en-US" altLang="ja-JP" sz="1400">
                <a:latin typeface="+mn-ea"/>
                <a:ea typeface="+mn-ea"/>
              </a:rPr>
              <a:t>SMBCCF</a:t>
            </a:r>
            <a:r>
              <a:rPr lang="ja-JP" altLang="en-US" sz="1400">
                <a:latin typeface="+mn-ea"/>
                <a:ea typeface="+mn-ea"/>
              </a:rPr>
              <a:t>：</a:t>
            </a:r>
            <a:r>
              <a:rPr lang="en-US" altLang="ja-JP" sz="1400">
                <a:latin typeface="+mn-ea"/>
                <a:ea typeface="+mn-ea"/>
              </a:rPr>
              <a:t>SW</a:t>
            </a:r>
            <a:r>
              <a:rPr lang="ja-JP" altLang="en-US" sz="1400">
                <a:latin typeface="+mn-ea"/>
                <a:ea typeface="+mn-ea"/>
              </a:rPr>
              <a:t>導入</a:t>
            </a:r>
            <a:r>
              <a:rPr lang="en-US" altLang="ja-JP" sz="1400">
                <a:latin typeface="+mn-ea"/>
                <a:ea typeface="+mn-ea"/>
              </a:rPr>
              <a:t>/</a:t>
            </a:r>
            <a:r>
              <a:rPr lang="ja-JP" altLang="en-US" sz="1400">
                <a:latin typeface="+mn-ea"/>
                <a:ea typeface="+mn-ea"/>
              </a:rPr>
              <a:t>基本設定、各社業務固有設定</a:t>
            </a:r>
            <a:r>
              <a:rPr lang="en-US" altLang="ja-JP" sz="1400">
                <a:latin typeface="+mn-ea"/>
                <a:ea typeface="+mn-ea"/>
              </a:rPr>
              <a:t>/</a:t>
            </a:r>
            <a:r>
              <a:rPr lang="ja-JP" altLang="en-US" sz="1400">
                <a:latin typeface="+mn-ea"/>
                <a:ea typeface="+mn-ea"/>
              </a:rPr>
              <a:t>開発について、</a:t>
            </a:r>
            <a:r>
              <a:rPr lang="ja-JP" altLang="en-US" sz="1400">
                <a:solidFill>
                  <a:srgbClr val="0000FF"/>
                </a:solidFill>
                <a:latin typeface="+mn-ea"/>
                <a:ea typeface="+mn-ea"/>
              </a:rPr>
              <a:t>他との平仄から</a:t>
            </a:r>
            <a:r>
              <a:rPr lang="en-US" altLang="ja-JP" sz="1400">
                <a:solidFill>
                  <a:srgbClr val="0000FF"/>
                </a:solidFill>
                <a:latin typeface="+mn-ea"/>
                <a:ea typeface="+mn-ea"/>
              </a:rPr>
              <a:t>CF</a:t>
            </a:r>
            <a:r>
              <a:rPr lang="ja-JP" altLang="en-US" sz="1400">
                <a:solidFill>
                  <a:srgbClr val="0000FF"/>
                </a:solidFill>
                <a:latin typeface="+mn-ea"/>
                <a:ea typeface="+mn-ea"/>
              </a:rPr>
              <a:t>資産に切替予定。</a:t>
            </a:r>
            <a:endParaRPr lang="en-US" altLang="ja-JP" sz="1400">
              <a:solidFill>
                <a:srgbClr val="0000FF"/>
              </a:solidFill>
              <a:latin typeface="+mn-ea"/>
              <a:ea typeface="+mn-ea"/>
            </a:endParaRPr>
          </a:p>
          <a:p>
            <a:pPr marL="269875" indent="-269875" eaLnBrk="1" hangingPunct="1">
              <a:spcAft>
                <a:spcPts val="0"/>
              </a:spcAft>
              <a:buFont typeface="Wingdings" panose="05000000000000000000" pitchFamily="2" charset="2"/>
              <a:buChar char="ü"/>
              <a:defRPr/>
            </a:pPr>
            <a:r>
              <a:rPr lang="ja-JP" altLang="en-US" sz="1400">
                <a:latin typeface="+mn-ea"/>
                <a:ea typeface="+mn-ea"/>
              </a:rPr>
              <a:t>信託：先行して</a:t>
            </a:r>
            <a:r>
              <a:rPr lang="en-US" altLang="ja-JP" sz="1400">
                <a:latin typeface="+mn-ea"/>
                <a:ea typeface="+mn-ea"/>
              </a:rPr>
              <a:t>Amazon Connect</a:t>
            </a:r>
            <a:r>
              <a:rPr lang="ja-JP" altLang="en-US" sz="1400">
                <a:latin typeface="+mn-ea"/>
                <a:ea typeface="+mn-ea"/>
              </a:rPr>
              <a:t>にて開発中。</a:t>
            </a:r>
            <a:r>
              <a:rPr lang="en-US" altLang="ja-JP" sz="1400">
                <a:latin typeface="+mn-ea"/>
                <a:ea typeface="+mn-ea"/>
              </a:rPr>
              <a:t>CF</a:t>
            </a:r>
            <a:r>
              <a:rPr lang="ja-JP" altLang="en-US" sz="1400">
                <a:latin typeface="+mn-ea"/>
                <a:ea typeface="+mn-ea"/>
              </a:rPr>
              <a:t>や</a:t>
            </a:r>
            <a:r>
              <a:rPr lang="en-US" altLang="ja-JP" sz="1400">
                <a:latin typeface="+mn-ea"/>
                <a:ea typeface="+mn-ea"/>
              </a:rPr>
              <a:t>SMBC</a:t>
            </a:r>
            <a:r>
              <a:rPr lang="ja-JP" altLang="en-US" sz="1400">
                <a:latin typeface="+mn-ea"/>
                <a:ea typeface="+mn-ea"/>
              </a:rPr>
              <a:t>が同製品で構築する場合、包括契約等を検討する。</a:t>
            </a:r>
            <a:endParaRPr lang="en-US" altLang="ja-JP" sz="1400">
              <a:latin typeface="+mn-ea"/>
              <a:ea typeface="+mn-ea"/>
            </a:endParaRPr>
          </a:p>
        </p:txBody>
      </p:sp>
      <p:graphicFrame>
        <p:nvGraphicFramePr>
          <p:cNvPr id="13" name="表 10">
            <a:extLst>
              <a:ext uri="{FF2B5EF4-FFF2-40B4-BE49-F238E27FC236}">
                <a16:creationId xmlns:a16="http://schemas.microsoft.com/office/drawing/2014/main" id="{DE4C8A5B-3A9A-73EE-F745-D5429BB1AFBF}"/>
              </a:ext>
            </a:extLst>
          </p:cNvPr>
          <p:cNvGraphicFramePr>
            <a:graphicFrameLocks noGrp="1"/>
          </p:cNvGraphicFramePr>
          <p:nvPr>
            <p:extLst>
              <p:ext uri="{D42A27DB-BD31-4B8C-83A1-F6EECF244321}">
                <p14:modId xmlns:p14="http://schemas.microsoft.com/office/powerpoint/2010/main" val="485458398"/>
              </p:ext>
            </p:extLst>
          </p:nvPr>
        </p:nvGraphicFramePr>
        <p:xfrm>
          <a:off x="157330" y="1565990"/>
          <a:ext cx="9512402" cy="5076708"/>
        </p:xfrm>
        <a:graphic>
          <a:graphicData uri="http://schemas.openxmlformats.org/drawingml/2006/table">
            <a:tbl>
              <a:tblPr firstRow="1" bandRow="1">
                <a:tableStyleId>{7E9639D4-E3E2-4D34-9284-5A2195B3D0D7}</a:tableStyleId>
              </a:tblPr>
              <a:tblGrid>
                <a:gridCol w="589536">
                  <a:extLst>
                    <a:ext uri="{9D8B030D-6E8A-4147-A177-3AD203B41FA5}">
                      <a16:colId xmlns:a16="http://schemas.microsoft.com/office/drawing/2014/main" val="3459841016"/>
                    </a:ext>
                  </a:extLst>
                </a:gridCol>
                <a:gridCol w="1136642">
                  <a:extLst>
                    <a:ext uri="{9D8B030D-6E8A-4147-A177-3AD203B41FA5}">
                      <a16:colId xmlns:a16="http://schemas.microsoft.com/office/drawing/2014/main" val="1995208814"/>
                    </a:ext>
                  </a:extLst>
                </a:gridCol>
                <a:gridCol w="1032648">
                  <a:extLst>
                    <a:ext uri="{9D8B030D-6E8A-4147-A177-3AD203B41FA5}">
                      <a16:colId xmlns:a16="http://schemas.microsoft.com/office/drawing/2014/main" val="3755750651"/>
                    </a:ext>
                  </a:extLst>
                </a:gridCol>
                <a:gridCol w="1125596">
                  <a:extLst>
                    <a:ext uri="{9D8B030D-6E8A-4147-A177-3AD203B41FA5}">
                      <a16:colId xmlns:a16="http://schemas.microsoft.com/office/drawing/2014/main" val="1380775509"/>
                    </a:ext>
                  </a:extLst>
                </a:gridCol>
                <a:gridCol w="1125596">
                  <a:extLst>
                    <a:ext uri="{9D8B030D-6E8A-4147-A177-3AD203B41FA5}">
                      <a16:colId xmlns:a16="http://schemas.microsoft.com/office/drawing/2014/main" val="643612446"/>
                    </a:ext>
                  </a:extLst>
                </a:gridCol>
                <a:gridCol w="1125596">
                  <a:extLst>
                    <a:ext uri="{9D8B030D-6E8A-4147-A177-3AD203B41FA5}">
                      <a16:colId xmlns:a16="http://schemas.microsoft.com/office/drawing/2014/main" val="4137158552"/>
                    </a:ext>
                  </a:extLst>
                </a:gridCol>
                <a:gridCol w="1125596">
                  <a:extLst>
                    <a:ext uri="{9D8B030D-6E8A-4147-A177-3AD203B41FA5}">
                      <a16:colId xmlns:a16="http://schemas.microsoft.com/office/drawing/2014/main" val="2024513839"/>
                    </a:ext>
                  </a:extLst>
                </a:gridCol>
                <a:gridCol w="1125596">
                  <a:extLst>
                    <a:ext uri="{9D8B030D-6E8A-4147-A177-3AD203B41FA5}">
                      <a16:colId xmlns:a16="http://schemas.microsoft.com/office/drawing/2014/main" val="4150157500"/>
                    </a:ext>
                  </a:extLst>
                </a:gridCol>
                <a:gridCol w="1125596">
                  <a:extLst>
                    <a:ext uri="{9D8B030D-6E8A-4147-A177-3AD203B41FA5}">
                      <a16:colId xmlns:a16="http://schemas.microsoft.com/office/drawing/2014/main" val="2397022105"/>
                    </a:ext>
                  </a:extLst>
                </a:gridCol>
              </a:tblGrid>
              <a:tr h="0">
                <a:tc gridSpan="3">
                  <a:txBody>
                    <a:bodyPr/>
                    <a:lstStyle/>
                    <a:p>
                      <a:pPr algn="ctr">
                        <a:lnSpc>
                          <a:spcPct val="95000"/>
                        </a:lnSpc>
                      </a:pPr>
                      <a:r>
                        <a:rPr kumimoji="1" lang="ja-JP" altLang="en-US" sz="1100">
                          <a:solidFill>
                            <a:schemeClr val="tx1"/>
                          </a:solidFill>
                          <a:latin typeface="+mn-ea"/>
                          <a:ea typeface="+mn-ea"/>
                        </a:rPr>
                        <a:t>システム</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kumimoji="1" lang="ja-JP" alt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a:txBody>
                    <a:bodyPr/>
                    <a:lstStyle/>
                    <a:p>
                      <a:pPr algn="ctr">
                        <a:lnSpc>
                          <a:spcPct val="95000"/>
                        </a:lnSpc>
                      </a:pPr>
                      <a:r>
                        <a:rPr kumimoji="1" lang="en-US" altLang="ja-JP" sz="1100" b="1">
                          <a:solidFill>
                            <a:schemeClr val="tx1"/>
                          </a:solidFill>
                          <a:latin typeface="+mn-ea"/>
                          <a:ea typeface="+mn-ea"/>
                        </a:rPr>
                        <a:t>FG</a:t>
                      </a:r>
                      <a:r>
                        <a:rPr kumimoji="1" lang="ja-JP" altLang="en-US" sz="1100" b="1">
                          <a:solidFill>
                            <a:schemeClr val="tx1"/>
                          </a:solidFill>
                          <a:latin typeface="+mn-ea"/>
                          <a:ea typeface="+mn-ea"/>
                        </a:rPr>
                        <a:t>共同利用</a:t>
                      </a:r>
                      <a:endParaRPr kumimoji="1" lang="en-US" altLang="ja-JP" sz="1100" b="1">
                        <a:solidFill>
                          <a:schemeClr val="tx1"/>
                        </a:solidFill>
                        <a:latin typeface="+mn-ea"/>
                        <a:ea typeface="+mn-ea"/>
                      </a:endParaRPr>
                    </a:p>
                    <a:p>
                      <a:pPr algn="ctr">
                        <a:lnSpc>
                          <a:spcPct val="95000"/>
                        </a:lnSpc>
                      </a:pPr>
                      <a:r>
                        <a:rPr kumimoji="1" lang="ja-JP" altLang="en-US" sz="1100" b="1">
                          <a:solidFill>
                            <a:schemeClr val="tx1"/>
                          </a:solidFill>
                          <a:latin typeface="+mn-ea"/>
                          <a:ea typeface="+mn-ea"/>
                        </a:rPr>
                        <a:t>方針</a:t>
                      </a:r>
                      <a:endParaRPr kumimoji="1" lang="en-US" altLang="ja-JP" sz="1100" b="1">
                        <a:solidFill>
                          <a:schemeClr val="tx1"/>
                        </a:solidFill>
                        <a:latin typeface="+mn-ea"/>
                        <a:ea typeface="+mn-ea"/>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en-US" altLang="ja-JP" sz="1100" b="1">
                          <a:solidFill>
                            <a:schemeClr val="tx1"/>
                          </a:solidFill>
                          <a:latin typeface="+mn-ea"/>
                          <a:ea typeface="+mn-ea"/>
                        </a:rPr>
                        <a:t>SMBC</a:t>
                      </a:r>
                    </a:p>
                    <a:p>
                      <a:pPr algn="ctr">
                        <a:lnSpc>
                          <a:spcPct val="95000"/>
                        </a:lnSpc>
                      </a:pPr>
                      <a:r>
                        <a:rPr kumimoji="1" lang="en-US" altLang="ja-JP" sz="1100" b="1">
                          <a:solidFill>
                            <a:schemeClr val="tx1"/>
                          </a:solidFill>
                          <a:latin typeface="+mn-ea"/>
                          <a:ea typeface="+mn-ea"/>
                        </a:rPr>
                        <a:t>(</a:t>
                      </a:r>
                      <a:r>
                        <a:rPr kumimoji="1" lang="ja-JP" altLang="en-US" sz="1100" b="1">
                          <a:solidFill>
                            <a:schemeClr val="tx1"/>
                          </a:solidFill>
                          <a:latin typeface="+mn-ea"/>
                          <a:ea typeface="+mn-ea"/>
                        </a:rPr>
                        <a:t>オンプレの場合</a:t>
                      </a:r>
                      <a:r>
                        <a:rPr kumimoji="1" lang="en-US" altLang="ja-JP" sz="1100" b="1">
                          <a:solidFill>
                            <a:schemeClr val="tx1"/>
                          </a:solidFill>
                          <a:latin typeface="+mn-ea"/>
                          <a:ea typeface="+mn-ea"/>
                        </a:rPr>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b="1">
                          <a:solidFill>
                            <a:schemeClr val="tx1"/>
                          </a:solidFill>
                          <a:latin typeface="+mn-ea"/>
                          <a:ea typeface="+mn-ea"/>
                        </a:rPr>
                        <a:t>日興</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en-US" altLang="ja-JP" sz="1100" b="1">
                          <a:solidFill>
                            <a:schemeClr val="tx1"/>
                          </a:solidFill>
                          <a:latin typeface="+mn-ea"/>
                          <a:ea typeface="+mn-ea"/>
                        </a:rPr>
                        <a:t>SMCC</a:t>
                      </a:r>
                      <a:endParaRPr kumimoji="1" lang="ja-JP" altLang="en-US" sz="1100" b="1">
                        <a:solidFill>
                          <a:schemeClr val="tx1"/>
                        </a:solidFill>
                        <a:latin typeface="+mn-ea"/>
                        <a:ea typeface="+mn-ea"/>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en-US" altLang="ja-JP" sz="1100" b="1">
                          <a:solidFill>
                            <a:schemeClr val="tx1"/>
                          </a:solidFill>
                          <a:latin typeface="+mn-ea"/>
                          <a:ea typeface="+mn-ea"/>
                        </a:rPr>
                        <a:t>SMBCCF</a:t>
                      </a:r>
                      <a:br>
                        <a:rPr kumimoji="1" lang="en-US" altLang="ja-JP" sz="1100" b="1">
                          <a:solidFill>
                            <a:schemeClr val="tx1"/>
                          </a:solidFill>
                          <a:latin typeface="+mn-ea"/>
                          <a:ea typeface="+mn-ea"/>
                        </a:rPr>
                      </a:br>
                      <a:r>
                        <a:rPr kumimoji="1" lang="en-US" altLang="ja-JP" sz="1100" b="1">
                          <a:solidFill>
                            <a:schemeClr val="tx1"/>
                          </a:solidFill>
                          <a:latin typeface="+mn-ea"/>
                          <a:ea typeface="+mn-ea"/>
                        </a:rPr>
                        <a:t>(</a:t>
                      </a:r>
                      <a:r>
                        <a:rPr kumimoji="1" lang="ja-JP" altLang="en-US" sz="1100" b="1">
                          <a:solidFill>
                            <a:schemeClr val="tx1"/>
                          </a:solidFill>
                          <a:latin typeface="+mn-ea"/>
                          <a:ea typeface="+mn-ea"/>
                        </a:rPr>
                        <a:t>オンプレの場合</a:t>
                      </a:r>
                      <a:r>
                        <a:rPr kumimoji="1" lang="en-US" altLang="ja-JP" sz="1100" b="1">
                          <a:solidFill>
                            <a:schemeClr val="tx1"/>
                          </a:solidFill>
                          <a:latin typeface="+mn-ea"/>
                          <a:ea typeface="+mn-ea"/>
                        </a:rPr>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b="1">
                          <a:solidFill>
                            <a:schemeClr val="tx1"/>
                          </a:solidFill>
                          <a:latin typeface="+mn-ea"/>
                          <a:ea typeface="+mn-ea"/>
                        </a:rPr>
                        <a:t>信託</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6791445"/>
                  </a:ext>
                </a:extLst>
              </a:tr>
              <a:tr h="390516">
                <a:tc rowSpan="8">
                  <a:txBody>
                    <a:bodyPr/>
                    <a:lstStyle/>
                    <a:p>
                      <a:pPr algn="ctr">
                        <a:lnSpc>
                          <a:spcPct val="95000"/>
                        </a:lnSpc>
                      </a:pPr>
                      <a:r>
                        <a:rPr kumimoji="1" lang="ja-JP" altLang="en-US" sz="1000"/>
                        <a:t>ソフトウェア</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lnSpc>
                          <a:spcPct val="95000"/>
                        </a:lnSpc>
                      </a:pPr>
                      <a:r>
                        <a:rPr kumimoji="1" lang="ja-JP" altLang="en-US" sz="1000"/>
                        <a:t>各社業務固有設定</a:t>
                      </a:r>
                      <a:r>
                        <a:rPr kumimoji="1" lang="en-US" altLang="ja-JP" sz="1000"/>
                        <a:t>/</a:t>
                      </a:r>
                      <a:r>
                        <a:rPr kumimoji="1" lang="ja-JP" altLang="en-US" sz="1000"/>
                        <a:t>開発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アウトバウンド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rowSpan="7">
                  <a:txBody>
                    <a:bodyPr/>
                    <a:lstStyle/>
                    <a:p>
                      <a:pPr algn="ctr">
                        <a:lnSpc>
                          <a:spcPct val="95000"/>
                        </a:lnSpc>
                      </a:pPr>
                      <a:r>
                        <a:rPr kumimoji="1" lang="ja-JP" altLang="en-US" sz="1100"/>
                        <a:t>個社</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ー</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12">
                  <a:txBody>
                    <a:bodyPr/>
                    <a:lstStyle/>
                    <a:p>
                      <a:pPr algn="ctr">
                        <a:lnSpc>
                          <a:spcPct val="95000"/>
                        </a:lnSpc>
                      </a:pPr>
                      <a:r>
                        <a:rPr kumimoji="1" lang="ja-JP" altLang="en-US" sz="1100"/>
                        <a:t>個社＆ベンダー資産</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extLst>
                  <a:ext uri="{0D108BD9-81ED-4DB2-BD59-A6C34878D82A}">
                    <a16:rowId xmlns:a16="http://schemas.microsoft.com/office/drawing/2014/main" val="3091341014"/>
                  </a:ext>
                </a:extLst>
              </a:tr>
              <a:tr h="390516">
                <a:tc vMerge="1">
                  <a:txBody>
                    <a:bodyPr/>
                    <a:lstStyle/>
                    <a:p>
                      <a:pPr algn="ctr"/>
                      <a:endParaRPr kumimoji="1" lang="ja-JP" altLang="en-US" sz="10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sz="10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en-US" altLang="ja-JP" sz="1000"/>
                        <a:t>CTI</a:t>
                      </a:r>
                      <a:r>
                        <a:rPr kumimoji="1" lang="ja-JP" altLang="en-US" sz="1000"/>
                        <a:t>アプリ</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273232359"/>
                  </a:ext>
                </a:extLst>
              </a:tr>
              <a:tr h="390516">
                <a:tc vMerge="1">
                  <a:txBody>
                    <a:bodyPr/>
                    <a:lstStyle/>
                    <a:p>
                      <a:pPr algn="ctr"/>
                      <a:endParaRPr kumimoji="1" lang="ja-JP" altLang="en-US" sz="10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sz="10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en-US" altLang="ja-JP" sz="1000"/>
                        <a:t>IVR</a:t>
                      </a:r>
                      <a:r>
                        <a:rPr kumimoji="1" lang="ja-JP" altLang="en-US" sz="1000"/>
                        <a:t>アプリ</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666554349"/>
                  </a:ext>
                </a:extLst>
              </a:tr>
              <a:tr h="390516">
                <a:tc vMerge="1">
                  <a:txBody>
                    <a:bodyPr/>
                    <a:lstStyle/>
                    <a:p>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en-US" altLang="ja-JP" sz="1000"/>
                        <a:t>Avaya/NICE</a:t>
                      </a:r>
                      <a:endParaRPr kumimoji="1" lang="ja-JP" altLang="en-US" sz="10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270486745"/>
                  </a:ext>
                </a:extLst>
              </a:tr>
              <a:tr h="390516">
                <a:tc vMerge="1">
                  <a:txBody>
                    <a:bodyPr/>
                    <a:lstStyle/>
                    <a:p>
                      <a:endParaRPr kumimoji="1" lang="ja-JP" altLang="en-US"/>
                    </a:p>
                  </a:txBody>
                  <a:tcPr/>
                </a:tc>
                <a:tc rowSpan="2">
                  <a:txBody>
                    <a:bodyPr/>
                    <a:lstStyle/>
                    <a:p>
                      <a:pPr algn="ctr">
                        <a:lnSpc>
                          <a:spcPct val="95000"/>
                        </a:lnSpc>
                      </a:pPr>
                      <a:r>
                        <a:rPr kumimoji="1" lang="ja-JP" altLang="en-US" sz="1000"/>
                        <a:t>ソフトウェア環境設定</a:t>
                      </a:r>
                      <a:endParaRPr kumimoji="1" lang="en-US" altLang="ja-JP" sz="1000"/>
                    </a:p>
                    <a:p>
                      <a:pPr algn="ctr">
                        <a:lnSpc>
                          <a:spcPct val="95000"/>
                        </a:lnSpc>
                      </a:pPr>
                      <a:r>
                        <a:rPr kumimoji="1" lang="ja-JP" altLang="en-US" sz="1000"/>
                        <a:t>（アウトバウンド）</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導入／基本設定</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a:t>ー</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957083199"/>
                  </a:ext>
                </a:extLst>
              </a:tr>
              <a:tr h="390516">
                <a:tc vMerge="1">
                  <a:txBody>
                    <a:bodyPr/>
                    <a:lstStyle/>
                    <a:p>
                      <a:endParaRPr kumimoji="1" lang="ja-JP" altLang="en-US"/>
                    </a:p>
                  </a:txBody>
                  <a:tcPr/>
                </a:tc>
                <a:tc vMerge="1">
                  <a:txBody>
                    <a:bodyPr/>
                    <a:lstStyle/>
                    <a:p>
                      <a:pPr algn="ctr"/>
                      <a:endParaRPr kumimoji="1" lang="ja-JP" altLang="en-US" sz="10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調達</a:t>
                      </a:r>
                      <a:endParaRPr kumimoji="1" lang="en-US" altLang="ja-JP" sz="1000"/>
                    </a:p>
                    <a:p>
                      <a:pPr algn="ctr">
                        <a:lnSpc>
                          <a:spcPct val="95000"/>
                        </a:lnSpc>
                      </a:pPr>
                      <a:r>
                        <a:rPr kumimoji="1" lang="ja-JP" altLang="en-US" sz="1000"/>
                        <a:t>認定基準作成</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a:t>ー</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12316963"/>
                  </a:ext>
                </a:extLst>
              </a:tr>
              <a:tr h="390516">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95000"/>
                        </a:lnSpc>
                      </a:pPr>
                      <a:r>
                        <a:rPr kumimoji="1" lang="ja-JP" altLang="en-US" sz="1000"/>
                        <a:t>ソフトウェア環境設定</a:t>
                      </a:r>
                      <a:endParaRPr kumimoji="1" lang="en-US" altLang="ja-JP" sz="1000"/>
                    </a:p>
                    <a:p>
                      <a:pPr algn="ctr">
                        <a:lnSpc>
                          <a:spcPct val="95000"/>
                        </a:lnSpc>
                      </a:pPr>
                      <a:r>
                        <a:rPr kumimoji="1" lang="ja-JP" altLang="en-US" sz="1000"/>
                        <a:t>（</a:t>
                      </a:r>
                      <a:r>
                        <a:rPr kumimoji="1" lang="en-US" altLang="ja-JP" sz="1000"/>
                        <a:t>Avaya/NICE</a:t>
                      </a:r>
                      <a:r>
                        <a:rPr kumimoji="1" lang="ja-JP" altLang="en-US" sz="10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導入／基本設定</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lnSpc>
                          <a:spcPct val="95000"/>
                        </a:lnSpc>
                      </a:pP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796322756"/>
                  </a:ext>
                </a:extLst>
              </a:tr>
              <a:tr h="390516">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kumimoji="1" lang="ja-JP"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調達</a:t>
                      </a:r>
                      <a:endParaRPr kumimoji="1" lang="en-US" altLang="ja-JP" sz="1000"/>
                    </a:p>
                    <a:p>
                      <a:pPr algn="ctr">
                        <a:lnSpc>
                          <a:spcPct val="95000"/>
                        </a:lnSpc>
                      </a:pPr>
                      <a:r>
                        <a:rPr kumimoji="1" lang="ja-JP" altLang="en-US" sz="1000"/>
                        <a:t>認定基準作成</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280782693"/>
                  </a:ext>
                </a:extLst>
              </a:tr>
              <a:tr h="390516">
                <a:tc rowSpan="4">
                  <a:txBody>
                    <a:bodyPr/>
                    <a:lstStyle/>
                    <a:p>
                      <a:pPr algn="ctr">
                        <a:lnSpc>
                          <a:spcPct val="95000"/>
                        </a:lnSpc>
                      </a:pPr>
                      <a:r>
                        <a:rPr kumimoji="1" lang="ja-JP" altLang="en-US" sz="1000"/>
                        <a:t>ハードウェア</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95000"/>
                        </a:lnSpc>
                      </a:pPr>
                      <a:r>
                        <a:rPr kumimoji="1" lang="ja-JP" altLang="en-US" sz="1000"/>
                        <a:t>アプライアンス</a:t>
                      </a:r>
                      <a:endParaRPr kumimoji="1" lang="en-US" altLang="ja-JP" sz="1000"/>
                    </a:p>
                    <a:p>
                      <a:pPr algn="ctr">
                        <a:lnSpc>
                          <a:spcPct val="95000"/>
                        </a:lnSpc>
                      </a:pPr>
                      <a:r>
                        <a:rPr kumimoji="1" lang="ja-JP" altLang="en-US" sz="1000"/>
                        <a:t>物理サーバ</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構築</a:t>
                      </a:r>
                      <a:r>
                        <a:rPr kumimoji="1" lang="en-US" altLang="ja-JP" sz="1000"/>
                        <a:t>/</a:t>
                      </a:r>
                      <a:r>
                        <a:rPr kumimoji="1" lang="ja-JP" altLang="en-US" sz="1000"/>
                        <a:t>運用保守</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100"/>
                        <a:t>個社</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ja-JP" altLang="en-US" sz="1100"/>
                        <a:t>個社</a:t>
                      </a:r>
                      <a:endParaRPr kumimoji="1" lang="en-US" altLang="ja-JP"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ctr">
                        <a:lnSpc>
                          <a:spcPct val="95000"/>
                        </a:lnSpc>
                      </a:pPr>
                      <a:r>
                        <a:rPr kumimoji="1" lang="en-US" altLang="ja-JP" sz="1100"/>
                        <a:t>JRI</a:t>
                      </a:r>
                    </a:p>
                    <a:p>
                      <a:pPr algn="ctr">
                        <a:lnSpc>
                          <a:spcPct val="95000"/>
                        </a:lnSpc>
                      </a:pPr>
                      <a:r>
                        <a:rPr kumimoji="1" lang="en-US" altLang="ja-JP" sz="1100"/>
                        <a:t>(CCFS</a:t>
                      </a:r>
                      <a:r>
                        <a:rPr kumimoji="1" lang="ja-JP" altLang="en-US" sz="1100"/>
                        <a:t>共同利用</a:t>
                      </a:r>
                      <a:r>
                        <a:rPr kumimoji="1" lang="en-US" altLang="ja-JP" sz="1100"/>
                        <a:t>)</a:t>
                      </a: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a:txBody>
                    <a:bodyPr/>
                    <a:lstStyle/>
                    <a:p>
                      <a:pPr algn="ctr">
                        <a:lnSpc>
                          <a:spcPct val="95000"/>
                        </a:lnSpc>
                      </a:pPr>
                      <a:r>
                        <a:rPr kumimoji="1" lang="en-US" altLang="ja-JP" sz="1100"/>
                        <a:t>JRI</a:t>
                      </a:r>
                      <a:br>
                        <a:rPr kumimoji="1" lang="en-US" altLang="ja-JP" sz="1100"/>
                      </a:br>
                      <a:r>
                        <a:rPr kumimoji="1" lang="en-US" altLang="ja-JP" sz="1100"/>
                        <a:t>(</a:t>
                      </a:r>
                      <a:r>
                        <a:rPr kumimoji="1" lang="ja-JP" altLang="en-US" sz="1100"/>
                        <a:t>スキームなし</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456397863"/>
                  </a:ext>
                </a:extLst>
              </a:tr>
              <a:tr h="390516">
                <a:tc vMerge="1">
                  <a:txBody>
                    <a:bodyPr/>
                    <a:lstStyle/>
                    <a:p>
                      <a:endParaRPr kumimoji="1" lang="ja-JP" altLang="en-US"/>
                    </a:p>
                  </a:txBody>
                  <a:tcPr/>
                </a:tc>
                <a:tc vMerge="1">
                  <a:txBody>
                    <a:bodyPr/>
                    <a:lstStyle/>
                    <a:p>
                      <a:endParaRPr kumimoji="1" lang="ja-JP" altLang="en-US"/>
                    </a:p>
                  </a:txBody>
                  <a:tcPr/>
                </a:tc>
                <a:tc>
                  <a:txBody>
                    <a:bodyPr/>
                    <a:lstStyle/>
                    <a:p>
                      <a:pPr algn="ctr">
                        <a:lnSpc>
                          <a:spcPct val="95000"/>
                        </a:lnSpc>
                      </a:pPr>
                      <a:r>
                        <a:rPr kumimoji="1" lang="ja-JP" altLang="en-US" sz="1000"/>
                        <a:t>調達</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99"/>
                    </a:solidFill>
                  </a:tcPr>
                </a:tc>
                <a:tc gridSpan="4">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pPr algn="ctr"/>
                      <a:endParaRPr kumimoji="1" lang="ja-JP" altLang="en-US" sz="11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pPr algn="ctr"/>
                      <a:endParaRPr kumimoji="1" lang="ja-JP" altLang="en-US" sz="11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a:txBody>
                    <a:bodyPr/>
                    <a:lstStyle/>
                    <a:p>
                      <a:endParaRPr kumimoji="1" lang="ja-JP" altLang="en-US" sz="1100"/>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2826130129"/>
                  </a:ext>
                </a:extLst>
              </a:tr>
              <a:tr h="390516">
                <a:tc vMerge="1">
                  <a:txBody>
                    <a:bodyPr/>
                    <a:lstStyle/>
                    <a:p>
                      <a:endParaRPr kumimoji="1" lang="ja-JP" altLang="en-US"/>
                    </a:p>
                  </a:txBody>
                  <a:tcPr/>
                </a:tc>
                <a:tc rowSpan="2">
                  <a:txBody>
                    <a:bodyPr/>
                    <a:lstStyle/>
                    <a:p>
                      <a:pPr algn="ctr">
                        <a:lnSpc>
                          <a:spcPct val="95000"/>
                        </a:lnSpc>
                      </a:pPr>
                      <a:r>
                        <a:rPr kumimoji="1" lang="ja-JP" altLang="en-US" sz="1000"/>
                        <a:t>オープン系</a:t>
                      </a:r>
                      <a:endParaRPr kumimoji="1" lang="en-US" altLang="ja-JP" sz="1000"/>
                    </a:p>
                    <a:p>
                      <a:pPr algn="ctr">
                        <a:lnSpc>
                          <a:spcPct val="95000"/>
                        </a:lnSpc>
                      </a:pPr>
                      <a:r>
                        <a:rPr kumimoji="1" lang="ja-JP" altLang="en-US" sz="1000"/>
                        <a:t>システム基盤</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構築</a:t>
                      </a:r>
                      <a:r>
                        <a:rPr kumimoji="1" lang="en-US" altLang="ja-JP" sz="1000"/>
                        <a:t>/</a:t>
                      </a:r>
                      <a:r>
                        <a:rPr kumimoji="1" lang="ja-JP" altLang="en-US" sz="1000"/>
                        <a:t>運用保守</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99"/>
                    </a:solidFill>
                  </a:tcPr>
                </a:tc>
                <a:tc rowSpan="2" gridSpan="4">
                  <a:txBody>
                    <a:bodyPr/>
                    <a:lstStyle/>
                    <a:p>
                      <a:pPr algn="ctr">
                        <a:lnSpc>
                          <a:spcPct val="95000"/>
                        </a:lnSpc>
                      </a:pPr>
                      <a:r>
                        <a:rPr kumimoji="1" lang="en-US" altLang="ja-JP" sz="1100"/>
                        <a:t>JRI</a:t>
                      </a:r>
                      <a:br>
                        <a:rPr kumimoji="1" lang="en-US" altLang="ja-JP" sz="1100"/>
                      </a:br>
                      <a:r>
                        <a:rPr kumimoji="1" lang="en-US" altLang="ja-JP" sz="1100"/>
                        <a:t>(FG</a:t>
                      </a:r>
                      <a:r>
                        <a:rPr kumimoji="1" lang="ja-JP" altLang="en-US" sz="1100"/>
                        <a:t>共同利用</a:t>
                      </a:r>
                      <a:r>
                        <a:rPr kumimoji="1" lang="en-US" altLang="ja-JP" sz="1100"/>
                        <a:t>)</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rowSpan="2" hMerge="1">
                  <a:txBody>
                    <a:bodyPr/>
                    <a:lstStyle/>
                    <a:p>
                      <a:endParaRPr kumimoji="1" lang="ja-JP" altLang="en-US"/>
                    </a:p>
                  </a:txBody>
                  <a:tcPr/>
                </a:tc>
                <a:tc rowSpan="2" hMerge="1">
                  <a:txBody>
                    <a:bodyPr/>
                    <a:lstStyle/>
                    <a:p>
                      <a:endParaRPr kumimoji="1" lang="ja-JP" altLang="en-US"/>
                    </a:p>
                  </a:txBody>
                  <a:tcPr/>
                </a:tc>
                <a:tc rowSpan="2" hMerge="1">
                  <a:txBody>
                    <a:bodyPr/>
                    <a:lstStyle/>
                    <a:p>
                      <a:endParaRPr kumimoji="1" lang="ja-JP" altLang="en-US"/>
                    </a:p>
                  </a:txBody>
                  <a:tcPr/>
                </a:tc>
                <a:tc vMerge="1">
                  <a:txBody>
                    <a:bodyPr/>
                    <a:lstStyle/>
                    <a:p>
                      <a:pPr algn="ctr"/>
                      <a:endParaRPr kumimoji="1" lang="ja-JP" altLang="en-US" sz="1100"/>
                    </a:p>
                  </a:txBody>
                  <a:tcPr marL="0" marR="0"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41422500"/>
                  </a:ext>
                </a:extLst>
              </a:tr>
              <a:tr h="390516">
                <a:tc vMerge="1">
                  <a:txBody>
                    <a:bodyPr/>
                    <a:lstStyle/>
                    <a:p>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95000"/>
                        </a:lnSpc>
                      </a:pPr>
                      <a:r>
                        <a:rPr kumimoji="1" lang="ja-JP" altLang="en-US" sz="1000"/>
                        <a:t>調達</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4" vMerge="1">
                  <a:txBody>
                    <a:bodyPr/>
                    <a:lstStyle/>
                    <a:p>
                      <a:endParaRPr/>
                    </a:p>
                  </a:txBody>
                  <a:tcPr marL="0" marR="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99"/>
                    </a:solidFill>
                  </a:tcPr>
                </a:tc>
                <a:tc hMerge="1" vMerge="1">
                  <a:txBody>
                    <a:bodyPr/>
                    <a:lstStyle/>
                    <a:p>
                      <a:endParaRPr kumimoji="1" lang="ja-JP" altLang="en-US"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101330046"/>
                  </a:ext>
                </a:extLst>
              </a:tr>
            </a:tbl>
          </a:graphicData>
        </a:graphic>
      </p:graphicFrame>
      <p:sp>
        <p:nvSpPr>
          <p:cNvPr id="14" name="正方形/長方形 13">
            <a:extLst>
              <a:ext uri="{FF2B5EF4-FFF2-40B4-BE49-F238E27FC236}">
                <a16:creationId xmlns:a16="http://schemas.microsoft.com/office/drawing/2014/main" id="{60078AED-6E46-B4D1-635E-AB1A82D52626}"/>
              </a:ext>
            </a:extLst>
          </p:cNvPr>
          <p:cNvSpPr/>
          <p:nvPr/>
        </p:nvSpPr>
        <p:spPr bwMode="auto">
          <a:xfrm>
            <a:off x="9059155" y="1300228"/>
            <a:ext cx="755406" cy="224472"/>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見直し対象</a:t>
            </a:r>
          </a:p>
        </p:txBody>
      </p:sp>
      <p:sp>
        <p:nvSpPr>
          <p:cNvPr id="15" name="正方形/長方形 14">
            <a:extLst>
              <a:ext uri="{FF2B5EF4-FFF2-40B4-BE49-F238E27FC236}">
                <a16:creationId xmlns:a16="http://schemas.microsoft.com/office/drawing/2014/main" id="{9415AD61-0FC4-0818-FB11-C86FE92C5493}"/>
              </a:ext>
            </a:extLst>
          </p:cNvPr>
          <p:cNvSpPr/>
          <p:nvPr/>
        </p:nvSpPr>
        <p:spPr bwMode="auto">
          <a:xfrm>
            <a:off x="7402911" y="4322173"/>
            <a:ext cx="1122749" cy="392670"/>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ADC5A6D8-B84A-FB9C-4D11-2EC658817CBA}"/>
              </a:ext>
            </a:extLst>
          </p:cNvPr>
          <p:cNvSpPr/>
          <p:nvPr/>
        </p:nvSpPr>
        <p:spPr bwMode="auto">
          <a:xfrm>
            <a:off x="7402911" y="5097463"/>
            <a:ext cx="1122750" cy="392669"/>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7" name="正方形/長方形 16">
            <a:extLst>
              <a:ext uri="{FF2B5EF4-FFF2-40B4-BE49-F238E27FC236}">
                <a16:creationId xmlns:a16="http://schemas.microsoft.com/office/drawing/2014/main" id="{1DED39BD-A4FC-F09B-61C2-6DDAFD8B1181}"/>
              </a:ext>
            </a:extLst>
          </p:cNvPr>
          <p:cNvSpPr/>
          <p:nvPr/>
        </p:nvSpPr>
        <p:spPr bwMode="auto">
          <a:xfrm>
            <a:off x="6299759" y="1976919"/>
            <a:ext cx="1103152" cy="1556952"/>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8" name="正方形/長方形 17">
            <a:extLst>
              <a:ext uri="{FF2B5EF4-FFF2-40B4-BE49-F238E27FC236}">
                <a16:creationId xmlns:a16="http://schemas.microsoft.com/office/drawing/2014/main" id="{A5FBE932-9169-4EE7-7BAC-9198C6A57F96}"/>
              </a:ext>
            </a:extLst>
          </p:cNvPr>
          <p:cNvSpPr/>
          <p:nvPr/>
        </p:nvSpPr>
        <p:spPr bwMode="auto">
          <a:xfrm>
            <a:off x="6296936" y="4322174"/>
            <a:ext cx="1105973" cy="392669"/>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19" name="正方形/長方形 18">
            <a:extLst>
              <a:ext uri="{FF2B5EF4-FFF2-40B4-BE49-F238E27FC236}">
                <a16:creationId xmlns:a16="http://schemas.microsoft.com/office/drawing/2014/main" id="{F394C223-BD34-A8D0-6192-DF31D55BA816}"/>
              </a:ext>
            </a:extLst>
          </p:cNvPr>
          <p:cNvSpPr/>
          <p:nvPr/>
        </p:nvSpPr>
        <p:spPr bwMode="auto">
          <a:xfrm>
            <a:off x="6296936" y="5097463"/>
            <a:ext cx="1105973" cy="392669"/>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4" name="正方形/長方形 3">
            <a:extLst>
              <a:ext uri="{FF2B5EF4-FFF2-40B4-BE49-F238E27FC236}">
                <a16:creationId xmlns:a16="http://schemas.microsoft.com/office/drawing/2014/main" id="{0306C532-D487-4323-D312-BC7D8B20CF3C}"/>
              </a:ext>
            </a:extLst>
          </p:cNvPr>
          <p:cNvSpPr/>
          <p:nvPr/>
        </p:nvSpPr>
        <p:spPr bwMode="auto">
          <a:xfrm>
            <a:off x="8620996" y="1949122"/>
            <a:ext cx="964061" cy="4620644"/>
          </a:xfrm>
          <a:prstGeom prst="rect">
            <a:avLst/>
          </a:prstGeom>
          <a:solidFill>
            <a:schemeClr val="bg1">
              <a:alpha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kumimoji="1" lang="en-US" altLang="ja-JP" sz="1400" i="0" u="none" strike="noStrike" cap="none" normalizeH="0" baseline="0">
                <a:ln>
                  <a:noFill/>
                </a:ln>
                <a:solidFill>
                  <a:srgbClr val="0000FF"/>
                </a:solidFill>
                <a:effectLst/>
                <a:latin typeface="+mn-ea"/>
                <a:ea typeface="+mn-ea"/>
                <a:cs typeface="Meiryo UI" panose="020B0604030504040204" pitchFamily="50" charset="-128"/>
              </a:rPr>
              <a:t>AWS</a:t>
            </a:r>
            <a:r>
              <a:rPr kumimoji="1" lang="ja-JP" altLang="en-US" sz="1400" i="0" u="none" strike="noStrike" cap="none" normalizeH="0" baseline="0">
                <a:ln>
                  <a:noFill/>
                </a:ln>
                <a:solidFill>
                  <a:srgbClr val="0000FF"/>
                </a:solidFill>
                <a:effectLst/>
                <a:latin typeface="+mn-ea"/>
                <a:ea typeface="+mn-ea"/>
                <a:cs typeface="Meiryo UI" panose="020B0604030504040204" pitchFamily="50" charset="-128"/>
              </a:rPr>
              <a:t>採用</a:t>
            </a:r>
            <a:endParaRPr kumimoji="1" lang="en-US" altLang="ja-JP" sz="1400" i="0" u="none" strike="noStrike" cap="none" normalizeH="0" baseline="0">
              <a:ln>
                <a:noFill/>
              </a:ln>
              <a:solidFill>
                <a:srgbClr val="0000FF"/>
              </a:solidFill>
              <a:effectLst/>
              <a:latin typeface="+mn-ea"/>
              <a:ea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endParaRPr lang="en-US" altLang="ja-JP" sz="1400">
              <a:solidFill>
                <a:srgbClr val="0000FF"/>
              </a:solidFill>
              <a:latin typeface="+mn-ea"/>
              <a:ea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endParaRPr kumimoji="1" lang="en-US" altLang="ja-JP" sz="1400" i="0" u="none" strike="noStrike" cap="none" normalizeH="0" baseline="0">
              <a:ln>
                <a:noFill/>
              </a:ln>
              <a:solidFill>
                <a:srgbClr val="0000FF"/>
              </a:solidFill>
              <a:effectLst/>
              <a:latin typeface="+mn-ea"/>
              <a:ea typeface="+mn-ea"/>
              <a:cs typeface="Meiryo UI" panose="020B0604030504040204" pitchFamily="50" charset="-128"/>
            </a:endParaRPr>
          </a:p>
        </p:txBody>
      </p:sp>
      <p:sp>
        <p:nvSpPr>
          <p:cNvPr id="5" name="正方形/長方形 4">
            <a:extLst>
              <a:ext uri="{FF2B5EF4-FFF2-40B4-BE49-F238E27FC236}">
                <a16:creationId xmlns:a16="http://schemas.microsoft.com/office/drawing/2014/main" id="{3BBA081F-2CDC-E6A3-B1C2-AEB64EF582CC}"/>
              </a:ext>
            </a:extLst>
          </p:cNvPr>
          <p:cNvSpPr/>
          <p:nvPr/>
        </p:nvSpPr>
        <p:spPr bwMode="auto">
          <a:xfrm>
            <a:off x="9048003" y="579072"/>
            <a:ext cx="766557" cy="224472"/>
          </a:xfrm>
          <a:prstGeom prst="rect">
            <a:avLst/>
          </a:prstGeom>
          <a:solidFill>
            <a:srgbClr val="FFC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000">
                <a:latin typeface="+mn-ea"/>
                <a:ea typeface="+mn-ea"/>
                <a:cs typeface="Meiryo UI" panose="020B0604030504040204" pitchFamily="50" charset="-128"/>
              </a:rPr>
              <a:t>個社資産</a:t>
            </a: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6" name="正方形/長方形 5">
            <a:extLst>
              <a:ext uri="{FF2B5EF4-FFF2-40B4-BE49-F238E27FC236}">
                <a16:creationId xmlns:a16="http://schemas.microsoft.com/office/drawing/2014/main" id="{B8761CFF-ED5F-813A-AAFB-C0E0482791F1}"/>
              </a:ext>
            </a:extLst>
          </p:cNvPr>
          <p:cNvSpPr/>
          <p:nvPr/>
        </p:nvSpPr>
        <p:spPr bwMode="auto">
          <a:xfrm>
            <a:off x="9055623" y="845771"/>
            <a:ext cx="766557" cy="410333"/>
          </a:xfrm>
          <a:prstGeom prst="rect">
            <a:avLst/>
          </a:prstGeom>
          <a:solidFill>
            <a:srgbClr val="CC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742950" rtl="0" eaLnBrk="1" fontAlgn="base" latinLnBrk="0" hangingPunct="1">
              <a:spcBef>
                <a:spcPct val="0"/>
              </a:spcBef>
              <a:spcAft>
                <a:spcPct val="0"/>
              </a:spcAft>
              <a:buClrTx/>
              <a:buSzTx/>
              <a:buFontTx/>
              <a:buNone/>
              <a:tabLst/>
            </a:pPr>
            <a:r>
              <a:rPr lang="ja-JP" altLang="en-US" sz="1000">
                <a:latin typeface="+mn-ea"/>
                <a:ea typeface="+mn-ea"/>
                <a:cs typeface="Meiryo UI" panose="020B0604030504040204" pitchFamily="50" charset="-128"/>
              </a:rPr>
              <a:t>共同利用資産</a:t>
            </a:r>
            <a:endParaRPr lang="en-US" altLang="ja-JP" sz="1000">
              <a:latin typeface="+mn-ea"/>
              <a:ea typeface="+mn-ea"/>
              <a:cs typeface="Meiryo UI" panose="020B0604030504040204" pitchFamily="50" charset="-128"/>
            </a:endParaRPr>
          </a:p>
          <a:p>
            <a:pPr marL="0" marR="0" indent="0" algn="ctr" defTabSz="742950" rtl="0" eaLnBrk="1" fontAlgn="base" latinLnBrk="0" hangingPunct="1">
              <a:spcBef>
                <a:spcPct val="0"/>
              </a:spcBef>
              <a:spcAft>
                <a:spcPct val="0"/>
              </a:spcAft>
              <a:buClrTx/>
              <a:buSzTx/>
              <a:buFontTx/>
              <a:buNone/>
              <a:tabLst/>
            </a:pPr>
            <a:r>
              <a:rPr kumimoji="1" lang="en-US" altLang="ja-JP" sz="1000" i="0" u="none" strike="noStrike" cap="none" normalizeH="0" baseline="0">
                <a:ln>
                  <a:noFill/>
                </a:ln>
                <a:solidFill>
                  <a:schemeClr val="tx1"/>
                </a:solidFill>
                <a:effectLst/>
                <a:latin typeface="+mn-ea"/>
                <a:ea typeface="+mn-ea"/>
                <a:cs typeface="Meiryo UI" panose="020B0604030504040204" pitchFamily="50" charset="-128"/>
              </a:rPr>
              <a:t>(</a:t>
            </a:r>
            <a:r>
              <a:rPr kumimoji="1" lang="ja-JP" altLang="en-US" sz="1000" i="0" u="none" strike="noStrike" cap="none" normalizeH="0" baseline="0">
                <a:ln>
                  <a:noFill/>
                </a:ln>
                <a:solidFill>
                  <a:schemeClr val="tx1"/>
                </a:solidFill>
                <a:effectLst/>
                <a:latin typeface="+mn-ea"/>
                <a:ea typeface="+mn-ea"/>
                <a:cs typeface="Meiryo UI" panose="020B0604030504040204" pitchFamily="50" charset="-128"/>
              </a:rPr>
              <a:t>スキーム名</a:t>
            </a:r>
            <a:r>
              <a:rPr kumimoji="1" lang="en-US" altLang="ja-JP" sz="1000" i="0" u="none" strike="noStrike" cap="none" normalizeH="0" baseline="0">
                <a:ln>
                  <a:noFill/>
                </a:ln>
                <a:solidFill>
                  <a:schemeClr val="tx1"/>
                </a:solidFill>
                <a:effectLst/>
                <a:latin typeface="+mn-ea"/>
                <a:ea typeface="+mn-ea"/>
                <a:cs typeface="Meiryo UI" panose="020B0604030504040204" pitchFamily="50" charset="-128"/>
              </a:rPr>
              <a:t>)</a:t>
            </a: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
        <p:nvSpPr>
          <p:cNvPr id="8" name="正方形/長方形 7">
            <a:extLst>
              <a:ext uri="{FF2B5EF4-FFF2-40B4-BE49-F238E27FC236}">
                <a16:creationId xmlns:a16="http://schemas.microsoft.com/office/drawing/2014/main" id="{8A61A7E4-C037-9511-B6E9-9A3E8F568C64}"/>
              </a:ext>
            </a:extLst>
          </p:cNvPr>
          <p:cNvSpPr/>
          <p:nvPr/>
        </p:nvSpPr>
        <p:spPr bwMode="auto">
          <a:xfrm>
            <a:off x="7416298" y="1976919"/>
            <a:ext cx="1120023" cy="1550674"/>
          </a:xfrm>
          <a:prstGeom prst="rect">
            <a:avLst/>
          </a:prstGeom>
          <a:noFill/>
          <a:ln w="571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just" defTabSz="742950" rtl="0" eaLnBrk="1" fontAlgn="base" latinLnBrk="0" hangingPunct="1">
              <a:spcBef>
                <a:spcPct val="0"/>
              </a:spcBef>
              <a:spcAft>
                <a:spcPct val="0"/>
              </a:spcAft>
              <a:buClrTx/>
              <a:buSzTx/>
              <a:buFontTx/>
              <a:buNone/>
              <a:tabLst/>
            </a:pPr>
            <a:endParaRPr kumimoji="1" lang="ja-JP" altLang="en-US" sz="1000" i="0" u="none" strike="noStrike" cap="none" normalizeH="0" baseline="0">
              <a:ln>
                <a:noFill/>
              </a:ln>
              <a:solidFill>
                <a:schemeClr val="tx1"/>
              </a:solidFill>
              <a:effectLst/>
              <a:latin typeface="+mn-ea"/>
              <a:ea typeface="+mn-ea"/>
              <a:cs typeface="Meiryo UI" panose="020B0604030504040204" pitchFamily="50" charset="-128"/>
            </a:endParaRPr>
          </a:p>
        </p:txBody>
      </p:sp>
    </p:spTree>
    <p:extLst>
      <p:ext uri="{BB962C8B-B14F-4D97-AF65-F5344CB8AC3E}">
        <p14:creationId xmlns:p14="http://schemas.microsoft.com/office/powerpoint/2010/main" val="3025203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96DF8-397E-4013-858D-50D6186CCBEA}"/>
              </a:ext>
            </a:extLst>
          </p:cNvPr>
          <p:cNvSpPr>
            <a:spLocks noGrp="1"/>
          </p:cNvSpPr>
          <p:nvPr>
            <p:ph type="title"/>
          </p:nvPr>
        </p:nvSpPr>
        <p:spPr/>
        <p:txBody>
          <a:bodyPr/>
          <a:lstStyle/>
          <a:p>
            <a:r>
              <a:rPr kumimoji="1" lang="en-US" altLang="zh-TW" sz="1800">
                <a:latin typeface="+mn-ea"/>
                <a:ea typeface="+mn-ea"/>
              </a:rPr>
              <a:t>4.</a:t>
            </a:r>
            <a:r>
              <a:rPr kumimoji="1" lang="ja-JP" altLang="en-US" sz="1800">
                <a:latin typeface="+mn-ea"/>
                <a:ea typeface="+mn-ea"/>
              </a:rPr>
              <a:t>各社検討状況（①日興証券）</a:t>
            </a:r>
            <a:endParaRPr kumimoji="1" lang="ja-JP" altLang="en-US"/>
          </a:p>
        </p:txBody>
      </p:sp>
      <p:graphicFrame>
        <p:nvGraphicFramePr>
          <p:cNvPr id="10" name="表 9">
            <a:extLst>
              <a:ext uri="{FF2B5EF4-FFF2-40B4-BE49-F238E27FC236}">
                <a16:creationId xmlns:a16="http://schemas.microsoft.com/office/drawing/2014/main" id="{971F67FE-9257-08C5-0525-FC75C335E176}"/>
              </a:ext>
            </a:extLst>
          </p:cNvPr>
          <p:cNvGraphicFramePr>
            <a:graphicFrameLocks noGrp="1"/>
          </p:cNvGraphicFramePr>
          <p:nvPr/>
        </p:nvGraphicFramePr>
        <p:xfrm>
          <a:off x="164998" y="1017360"/>
          <a:ext cx="9576001" cy="5601000"/>
        </p:xfrm>
        <a:graphic>
          <a:graphicData uri="http://schemas.openxmlformats.org/drawingml/2006/table">
            <a:tbl>
              <a:tblPr firstRow="1" bandRow="1">
                <a:tableStyleId>{5C22544A-7EE6-4342-B048-85BDC9FD1C3A}</a:tableStyleId>
              </a:tblPr>
              <a:tblGrid>
                <a:gridCol w="542552">
                  <a:extLst>
                    <a:ext uri="{9D8B030D-6E8A-4147-A177-3AD203B41FA5}">
                      <a16:colId xmlns:a16="http://schemas.microsoft.com/office/drawing/2014/main" val="116094207"/>
                    </a:ext>
                  </a:extLst>
                </a:gridCol>
                <a:gridCol w="1475976">
                  <a:extLst>
                    <a:ext uri="{9D8B030D-6E8A-4147-A177-3AD203B41FA5}">
                      <a16:colId xmlns:a16="http://schemas.microsoft.com/office/drawing/2014/main" val="2676199786"/>
                    </a:ext>
                  </a:extLst>
                </a:gridCol>
                <a:gridCol w="3468540">
                  <a:extLst>
                    <a:ext uri="{9D8B030D-6E8A-4147-A177-3AD203B41FA5}">
                      <a16:colId xmlns:a16="http://schemas.microsoft.com/office/drawing/2014/main" val="1474579199"/>
                    </a:ext>
                  </a:extLst>
                </a:gridCol>
                <a:gridCol w="1038293">
                  <a:extLst>
                    <a:ext uri="{9D8B030D-6E8A-4147-A177-3AD203B41FA5}">
                      <a16:colId xmlns:a16="http://schemas.microsoft.com/office/drawing/2014/main" val="1156616487"/>
                    </a:ext>
                  </a:extLst>
                </a:gridCol>
                <a:gridCol w="3050640">
                  <a:extLst>
                    <a:ext uri="{9D8B030D-6E8A-4147-A177-3AD203B41FA5}">
                      <a16:colId xmlns:a16="http://schemas.microsoft.com/office/drawing/2014/main" val="4238273709"/>
                    </a:ext>
                  </a:extLst>
                </a:gridCol>
              </a:tblGrid>
              <a:tr h="0">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cs typeface="Meiryo UI" panose="020B0604030504040204" pitchFamily="50" charset="-128"/>
                        </a:rPr>
                        <a:t>検討項目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lang="ja-JP" altLang="en-US" sz="1100">
                          <a:solidFill>
                            <a:schemeClr val="bg1"/>
                          </a:solidFill>
                        </a:rPr>
                        <a:t>検討事項</a:t>
                      </a:r>
                      <a:endParaRPr sz="11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ステータス</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lang="ja-JP" altLang="en-US" sz="1100">
                          <a:solidFill>
                            <a:schemeClr val="bg1"/>
                          </a:solidFill>
                        </a:rPr>
                        <a:t>検討状況（</a:t>
                      </a:r>
                      <a:r>
                        <a:rPr lang="en-US" altLang="ja-JP" sz="1100">
                          <a:solidFill>
                            <a:schemeClr val="bg1"/>
                          </a:solidFill>
                        </a:rPr>
                        <a:t>10/17</a:t>
                      </a:r>
                      <a:r>
                        <a:rPr lang="ja-JP" altLang="en-US" sz="1100">
                          <a:solidFill>
                            <a:schemeClr val="bg1"/>
                          </a:solidFill>
                        </a:rPr>
                        <a:t>時点）</a:t>
                      </a:r>
                      <a:endParaRPr sz="11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120691387"/>
                  </a:ext>
                </a:extLst>
              </a:tr>
              <a:tr h="114421">
                <a:tc rowSpan="3">
                  <a:txBody>
                    <a:bodyPr/>
                    <a:lstStyle/>
                    <a:p>
                      <a:pPr algn="ctr"/>
                      <a:r>
                        <a:rPr kumimoji="1" lang="en-US" altLang="ja-JP" sz="1100" b="0">
                          <a:latin typeface="Meiryo UI" panose="020B0604030504040204" pitchFamily="50" charset="-128"/>
                          <a:ea typeface="Meiryo UI" panose="020B0604030504040204" pitchFamily="50" charset="-128"/>
                        </a:rPr>
                        <a:t>(1)</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対象業務見直し</a:t>
                      </a:r>
                      <a:endParaRPr kumimoji="1" lang="en-US" altLang="ja-JP"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①現行システム（オンプレ）の継続要否の検討</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コンタクト基盤更改における方針（水準更改・クラウドシフト等）を決定する。</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完了</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株式・投資信託・外貨建て</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MMF</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・個人向け国債などの自動音声取引について継続予定のため、クラウドシフトは現時点では実施せず。</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開発期間・コスト・実現性の観点からオンプレ更改の方針とする。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83475614"/>
                  </a:ext>
                </a:extLst>
              </a:tr>
              <a:tr h="124956">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②業務改善項目の検討</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基盤更改に合わせた業務改善項目の検討を行う。</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業務改善項目の検討は要件定義工程にて実施。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1276998"/>
                  </a:ext>
                </a:extLst>
              </a:tr>
              <a:tr h="0">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③基礎数値の見直し</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今後の呼量予測や</a:t>
                      </a:r>
                      <a:r>
                        <a:rPr kumimoji="1" lang="en-US" altLang="ja-JP" sz="1100" b="0">
                          <a:solidFill>
                            <a:schemeClr val="tx1"/>
                          </a:solidFill>
                          <a:latin typeface="Meiryo UI" panose="020B0604030504040204" pitchFamily="50" charset="-128"/>
                          <a:ea typeface="Meiryo UI" panose="020B0604030504040204" pitchFamily="50" charset="-128"/>
                        </a:rPr>
                        <a:t>AI</a:t>
                      </a:r>
                      <a:r>
                        <a:rPr kumimoji="1" lang="ja-JP" altLang="en-US" sz="1100" b="0">
                          <a:solidFill>
                            <a:schemeClr val="tx1"/>
                          </a:solidFill>
                          <a:latin typeface="Meiryo UI" panose="020B0604030504040204" pitchFamily="50" charset="-128"/>
                          <a:ea typeface="Meiryo UI" panose="020B0604030504040204" pitchFamily="50" charset="-128"/>
                        </a:rPr>
                        <a:t>案件によるオペレータ削減目標を基に席数の増減計画の検討を行う。</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現行と同様の基礎数値となる見込み。</a:t>
                      </a:r>
                      <a:endParaRPr kumimoji="1" lang="en-US" altLang="ja-JP" sz="1100" b="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最終的な基礎数値の確定は要件定義工程にて実施。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0535755"/>
                  </a:ext>
                </a:extLst>
              </a:tr>
              <a:tr h="179281">
                <a:tc>
                  <a:txBody>
                    <a:bodyPr/>
                    <a:lstStyle/>
                    <a:p>
                      <a:pPr algn="ctr"/>
                      <a:r>
                        <a:rPr kumimoji="1" lang="en-US" altLang="ja-JP" sz="1100" b="0">
                          <a:latin typeface="Meiryo UI" panose="020B0604030504040204" pitchFamily="50" charset="-128"/>
                          <a:ea typeface="Meiryo UI" panose="020B0604030504040204" pitchFamily="50" charset="-128"/>
                        </a:rPr>
                        <a:t>(2)</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100" b="0">
                          <a:latin typeface="Meiryo UI" panose="020B0604030504040204" pitchFamily="50" charset="-128"/>
                          <a:ea typeface="Meiryo UI" panose="020B0604030504040204" pitchFamily="50" charset="-128"/>
                        </a:rPr>
                        <a:t>ハードウェア構成検討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rPr>
                        <a:t>仮想基盤の変更（</a:t>
                      </a:r>
                      <a:r>
                        <a:rPr kumimoji="1" lang="en-US" altLang="ja-JP" sz="1100" b="0" err="1">
                          <a:solidFill>
                            <a:schemeClr val="tx1"/>
                          </a:solidFill>
                          <a:latin typeface="Meiryo UI" panose="020B0604030504040204" pitchFamily="50" charset="-128"/>
                          <a:ea typeface="Meiryo UI" panose="020B0604030504040204" pitchFamily="50" charset="-128"/>
                        </a:rPr>
                        <a:t>VMWare→Hyper-V</a:t>
                      </a:r>
                      <a:r>
                        <a:rPr kumimoji="1" lang="ja-JP" altLang="en-US" sz="1100" b="0">
                          <a:solidFill>
                            <a:schemeClr val="tx1"/>
                          </a:solidFill>
                          <a:latin typeface="Meiryo UI" panose="020B0604030504040204" pitchFamily="50" charset="-128"/>
                          <a:ea typeface="Meiryo UI" panose="020B0604030504040204" pitchFamily="50" charset="-128"/>
                        </a:rPr>
                        <a:t>基盤等）に伴う影響確認</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rPr>
                        <a:t>Avaya PBX</a:t>
                      </a:r>
                      <a:r>
                        <a:rPr kumimoji="1" lang="ja-JP" altLang="en-US" sz="1100" b="0">
                          <a:solidFill>
                            <a:schemeClr val="tx1"/>
                          </a:solidFill>
                        </a:rPr>
                        <a:t>：アプライアンスサーバ導入</a:t>
                      </a:r>
                      <a:endParaRPr kumimoji="1" lang="en-US" altLang="ja-JP" sz="11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その他サーバ：ハイエンド利用（開発：スタンダード）</a:t>
                      </a:r>
                      <a:endParaRPr kumimoji="1" lang="en-US" altLang="ja-JP" sz="11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a:t>
                      </a:r>
                      <a:r>
                        <a:rPr kumimoji="1" lang="en-US" altLang="ja-JP" sz="1100" b="0">
                          <a:solidFill>
                            <a:schemeClr val="tx1"/>
                          </a:solidFill>
                        </a:rPr>
                        <a:t>5:00-</a:t>
                      </a:r>
                      <a:r>
                        <a:rPr kumimoji="1" lang="ja-JP" altLang="en-US" sz="1100" b="0">
                          <a:solidFill>
                            <a:schemeClr val="tx1"/>
                          </a:solidFill>
                        </a:rPr>
                        <a:t>翌</a:t>
                      </a:r>
                      <a:r>
                        <a:rPr kumimoji="1" lang="en-US" altLang="ja-JP" sz="1100" b="0">
                          <a:solidFill>
                            <a:schemeClr val="tx1"/>
                          </a:solidFill>
                        </a:rPr>
                        <a:t>2:00</a:t>
                      </a:r>
                      <a:r>
                        <a:rPr kumimoji="1" lang="ja-JP" altLang="en-US" sz="1100" b="0">
                          <a:solidFill>
                            <a:schemeClr val="tx1"/>
                          </a:solidFill>
                        </a:rPr>
                        <a:t>で自動音声による取引（株式・投資信託・外貨建て</a:t>
                      </a:r>
                      <a:r>
                        <a:rPr kumimoji="1" lang="en-US" altLang="ja-JP" sz="1100" b="0">
                          <a:solidFill>
                            <a:schemeClr val="tx1"/>
                          </a:solidFill>
                        </a:rPr>
                        <a:t>MMF</a:t>
                      </a:r>
                      <a:r>
                        <a:rPr kumimoji="1" lang="ja-JP" altLang="en-US" sz="1100" b="0">
                          <a:solidFill>
                            <a:schemeClr val="tx1"/>
                          </a:solidFill>
                        </a:rPr>
                        <a:t>・個人向け国債など）を実施しており、</a:t>
                      </a:r>
                      <a:r>
                        <a:rPr kumimoji="1" lang="en-US" altLang="ja-JP" sz="1100" b="0">
                          <a:solidFill>
                            <a:schemeClr val="tx1"/>
                          </a:solidFill>
                        </a:rPr>
                        <a:t>A</a:t>
                      </a:r>
                      <a:r>
                        <a:rPr kumimoji="1" lang="ja-JP" altLang="en-US" sz="1100" b="0">
                          <a:solidFill>
                            <a:schemeClr val="tx1"/>
                          </a:solidFill>
                        </a:rPr>
                        <a:t>ランク相当システムに該当</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2154157"/>
                  </a:ext>
                </a:extLst>
              </a:tr>
              <a:tr h="0">
                <a:tc>
                  <a:txBody>
                    <a:bodyPr/>
                    <a:lstStyle/>
                    <a:p>
                      <a:pPr algn="ctr"/>
                      <a:r>
                        <a:rPr kumimoji="1" lang="en-US" altLang="ja-JP" sz="1100" b="0">
                          <a:latin typeface="Meiryo UI" panose="020B0604030504040204" pitchFamily="50" charset="-128"/>
                          <a:ea typeface="Meiryo UI" panose="020B0604030504040204" pitchFamily="50" charset="-128"/>
                        </a:rPr>
                        <a:t>(3)</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100" b="0">
                          <a:latin typeface="Meiryo UI" panose="020B0604030504040204" pitchFamily="50" charset="-128"/>
                          <a:ea typeface="Meiryo UI" panose="020B0604030504040204" pitchFamily="50" charset="-128"/>
                          <a:cs typeface="Meiryo UI" panose="020B0604030504040204" pitchFamily="50" charset="-128"/>
                        </a:rPr>
                        <a:t>ソフトウェア構成検討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latin typeface="Meiryo UI" panose="020B0604030504040204" pitchFamily="50" charset="-128"/>
                          <a:ea typeface="Meiryo UI" panose="020B0604030504040204" pitchFamily="50" charset="-128"/>
                        </a:rPr>
                        <a:t>Genesys OCS</a:t>
                      </a:r>
                      <a:r>
                        <a:rPr kumimoji="1" lang="ja-JP" altLang="en-US" sz="1100" b="0">
                          <a:solidFill>
                            <a:schemeClr val="tx1"/>
                          </a:solidFill>
                          <a:latin typeface="Meiryo UI" panose="020B0604030504040204" pitchFamily="50" charset="-128"/>
                          <a:ea typeface="Meiryo UI" panose="020B0604030504040204" pitchFamily="50" charset="-128"/>
                        </a:rPr>
                        <a:t>、</a:t>
                      </a:r>
                      <a:r>
                        <a:rPr kumimoji="1" lang="en-US" altLang="ja-JP" sz="1100" b="0">
                          <a:solidFill>
                            <a:schemeClr val="tx1"/>
                          </a:solidFill>
                          <a:latin typeface="Meiryo UI" panose="020B0604030504040204" pitchFamily="50" charset="-128"/>
                          <a:ea typeface="Meiryo UI" panose="020B0604030504040204" pitchFamily="50" charset="-128"/>
                        </a:rPr>
                        <a:t>Avaya APC</a:t>
                      </a:r>
                      <a:r>
                        <a:rPr kumimoji="1" lang="ja-JP" altLang="en-US" sz="1100" b="0">
                          <a:solidFill>
                            <a:schemeClr val="tx1"/>
                          </a:solidFill>
                          <a:latin typeface="Meiryo UI" panose="020B0604030504040204" pitchFamily="50" charset="-128"/>
                          <a:ea typeface="Meiryo UI" panose="020B0604030504040204" pitchFamily="50" charset="-128"/>
                        </a:rPr>
                        <a:t>廃止に伴うアウトバウンド業務影響確認（後継製品の選定）</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顧客管理アプリにてリスト架電機能の開発を検討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49267"/>
                  </a:ext>
                </a:extLst>
              </a:tr>
              <a:tr h="0">
                <a:tc rowSpan="3">
                  <a:txBody>
                    <a:bodyPr/>
                    <a:lstStyle/>
                    <a:p>
                      <a:pPr algn="ctr"/>
                      <a:r>
                        <a:rPr kumimoji="1" lang="en-US" altLang="ja-JP" sz="1100" b="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1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調達商流の見直し</a:t>
                      </a:r>
                      <a:endParaRPr kumimoji="1" lang="ja-JP" altLang="en-US" sz="11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①ライセンスの途中解約に関するニーズ確認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今後の席数増減計画に合わせてライセンス解約のニーズ有無を確認する。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上記</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③と合わせて契約期間について確認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ライセンス単価が</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割増加見込</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48838"/>
                  </a:ext>
                </a:extLst>
              </a:tr>
              <a:tr h="219154">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②ライセンス体系に関するニーズ確認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現在の利用状況に合わせて席数から同時接続数のライセンス体系への変更ニーズ有無を確認する。</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同時接続数ライセンスの費用メリットがないことを確認したため、各社へのヒアリング無し</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67385177"/>
                  </a:ext>
                </a:extLst>
              </a:tr>
              <a:tr h="23766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③ライセンス譲渡に関するニーズ確認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ライセンスを</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G</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会社間で譲渡するニーズ有無を確認する。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ボリュームディスカウントのためにカンパニーコードを統一予定。これにより、ライセンス譲渡が可能となることから各社へのヒアリング無し</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33633810"/>
                  </a:ext>
                </a:extLst>
              </a:tr>
              <a:tr h="173883">
                <a:tc>
                  <a:txBody>
                    <a:bodyPr/>
                    <a:lstStyle/>
                    <a:p>
                      <a:pPr algn="ctr"/>
                      <a:r>
                        <a:rPr kumimoji="1" lang="en-US" altLang="ja-JP" sz="1100" b="0">
                          <a:latin typeface="Meiryo UI" panose="020B0604030504040204" pitchFamily="50" charset="-128"/>
                          <a:ea typeface="Meiryo UI" panose="020B0604030504040204" pitchFamily="50" charset="-128"/>
                        </a:rPr>
                        <a:t>(5)</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latin typeface="Meiryo UI" panose="020B0604030504040204" pitchFamily="50" charset="-128"/>
                          <a:ea typeface="Meiryo UI" panose="020B0604030504040204" pitchFamily="50" charset="-128"/>
                        </a:rPr>
                        <a:t>共通化範囲の見直し</a:t>
                      </a:r>
                      <a:endParaRPr kumimoji="1" lang="en-US" altLang="ja-JP"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latin typeface="Meiryo UI" panose="020B0604030504040204" pitchFamily="50" charset="-128"/>
                          <a:ea typeface="Meiryo UI" panose="020B0604030504040204" pitchFamily="50" charset="-128"/>
                        </a:rPr>
                        <a:t>G</a:t>
                      </a:r>
                      <a:r>
                        <a:rPr kumimoji="1" lang="ja-JP" altLang="en-US" sz="1100" b="0">
                          <a:solidFill>
                            <a:schemeClr val="tx1"/>
                          </a:solidFill>
                          <a:latin typeface="Meiryo UI" panose="020B0604030504040204" pitchFamily="50" charset="-128"/>
                          <a:ea typeface="Meiryo UI" panose="020B0604030504040204" pitchFamily="50" charset="-128"/>
                        </a:rPr>
                        <a:t>会社間で対応範囲に差異があった場合に共通化スキームの対応範囲変更について確認する。</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見直し対象なし</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11428641"/>
                  </a:ext>
                </a:extLst>
              </a:tr>
            </a:tbl>
          </a:graphicData>
        </a:graphic>
      </p:graphicFrame>
      <p:sp>
        <p:nvSpPr>
          <p:cNvPr id="11" name="テキスト プレースホルダー 2">
            <a:extLst>
              <a:ext uri="{FF2B5EF4-FFF2-40B4-BE49-F238E27FC236}">
                <a16:creationId xmlns:a16="http://schemas.microsoft.com/office/drawing/2014/main" id="{D93E7737-9C17-948D-A054-D1F2BB98827C}"/>
              </a:ext>
            </a:extLst>
          </p:cNvPr>
          <p:cNvSpPr>
            <a:spLocks noGrp="1"/>
          </p:cNvSpPr>
          <p:nvPr>
            <p:ph type="body" sz="quarter" idx="12"/>
          </p:nvPr>
        </p:nvSpPr>
        <p:spPr>
          <a:xfrm>
            <a:off x="165001" y="613723"/>
            <a:ext cx="9576000" cy="601518"/>
          </a:xfrm>
        </p:spPr>
        <p:txBody>
          <a:bodyPr/>
          <a:lstStyle/>
          <a:p>
            <a:pPr marL="269875" indent="-269875" eaLnBrk="1" hangingPunct="1">
              <a:spcAft>
                <a:spcPts val="0"/>
              </a:spcAft>
              <a:buFont typeface="Wingdings" panose="05000000000000000000" pitchFamily="2" charset="2"/>
              <a:buChar char="ü"/>
              <a:defRPr/>
            </a:pPr>
            <a:r>
              <a:rPr kumimoji="1" lang="ja-JP" altLang="en-US" sz="1600"/>
              <a:t>更改方針の検討にあたっての各社依頼事項の検討状況は以下のとおり。</a:t>
            </a:r>
          </a:p>
        </p:txBody>
      </p:sp>
    </p:spTree>
    <p:extLst>
      <p:ext uri="{BB962C8B-B14F-4D97-AF65-F5344CB8AC3E}">
        <p14:creationId xmlns:p14="http://schemas.microsoft.com/office/powerpoint/2010/main" val="1670856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BBF2A-B715-7831-328D-0F8EA86092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A35756-0B00-EBDF-1179-2510FF087EEB}"/>
              </a:ext>
            </a:extLst>
          </p:cNvPr>
          <p:cNvSpPr>
            <a:spLocks noGrp="1"/>
          </p:cNvSpPr>
          <p:nvPr>
            <p:ph type="title"/>
          </p:nvPr>
        </p:nvSpPr>
        <p:spPr/>
        <p:txBody>
          <a:bodyPr/>
          <a:lstStyle/>
          <a:p>
            <a:r>
              <a:rPr kumimoji="1" lang="en-US" altLang="zh-TW" sz="1800">
                <a:latin typeface="+mn-ea"/>
                <a:ea typeface="+mn-ea"/>
              </a:rPr>
              <a:t>4.</a:t>
            </a:r>
            <a:r>
              <a:rPr kumimoji="1" lang="ja-JP" altLang="en-US" sz="1800">
                <a:latin typeface="+mn-ea"/>
                <a:ea typeface="+mn-ea"/>
              </a:rPr>
              <a:t>各社検討状況（②</a:t>
            </a:r>
            <a:r>
              <a:rPr kumimoji="1" lang="en-US" altLang="ja-JP" sz="1800">
                <a:latin typeface="+mn-ea"/>
                <a:ea typeface="+mn-ea"/>
              </a:rPr>
              <a:t>SMCC</a:t>
            </a:r>
            <a:r>
              <a:rPr kumimoji="1" lang="ja-JP" altLang="en-US" sz="1800">
                <a:latin typeface="+mn-ea"/>
                <a:ea typeface="+mn-ea"/>
              </a:rPr>
              <a:t>）</a:t>
            </a:r>
            <a:endParaRPr kumimoji="1" lang="ja-JP" altLang="en-US"/>
          </a:p>
        </p:txBody>
      </p:sp>
      <p:graphicFrame>
        <p:nvGraphicFramePr>
          <p:cNvPr id="10" name="表 9">
            <a:extLst>
              <a:ext uri="{FF2B5EF4-FFF2-40B4-BE49-F238E27FC236}">
                <a16:creationId xmlns:a16="http://schemas.microsoft.com/office/drawing/2014/main" id="{135A1484-23BB-588D-6394-B1B685170E08}"/>
              </a:ext>
            </a:extLst>
          </p:cNvPr>
          <p:cNvGraphicFramePr>
            <a:graphicFrameLocks noGrp="1"/>
          </p:cNvGraphicFramePr>
          <p:nvPr>
            <p:extLst>
              <p:ext uri="{D42A27DB-BD31-4B8C-83A1-F6EECF244321}">
                <p14:modId xmlns:p14="http://schemas.microsoft.com/office/powerpoint/2010/main" val="3206037561"/>
              </p:ext>
            </p:extLst>
          </p:nvPr>
        </p:nvGraphicFramePr>
        <p:xfrm>
          <a:off x="164998" y="1017360"/>
          <a:ext cx="9576001" cy="5768640"/>
        </p:xfrm>
        <a:graphic>
          <a:graphicData uri="http://schemas.openxmlformats.org/drawingml/2006/table">
            <a:tbl>
              <a:tblPr firstRow="1" bandRow="1">
                <a:tableStyleId>{5C22544A-7EE6-4342-B048-85BDC9FD1C3A}</a:tableStyleId>
              </a:tblPr>
              <a:tblGrid>
                <a:gridCol w="542552">
                  <a:extLst>
                    <a:ext uri="{9D8B030D-6E8A-4147-A177-3AD203B41FA5}">
                      <a16:colId xmlns:a16="http://schemas.microsoft.com/office/drawing/2014/main" val="116094207"/>
                    </a:ext>
                  </a:extLst>
                </a:gridCol>
                <a:gridCol w="1475976">
                  <a:extLst>
                    <a:ext uri="{9D8B030D-6E8A-4147-A177-3AD203B41FA5}">
                      <a16:colId xmlns:a16="http://schemas.microsoft.com/office/drawing/2014/main" val="2676199786"/>
                    </a:ext>
                  </a:extLst>
                </a:gridCol>
                <a:gridCol w="3468540">
                  <a:extLst>
                    <a:ext uri="{9D8B030D-6E8A-4147-A177-3AD203B41FA5}">
                      <a16:colId xmlns:a16="http://schemas.microsoft.com/office/drawing/2014/main" val="1474579199"/>
                    </a:ext>
                  </a:extLst>
                </a:gridCol>
                <a:gridCol w="1038293">
                  <a:extLst>
                    <a:ext uri="{9D8B030D-6E8A-4147-A177-3AD203B41FA5}">
                      <a16:colId xmlns:a16="http://schemas.microsoft.com/office/drawing/2014/main" val="1156616487"/>
                    </a:ext>
                  </a:extLst>
                </a:gridCol>
                <a:gridCol w="3050640">
                  <a:extLst>
                    <a:ext uri="{9D8B030D-6E8A-4147-A177-3AD203B41FA5}">
                      <a16:colId xmlns:a16="http://schemas.microsoft.com/office/drawing/2014/main" val="4238273709"/>
                    </a:ext>
                  </a:extLst>
                </a:gridCol>
              </a:tblGrid>
              <a:tr h="0">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cs typeface="Meiryo UI" panose="020B0604030504040204" pitchFamily="50" charset="-128"/>
                        </a:rPr>
                        <a:t>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cs typeface="Meiryo UI" panose="020B0604030504040204" pitchFamily="50" charset="-128"/>
                        </a:rPr>
                        <a:t>検討項目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lang="ja-JP" altLang="en-US" sz="1100">
                          <a:solidFill>
                            <a:schemeClr val="bg1"/>
                          </a:solidFill>
                        </a:rPr>
                        <a:t>検討事項</a:t>
                      </a:r>
                      <a:endParaRPr sz="11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ステータス</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tc>
                  <a:txBody>
                    <a:bodyPr/>
                    <a:lstStyle/>
                    <a:p>
                      <a:pPr algn="ctr"/>
                      <a:r>
                        <a:rPr lang="ja-JP" altLang="en-US" sz="1100">
                          <a:solidFill>
                            <a:schemeClr val="bg1"/>
                          </a:solidFill>
                        </a:rPr>
                        <a:t>検討状況（</a:t>
                      </a:r>
                      <a:r>
                        <a:rPr lang="en-US" altLang="ja-JP" sz="1100">
                          <a:solidFill>
                            <a:schemeClr val="bg1"/>
                          </a:solidFill>
                        </a:rPr>
                        <a:t>10/17</a:t>
                      </a:r>
                      <a:r>
                        <a:rPr lang="ja-JP" altLang="en-US" sz="1100">
                          <a:solidFill>
                            <a:schemeClr val="bg1"/>
                          </a:solidFill>
                        </a:rPr>
                        <a:t>時点）</a:t>
                      </a:r>
                      <a:endParaRPr sz="1100">
                        <a:solidFill>
                          <a:schemeClr val="bg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2CE"/>
                    </a:solidFill>
                  </a:tcPr>
                </a:tc>
                <a:extLst>
                  <a:ext uri="{0D108BD9-81ED-4DB2-BD59-A6C34878D82A}">
                    <a16:rowId xmlns:a16="http://schemas.microsoft.com/office/drawing/2014/main" val="3120691387"/>
                  </a:ext>
                </a:extLst>
              </a:tr>
              <a:tr h="114421">
                <a:tc rowSpan="3">
                  <a:txBody>
                    <a:bodyPr/>
                    <a:lstStyle/>
                    <a:p>
                      <a:pPr algn="ctr"/>
                      <a:r>
                        <a:rPr kumimoji="1" lang="en-US" altLang="ja-JP" sz="1100" b="0">
                          <a:latin typeface="Meiryo UI" panose="020B0604030504040204" pitchFamily="50" charset="-128"/>
                          <a:ea typeface="Meiryo UI" panose="020B0604030504040204" pitchFamily="50" charset="-128"/>
                        </a:rPr>
                        <a:t>(1)</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対象業務見直し</a:t>
                      </a:r>
                      <a:endParaRPr kumimoji="1" lang="en-US" altLang="ja-JP"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①現行システム（オンプレ）の継続要否の検討</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コンタクト基盤更改における方針（水準更改・クラウドシフト等）を決定する。</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完了</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紛失盗難、利用明細照会、リボ・キャッシング、解約、ポイント照会などの自動音声取引について継続予定のため、クラウドシフトは現時点では実施せず。</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開発期間・コスト・実現性の観点からオンプレ更改の方針とする。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83475614"/>
                  </a:ext>
                </a:extLst>
              </a:tr>
              <a:tr h="124956">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②業務改善項目の検討</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基盤更改に合わせた業務改善項目の検討を行う。</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t>ACD</a:t>
                      </a:r>
                      <a:r>
                        <a:rPr kumimoji="1" lang="ja-JP" altLang="en-US" sz="1100" b="0"/>
                        <a:t>統合や拠点設備の</a:t>
                      </a:r>
                      <a:r>
                        <a:rPr kumimoji="1" lang="en-US" altLang="ja-JP" sz="1100" b="0"/>
                        <a:t>DC</a:t>
                      </a:r>
                      <a:r>
                        <a:rPr kumimoji="1" lang="ja-JP" altLang="en-US" sz="1100" b="0"/>
                        <a:t>集約などの改善を実施。</a:t>
                      </a:r>
                      <a:endParaRPr kumimoji="1" lang="en-US" altLang="ja-JP" sz="1100" b="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その他業務部門からの業務改善項目の検討は要件定義工程にて実施。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1276998"/>
                  </a:ext>
                </a:extLst>
              </a:tr>
              <a:tr h="0">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vMerge="1">
                  <a:txBody>
                    <a:bodyPr/>
                    <a:lstStyle/>
                    <a:p>
                      <a:endParaRPr kumimoji="1" lang="ja-JP" altLang="en-US"/>
                    </a:p>
                  </a:txBody>
                  <a:tcPr>
                    <a:lnT w="9525" cap="flat" cmpd="sng" algn="ctr">
                      <a:solidFill>
                        <a:schemeClr val="tx1">
                          <a:lumMod val="75000"/>
                          <a:lumOff val="25000"/>
                        </a:schemeClr>
                      </a:solidFill>
                      <a:prstDash val="solid"/>
                      <a:round/>
                      <a:headEnd type="none" w="med" len="med"/>
                      <a:tailEnd type="none" w="med" len="med"/>
                    </a:lnT>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rPr>
                        <a:t>③基礎数値の見直し</a:t>
                      </a:r>
                      <a:endParaRPr kumimoji="1" lang="en-US" altLang="ja-JP" sz="1100" b="0">
                        <a:solidFill>
                          <a:schemeClr val="tx1"/>
                        </a:solidFill>
                        <a:latin typeface="Meiryo UI" panose="020B0604030504040204" pitchFamily="50" charset="-128"/>
                        <a:ea typeface="Meiryo UI" panose="020B0604030504040204" pitchFamily="50" charset="-128"/>
                      </a:endParaRPr>
                    </a:p>
                    <a:p>
                      <a:pPr algn="l"/>
                      <a:r>
                        <a:rPr kumimoji="1" lang="ja-JP" altLang="en-US" sz="1100" b="0">
                          <a:solidFill>
                            <a:schemeClr val="tx1"/>
                          </a:solidFill>
                          <a:latin typeface="Meiryo UI" panose="020B0604030504040204" pitchFamily="50" charset="-128"/>
                          <a:ea typeface="Meiryo UI" panose="020B0604030504040204" pitchFamily="50" charset="-128"/>
                        </a:rPr>
                        <a:t>今後の呼量予測や</a:t>
                      </a:r>
                      <a:r>
                        <a:rPr kumimoji="1" lang="en-US" altLang="ja-JP" sz="1100" b="0">
                          <a:solidFill>
                            <a:schemeClr val="tx1"/>
                          </a:solidFill>
                          <a:latin typeface="Meiryo UI" panose="020B0604030504040204" pitchFamily="50" charset="-128"/>
                          <a:ea typeface="Meiryo UI" panose="020B0604030504040204" pitchFamily="50" charset="-128"/>
                        </a:rPr>
                        <a:t>AI</a:t>
                      </a:r>
                      <a:r>
                        <a:rPr kumimoji="1" lang="ja-JP" altLang="en-US" sz="1100" b="0">
                          <a:solidFill>
                            <a:schemeClr val="tx1"/>
                          </a:solidFill>
                          <a:latin typeface="Meiryo UI" panose="020B0604030504040204" pitchFamily="50" charset="-128"/>
                          <a:ea typeface="Meiryo UI" panose="020B0604030504040204" pitchFamily="50" charset="-128"/>
                        </a:rPr>
                        <a:t>案件によるオペレータ削減目標を基に席数の増減計画の検討を行う。</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現行から</a:t>
                      </a:r>
                      <a:r>
                        <a:rPr kumimoji="1" lang="en-US" altLang="ja-JP" sz="1100" b="0"/>
                        <a:t>7</a:t>
                      </a:r>
                      <a:r>
                        <a:rPr kumimoji="1" lang="ja-JP" altLang="en-US" sz="1100" b="0"/>
                        <a:t>割の席数とする見込み。</a:t>
                      </a:r>
                      <a:endParaRPr kumimoji="1" lang="en-US" altLang="ja-JP" sz="1100" b="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最終的な基礎数値の確定は要件定義工程にて実施。</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0535755"/>
                  </a:ext>
                </a:extLst>
              </a:tr>
              <a:tr h="179281">
                <a:tc>
                  <a:txBody>
                    <a:bodyPr/>
                    <a:lstStyle/>
                    <a:p>
                      <a:pPr algn="ctr"/>
                      <a:r>
                        <a:rPr kumimoji="1" lang="en-US" altLang="ja-JP" sz="1100" b="0">
                          <a:latin typeface="Meiryo UI" panose="020B0604030504040204" pitchFamily="50" charset="-128"/>
                          <a:ea typeface="Meiryo UI" panose="020B0604030504040204" pitchFamily="50" charset="-128"/>
                        </a:rPr>
                        <a:t>(2)</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100" b="0">
                          <a:latin typeface="Meiryo UI" panose="020B0604030504040204" pitchFamily="50" charset="-128"/>
                          <a:ea typeface="Meiryo UI" panose="020B0604030504040204" pitchFamily="50" charset="-128"/>
                        </a:rPr>
                        <a:t>ハードウェア構成検討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rPr>
                        <a:t>仮想基盤の変更（</a:t>
                      </a:r>
                      <a:r>
                        <a:rPr kumimoji="1" lang="en-US" altLang="ja-JP" sz="1100" b="0" err="1">
                          <a:solidFill>
                            <a:schemeClr val="tx1"/>
                          </a:solidFill>
                          <a:latin typeface="Meiryo UI" panose="020B0604030504040204" pitchFamily="50" charset="-128"/>
                          <a:ea typeface="Meiryo UI" panose="020B0604030504040204" pitchFamily="50" charset="-128"/>
                        </a:rPr>
                        <a:t>VMWare→Hyper-V</a:t>
                      </a:r>
                      <a:r>
                        <a:rPr kumimoji="1" lang="ja-JP" altLang="en-US" sz="1100" b="0">
                          <a:solidFill>
                            <a:schemeClr val="tx1"/>
                          </a:solidFill>
                          <a:latin typeface="Meiryo UI" panose="020B0604030504040204" pitchFamily="50" charset="-128"/>
                          <a:ea typeface="Meiryo UI" panose="020B0604030504040204" pitchFamily="50" charset="-128"/>
                        </a:rPr>
                        <a:t>基盤等）に伴う影響確認</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rPr>
                        <a:t>Avaya PBX</a:t>
                      </a:r>
                      <a:r>
                        <a:rPr kumimoji="1" lang="ja-JP" altLang="en-US" sz="1100" b="0">
                          <a:solidFill>
                            <a:schemeClr val="tx1"/>
                          </a:solidFill>
                        </a:rPr>
                        <a:t>：アプライアンスサーバ導入</a:t>
                      </a:r>
                      <a:endParaRPr kumimoji="1" lang="en-US" altLang="ja-JP" sz="11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その他サーバ：スタンダード利用</a:t>
                      </a:r>
                      <a:endParaRPr kumimoji="1" lang="en-US" altLang="ja-JP" sz="11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→自動音声による決済取引を実施していないため、</a:t>
                      </a:r>
                      <a:r>
                        <a:rPr kumimoji="1" lang="en-US" altLang="ja-JP" sz="1100" b="0">
                          <a:solidFill>
                            <a:schemeClr val="tx1"/>
                          </a:solidFill>
                        </a:rPr>
                        <a:t>A</a:t>
                      </a:r>
                      <a:r>
                        <a:rPr kumimoji="1" lang="ja-JP" altLang="en-US" sz="1100" b="0">
                          <a:solidFill>
                            <a:schemeClr val="tx1"/>
                          </a:solidFill>
                        </a:rPr>
                        <a:t>ランク相当システムに該当しない</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2154157"/>
                  </a:ext>
                </a:extLst>
              </a:tr>
              <a:tr h="0">
                <a:tc>
                  <a:txBody>
                    <a:bodyPr/>
                    <a:lstStyle/>
                    <a:p>
                      <a:pPr algn="ctr"/>
                      <a:r>
                        <a:rPr kumimoji="1" lang="en-US" altLang="ja-JP" sz="1100" b="0">
                          <a:latin typeface="Meiryo UI" panose="020B0604030504040204" pitchFamily="50" charset="-128"/>
                          <a:ea typeface="Meiryo UI" panose="020B0604030504040204" pitchFamily="50" charset="-128"/>
                        </a:rPr>
                        <a:t>(3)</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100" b="0">
                          <a:latin typeface="Meiryo UI" panose="020B0604030504040204" pitchFamily="50" charset="-128"/>
                          <a:ea typeface="Meiryo UI" panose="020B0604030504040204" pitchFamily="50" charset="-128"/>
                          <a:cs typeface="Meiryo UI" panose="020B0604030504040204" pitchFamily="50" charset="-128"/>
                        </a:rPr>
                        <a:t>ソフトウェア構成検討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latin typeface="Meiryo UI" panose="020B0604030504040204" pitchFamily="50" charset="-128"/>
                          <a:ea typeface="Meiryo UI" panose="020B0604030504040204" pitchFamily="50" charset="-128"/>
                        </a:rPr>
                        <a:t>Genesys OCS</a:t>
                      </a:r>
                      <a:r>
                        <a:rPr kumimoji="1" lang="ja-JP" altLang="en-US" sz="1100" b="0">
                          <a:solidFill>
                            <a:schemeClr val="tx1"/>
                          </a:solidFill>
                          <a:latin typeface="Meiryo UI" panose="020B0604030504040204" pitchFamily="50" charset="-128"/>
                          <a:ea typeface="Meiryo UI" panose="020B0604030504040204" pitchFamily="50" charset="-128"/>
                        </a:rPr>
                        <a:t>、</a:t>
                      </a:r>
                      <a:r>
                        <a:rPr kumimoji="1" lang="en-US" altLang="ja-JP" sz="1100" b="0">
                          <a:solidFill>
                            <a:schemeClr val="tx1"/>
                          </a:solidFill>
                          <a:latin typeface="Meiryo UI" panose="020B0604030504040204" pitchFamily="50" charset="-128"/>
                          <a:ea typeface="Meiryo UI" panose="020B0604030504040204" pitchFamily="50" charset="-128"/>
                        </a:rPr>
                        <a:t>Avaya APC</a:t>
                      </a:r>
                      <a:r>
                        <a:rPr kumimoji="1" lang="ja-JP" altLang="en-US" sz="1100" b="0">
                          <a:solidFill>
                            <a:schemeClr val="tx1"/>
                          </a:solidFill>
                          <a:latin typeface="Meiryo UI" panose="020B0604030504040204" pitchFamily="50" charset="-128"/>
                          <a:ea typeface="Meiryo UI" panose="020B0604030504040204" pitchFamily="50" charset="-128"/>
                        </a:rPr>
                        <a:t>廃止に伴うアウトバウンド業務影響確認（後継製品の選定）</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rPr>
                        <a:t>製品選定中。</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rPr>
                        <a:t>PD</a:t>
                      </a:r>
                      <a:r>
                        <a:rPr kumimoji="1" lang="ja-JP" altLang="en-US" sz="1100" b="0">
                          <a:solidFill>
                            <a:schemeClr val="tx1"/>
                          </a:solidFill>
                        </a:rPr>
                        <a:t>架電は必須要件とはせず、オペレータ転送時に顧客電話番号の引継が出来る方法を検討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49267"/>
                  </a:ext>
                </a:extLst>
              </a:tr>
              <a:tr h="0">
                <a:tc rowSpan="3">
                  <a:txBody>
                    <a:bodyPr/>
                    <a:lstStyle/>
                    <a:p>
                      <a:pPr algn="ctr"/>
                      <a:r>
                        <a:rPr kumimoji="1" lang="en-US" altLang="ja-JP" sz="1100" b="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1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調達商流の見直し</a:t>
                      </a:r>
                      <a:endParaRPr kumimoji="1" lang="ja-JP" altLang="en-US" sz="1100" b="0">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①ライセンスの途中解約に関するニーズ確認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今後の席数増減計画に合わせてライセンス解約のニーズ有無を確認する。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上記</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③と合わせて契約期間について確認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l"/>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ライセンス単価が</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2-3</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割増加見込</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248838"/>
                  </a:ext>
                </a:extLst>
              </a:tr>
              <a:tr h="219154">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②ライセンス体系に関するニーズ確認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現在の利用状況に合わせて席数から同時接続数のライセンス体系への変更ニーズ有無を確認する。</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同時接続数ライセンスの費用メリットがないことを確認したため、各社へのヒアリング無し</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67385177"/>
                  </a:ext>
                </a:extLst>
              </a:tr>
              <a:tr h="237660">
                <a:tc vMerge="1">
                  <a:txBody>
                    <a:bodyPr/>
                    <a:lstStyle/>
                    <a:p>
                      <a:pPr algn="ctr"/>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kumimoji="1" lang="ja-JP" altLang="en-US" sz="1200" b="1">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③ライセンス譲渡に関するニーズ確認</a:t>
                      </a:r>
                      <a:endPar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ライセンスを</a:t>
                      </a:r>
                      <a:r>
                        <a:rPr kumimoji="1" lang="en-US" altLang="ja-JP"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G</a:t>
                      </a: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会社間で譲渡するニーズ有無を確認する。</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ー</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ボリュームディスカウントのためにカンパニーコードを統一予定。これにより、ライセンス譲渡が可能となることから各社へのヒアリング無し</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33633810"/>
                  </a:ext>
                </a:extLst>
              </a:tr>
              <a:tr h="0">
                <a:tc>
                  <a:txBody>
                    <a:bodyPr/>
                    <a:lstStyle/>
                    <a:p>
                      <a:pPr algn="ctr"/>
                      <a:r>
                        <a:rPr kumimoji="1" lang="en-US" altLang="ja-JP" sz="1100" b="0">
                          <a:latin typeface="Meiryo UI" panose="020B0604030504040204" pitchFamily="50" charset="-128"/>
                          <a:ea typeface="Meiryo UI" panose="020B0604030504040204" pitchFamily="50" charset="-128"/>
                        </a:rPr>
                        <a:t>(5)</a:t>
                      </a:r>
                      <a:endParaRPr kumimoji="1" lang="ja-JP" altLang="en-US"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100" b="0">
                          <a:latin typeface="Meiryo UI" panose="020B0604030504040204" pitchFamily="50" charset="-128"/>
                          <a:ea typeface="Meiryo UI" panose="020B0604030504040204" pitchFamily="50" charset="-128"/>
                        </a:rPr>
                        <a:t>共通化範囲の見直し</a:t>
                      </a:r>
                      <a:endParaRPr kumimoji="1" lang="en-US" altLang="ja-JP" sz="1100" b="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a:solidFill>
                            <a:schemeClr val="tx1"/>
                          </a:solidFill>
                          <a:latin typeface="Meiryo UI" panose="020B0604030504040204" pitchFamily="50" charset="-128"/>
                          <a:ea typeface="Meiryo UI" panose="020B0604030504040204" pitchFamily="50" charset="-128"/>
                        </a:rPr>
                        <a:t>G</a:t>
                      </a:r>
                      <a:r>
                        <a:rPr kumimoji="1" lang="ja-JP" altLang="en-US" sz="1100" b="0">
                          <a:solidFill>
                            <a:schemeClr val="tx1"/>
                          </a:solidFill>
                          <a:latin typeface="Meiryo UI" panose="020B0604030504040204" pitchFamily="50" charset="-128"/>
                          <a:ea typeface="Meiryo UI" panose="020B0604030504040204" pitchFamily="50" charset="-128"/>
                        </a:rPr>
                        <a:t>会社間で対応範囲に差異があった場合に共通化スキームの対応範囲変更について確認する。</a:t>
                      </a:r>
                      <a:endParaRPr kumimoji="1" lang="en-US" altLang="ja-JP" sz="1100" b="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eiryo UI" panose="020B0604030504040204" pitchFamily="50" charset="-128"/>
                          <a:ea typeface="Meiryo UI" panose="020B0604030504040204" pitchFamily="50" charset="-128"/>
                          <a:cs typeface="Meiryo UI" panose="020B0604030504040204" pitchFamily="50" charset="-128"/>
                        </a:rPr>
                        <a:t>検討中</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a:t>要件定義工程にて</a:t>
                      </a:r>
                      <a:r>
                        <a:rPr kumimoji="1" lang="en-US" altLang="ja-JP" sz="1100" b="0"/>
                        <a:t>CC</a:t>
                      </a:r>
                      <a:r>
                        <a:rPr kumimoji="1" lang="ja-JP" altLang="en-US" sz="1100" b="0"/>
                        <a:t>一体化（</a:t>
                      </a:r>
                      <a:r>
                        <a:rPr kumimoji="1" lang="en-US" altLang="ja-JP" sz="1100" b="0"/>
                        <a:t>IVR</a:t>
                      </a:r>
                      <a:r>
                        <a:rPr kumimoji="1" lang="ja-JP" altLang="en-US" sz="1100" b="0"/>
                        <a:t>アプリ、</a:t>
                      </a:r>
                      <a:r>
                        <a:rPr kumimoji="1" lang="en-US" altLang="ja-JP" sz="1100" b="0"/>
                        <a:t>CTI</a:t>
                      </a:r>
                      <a:r>
                        <a:rPr kumimoji="1" lang="ja-JP" altLang="en-US" sz="1100" b="0"/>
                        <a:t>アプリ等）の</a:t>
                      </a:r>
                      <a:r>
                        <a:rPr kumimoji="1" lang="en-US" altLang="ja-JP" sz="1100" b="0"/>
                        <a:t>CC</a:t>
                      </a:r>
                      <a:r>
                        <a:rPr kumimoji="1" lang="ja-JP" altLang="en-US" sz="1100" b="0"/>
                        <a:t>資産への切替を検討</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8641"/>
                  </a:ext>
                </a:extLst>
              </a:tr>
            </a:tbl>
          </a:graphicData>
        </a:graphic>
      </p:graphicFrame>
      <p:sp>
        <p:nvSpPr>
          <p:cNvPr id="11" name="テキスト プレースホルダー 2">
            <a:extLst>
              <a:ext uri="{FF2B5EF4-FFF2-40B4-BE49-F238E27FC236}">
                <a16:creationId xmlns:a16="http://schemas.microsoft.com/office/drawing/2014/main" id="{3536BB64-E93C-4111-F212-CF07F838079D}"/>
              </a:ext>
            </a:extLst>
          </p:cNvPr>
          <p:cNvSpPr>
            <a:spLocks noGrp="1"/>
          </p:cNvSpPr>
          <p:nvPr>
            <p:ph type="body" sz="quarter" idx="12"/>
          </p:nvPr>
        </p:nvSpPr>
        <p:spPr>
          <a:xfrm>
            <a:off x="165001" y="613723"/>
            <a:ext cx="9576000" cy="601518"/>
          </a:xfrm>
        </p:spPr>
        <p:txBody>
          <a:bodyPr/>
          <a:lstStyle/>
          <a:p>
            <a:pPr marL="269875" indent="-269875" eaLnBrk="1" hangingPunct="1">
              <a:spcAft>
                <a:spcPts val="0"/>
              </a:spcAft>
              <a:buFont typeface="Wingdings" panose="05000000000000000000" pitchFamily="2" charset="2"/>
              <a:buChar char="ü"/>
              <a:defRPr/>
            </a:pPr>
            <a:r>
              <a:rPr kumimoji="1" lang="ja-JP" altLang="en-US" sz="1600"/>
              <a:t>更改方針の検討にあたっての各社依頼事項の検討状況は以下のとおり。</a:t>
            </a:r>
          </a:p>
        </p:txBody>
      </p:sp>
    </p:spTree>
    <p:extLst>
      <p:ext uri="{BB962C8B-B14F-4D97-AF65-F5344CB8AC3E}">
        <p14:creationId xmlns:p14="http://schemas.microsoft.com/office/powerpoint/2010/main" val="13526947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SB" val="ColorPalettes"/>
</p:tagLst>
</file>

<file path=ppt/tags/tag2.xml><?xml version="1.0" encoding="utf-8"?>
<p:tagLst xmlns:a="http://schemas.openxmlformats.org/drawingml/2006/main" xmlns:r="http://schemas.openxmlformats.org/officeDocument/2006/relationships" xmlns:p="http://schemas.openxmlformats.org/presentationml/2006/main">
  <p:tag name="SSB" val="ColorPalettes"/>
</p:tagLst>
</file>

<file path=ppt/tags/tag3.xml><?xml version="1.0" encoding="utf-8"?>
<p:tagLst xmlns:a="http://schemas.openxmlformats.org/drawingml/2006/main" xmlns:r="http://schemas.openxmlformats.org/officeDocument/2006/relationships" xmlns:p="http://schemas.openxmlformats.org/presentationml/2006/main">
  <p:tag name="SSB" val="ColorPalettes"/>
</p:tagLst>
</file>

<file path=ppt/tags/tag4.xml><?xml version="1.0" encoding="utf-8"?>
<p:tagLst xmlns:a="http://schemas.openxmlformats.org/drawingml/2006/main" xmlns:r="http://schemas.openxmlformats.org/officeDocument/2006/relationships" xmlns:p="http://schemas.openxmlformats.org/presentationml/2006/main">
  <p:tag name="SSB" val="ColorPalettes"/>
</p:tagLst>
</file>

<file path=ppt/tags/tag5.xml><?xml version="1.0" encoding="utf-8"?>
<p:tagLst xmlns:a="http://schemas.openxmlformats.org/drawingml/2006/main" xmlns:r="http://schemas.openxmlformats.org/officeDocument/2006/relationships" xmlns:p="http://schemas.openxmlformats.org/presentationml/2006/main">
  <p:tag name="SSB" val="ColorPalettes"/>
</p:tagLst>
</file>

<file path=ppt/theme/theme1.xml><?xml version="1.0" encoding="utf-8"?>
<a:theme xmlns:a="http://schemas.openxmlformats.org/drawingml/2006/main" name="base">
  <a:themeElements>
    <a:clrScheme name="ページデザイン01 13">
      <a:dk1>
        <a:srgbClr val="000000"/>
      </a:dk1>
      <a:lt1>
        <a:srgbClr val="FFFFFF"/>
      </a:lt1>
      <a:dk2>
        <a:srgbClr val="000000"/>
      </a:dk2>
      <a:lt2>
        <a:srgbClr val="808080"/>
      </a:lt2>
      <a:accent1>
        <a:srgbClr val="FADCE1"/>
      </a:accent1>
      <a:accent2>
        <a:srgbClr val="F0A096"/>
      </a:accent2>
      <a:accent3>
        <a:srgbClr val="FFFFFF"/>
      </a:accent3>
      <a:accent4>
        <a:srgbClr val="000000"/>
      </a:accent4>
      <a:accent5>
        <a:srgbClr val="FCEBEE"/>
      </a:accent5>
      <a:accent6>
        <a:srgbClr val="D99187"/>
      </a:accent6>
      <a:hlink>
        <a:srgbClr val="E65A5A"/>
      </a:hlink>
      <a:folHlink>
        <a:srgbClr val="E40019"/>
      </a:folHlink>
    </a:clrScheme>
    <a:fontScheme name="ユーザー定義 1">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CDCDC"/>
        </a:solidFill>
        <a:ln w="12700" cap="flat" cmpd="sng" algn="ctr">
          <a:solidFill>
            <a:srgbClr val="828282"/>
          </a:solid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000" b="0" i="0" u="none" strike="noStrike" cap="none" normalizeH="0" baseline="0" smtClean="0">
            <a:ln>
              <a:noFill/>
            </a:ln>
            <a:solidFill>
              <a:srgbClr val="5F5F5F"/>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DCDCDC"/>
        </a:solidFill>
        <a:ln w="12700" cap="flat" cmpd="sng" algn="ctr">
          <a:solidFill>
            <a:srgbClr val="828282"/>
          </a:solid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000" b="0" i="0" u="none" strike="noStrike" cap="none" normalizeH="0" baseline="0" smtClean="0">
            <a:ln>
              <a:noFill/>
            </a:ln>
            <a:solidFill>
              <a:srgbClr val="5F5F5F"/>
            </a:solidFill>
            <a:effectLst/>
            <a:latin typeface="Arial" charset="0"/>
            <a:ea typeface="ＭＳ Ｐゴシック" charset="-128"/>
          </a:defRPr>
        </a:defPPr>
      </a:lstStyle>
    </a:lnDef>
    <a:txDef>
      <a:spPr bwMode="auto">
        <a:noFill/>
        <a:ln w="9525" algn="ctr">
          <a:noFill/>
          <a:miter lim="800000"/>
          <a:headEnd/>
          <a:tailEnd/>
        </a:ln>
        <a:effectLst/>
      </a:spPr>
      <a:bodyPr lIns="0" tIns="0" rIns="0" bIns="0">
        <a:spAutoFit/>
      </a:bodyPr>
      <a:lstStyle>
        <a:defPPr algn="just">
          <a:defRPr sz="1200" dirty="0">
            <a:latin typeface="ＭＳ Ｐゴシック" pitchFamily="50" charset="-128"/>
          </a:defRPr>
        </a:defPPr>
      </a:lstStyle>
    </a:txDef>
  </a:objectDefaults>
  <a:extraClrSchemeLst>
    <a:extraClrScheme>
      <a:clrScheme name="ページデザイン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ページデザイン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ページデザイン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ページデザイン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ページデザイン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ページデザイン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ページデザイン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ページデザイン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ページデザイン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ページデザイン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ページデザイン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ページデザイン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ページデザイン01 13">
        <a:dk1>
          <a:srgbClr val="000000"/>
        </a:dk1>
        <a:lt1>
          <a:srgbClr val="FFFFFF"/>
        </a:lt1>
        <a:dk2>
          <a:srgbClr val="000000"/>
        </a:dk2>
        <a:lt2>
          <a:srgbClr val="808080"/>
        </a:lt2>
        <a:accent1>
          <a:srgbClr val="FADCE1"/>
        </a:accent1>
        <a:accent2>
          <a:srgbClr val="F0A096"/>
        </a:accent2>
        <a:accent3>
          <a:srgbClr val="FFFFFF"/>
        </a:accent3>
        <a:accent4>
          <a:srgbClr val="000000"/>
        </a:accent4>
        <a:accent5>
          <a:srgbClr val="FCEBEE"/>
        </a:accent5>
        <a:accent6>
          <a:srgbClr val="D99187"/>
        </a:accent6>
        <a:hlink>
          <a:srgbClr val="E65A5A"/>
        </a:hlink>
        <a:folHlink>
          <a:srgbClr val="E4001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9_本文/表紙">
  <a:themeElements>
    <a:clrScheme name="9_本文/表紙 1">
      <a:dk1>
        <a:srgbClr val="292929"/>
      </a:dk1>
      <a:lt1>
        <a:srgbClr val="FFFFFF"/>
      </a:lt1>
      <a:dk2>
        <a:srgbClr val="003C2C"/>
      </a:dk2>
      <a:lt2>
        <a:srgbClr val="808080"/>
      </a:lt2>
      <a:accent1>
        <a:srgbClr val="A8D435"/>
      </a:accent1>
      <a:accent2>
        <a:srgbClr val="F7FFCE"/>
      </a:accent2>
      <a:accent3>
        <a:srgbClr val="FFFFFF"/>
      </a:accent3>
      <a:accent4>
        <a:srgbClr val="212121"/>
      </a:accent4>
      <a:accent5>
        <a:srgbClr val="D1E6AE"/>
      </a:accent5>
      <a:accent6>
        <a:srgbClr val="E0E7BA"/>
      </a:accent6>
      <a:hlink>
        <a:srgbClr val="FF0000"/>
      </a:hlink>
      <a:folHlink>
        <a:srgbClr val="DADADA"/>
      </a:folHlink>
    </a:clrScheme>
    <a:fontScheme name="9_本文/表紙">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cap="flat" cmpd="sng" algn="ctr">
          <a:solidFill>
            <a:schemeClr val="tx1"/>
          </a:solidFill>
          <a:prstDash val="solid"/>
          <a:round/>
          <a:headEnd type="none" w="med" len="med"/>
          <a:tailEnd type="none" w="med" len="med"/>
        </a:ln>
        <a:effectLst/>
      </a:spPr>
      <a:bodyPr vert="horz" wrap="none" lIns="72000" tIns="36000" rIns="72000" bIns="3600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sz="1600" b="1" i="0" u="none" strike="noStrike" cap="none" normalizeH="0" baseline="0" dirty="0" smtClean="0">
            <a:ln>
              <a:noFill/>
            </a:ln>
            <a:solidFill>
              <a:schemeClr val="tx1"/>
            </a:solidFill>
            <a:effectLst/>
            <a:latin typeface="ＭＳ Ｐゴシック" pitchFamily="50" charset="-128"/>
            <a:ea typeface="ＭＳ Ｐゴシック" pitchFamily="50" charset="-128"/>
          </a:defRPr>
        </a:defPPr>
      </a:lstStyle>
    </a:spDef>
    <a:lnDef>
      <a:spPr bwMode="auto">
        <a:noFill/>
        <a:ln w="222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a:spPr>
      <a:bodyPr/>
      <a:lstStyle/>
    </a:lnDef>
  </a:objectDefaults>
  <a:extraClrSchemeLst>
    <a:extraClrScheme>
      <a:clrScheme name="9_本文/表紙 1">
        <a:dk1>
          <a:srgbClr val="292929"/>
        </a:dk1>
        <a:lt1>
          <a:srgbClr val="FFFFFF"/>
        </a:lt1>
        <a:dk2>
          <a:srgbClr val="003C2C"/>
        </a:dk2>
        <a:lt2>
          <a:srgbClr val="808080"/>
        </a:lt2>
        <a:accent1>
          <a:srgbClr val="A8D435"/>
        </a:accent1>
        <a:accent2>
          <a:srgbClr val="F7FFCE"/>
        </a:accent2>
        <a:accent3>
          <a:srgbClr val="FFFFFF"/>
        </a:accent3>
        <a:accent4>
          <a:srgbClr val="212121"/>
        </a:accent4>
        <a:accent5>
          <a:srgbClr val="D1E6AE"/>
        </a:accent5>
        <a:accent6>
          <a:srgbClr val="E0E7BA"/>
        </a:accent6>
        <a:hlink>
          <a:srgbClr val="FF0000"/>
        </a:hlink>
        <a:folHlink>
          <a:srgbClr val="DADAD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本文/表紙">
  <a:themeElements>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fontScheme name="1_本文/表紙">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algn="ctr">
          <a:solidFill>
            <a:schemeClr val="tx1"/>
          </a:solidFill>
          <a:round/>
          <a:headEnd/>
          <a:tailEnd/>
        </a:ln>
      </a:spPr>
      <a:bodyPr wrap="square" lIns="0" tIns="0" rIns="0" bIns="0" rtlCol="0" anchor="ctr"/>
      <a:lstStyle>
        <a:defPPr algn="ctr" eaLnBrk="1" hangingPunct="1">
          <a:lnSpc>
            <a:spcPct val="100000"/>
          </a:lnSpc>
          <a:spcBef>
            <a:spcPct val="0"/>
          </a:spcBef>
          <a:buClrTx/>
          <a:buFontTx/>
          <a:buNone/>
          <a:defRPr kumimoji="1" sz="1200" b="0" dirty="0" smtClean="0">
            <a:solidFill>
              <a:srgbClr val="292929"/>
            </a:solidFill>
            <a:latin typeface="ＭＳ Ｐゴシック" panose="020B0600070205080204" pitchFamily="50" charset="-128"/>
            <a:ea typeface="ＭＳ Ｐゴシック" panose="020B060007020508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デザインテーマ_A4横手交用">
  <a:themeElements>
    <a:clrScheme name="ユーザー定義 6">
      <a:dk1>
        <a:srgbClr val="000000"/>
      </a:dk1>
      <a:lt1>
        <a:srgbClr val="FFFFFF"/>
      </a:lt1>
      <a:dk2>
        <a:srgbClr val="82CEBA"/>
      </a:dk2>
      <a:lt2>
        <a:srgbClr val="9ED468"/>
      </a:lt2>
      <a:accent1>
        <a:srgbClr val="E4BB46"/>
      </a:accent1>
      <a:accent2>
        <a:srgbClr val="A2BBDC"/>
      </a:accent2>
      <a:accent3>
        <a:srgbClr val="FCAE91"/>
      </a:accent3>
      <a:accent4>
        <a:srgbClr val="004831"/>
      </a:accent4>
      <a:accent5>
        <a:srgbClr val="C4D700"/>
      </a:accent5>
      <a:accent6>
        <a:srgbClr val="34A44C"/>
      </a:accent6>
      <a:hlink>
        <a:srgbClr val="1E806B"/>
      </a:hlink>
      <a:folHlink>
        <a:srgbClr val="5F5F5F"/>
      </a:folHlink>
    </a:clrScheme>
    <a:fontScheme name="ユーザー定義 1">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solidFill>
        <a:ln w="9525" algn="ctr">
          <a:solidFill>
            <a:schemeClr val="accent4"/>
          </a:solidFill>
          <a:miter lim="800000"/>
          <a:headEnd/>
          <a:tailEnd/>
        </a:ln>
        <a:effectLst/>
      </a:spPr>
      <a:bodyPr lIns="90000" tIns="45779" rIns="90000" bIns="45779" anchor="ctr"/>
      <a:lstStyle>
        <a:defPPr marL="85725" indent="-85725" algn="ctr">
          <a:defRPr sz="1400" b="0" dirty="0" smtClean="0">
            <a:latin typeface="Meiryo UI" panose="020B0604030504040204" pitchFamily="50" charset="-128"/>
            <a:ea typeface="Meiryo UI" panose="020B0604030504040204" pitchFamily="50" charset="-128"/>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defRPr kumimoji="1" sz="1200" dirty="0" smtClean="0">
            <a:latin typeface="ＭＳ Ｐゴシック" pitchFamily="50" charset="-128"/>
            <a:ea typeface="ＭＳ Ｐゴシック" pitchFamily="50" charset="-128"/>
          </a:defRPr>
        </a:defPPr>
      </a:lstStyle>
    </a:txDef>
  </a:objectDefaults>
  <a:extraClrSchemeLst>
    <a:extraClrScheme>
      <a:clrScheme name="Sumitomo Mitsui Banking Corporation 1">
        <a:dk1>
          <a:srgbClr val="000000"/>
        </a:dk1>
        <a:lt1>
          <a:srgbClr val="FFFFFF"/>
        </a:lt1>
        <a:dk2>
          <a:srgbClr val="8AB68A"/>
        </a:dk2>
        <a:lt2>
          <a:srgbClr val="DADADA"/>
        </a:lt2>
        <a:accent1>
          <a:srgbClr val="7CBC3C"/>
        </a:accent1>
        <a:accent2>
          <a:srgbClr val="55C96E"/>
        </a:accent2>
        <a:accent3>
          <a:srgbClr val="FFFFFF"/>
        </a:accent3>
        <a:accent4>
          <a:srgbClr val="000000"/>
        </a:accent4>
        <a:accent5>
          <a:srgbClr val="BFDAAF"/>
        </a:accent5>
        <a:accent6>
          <a:srgbClr val="4CB663"/>
        </a:accent6>
        <a:hlink>
          <a:srgbClr val="1E806B"/>
        </a:hlink>
        <a:folHlink>
          <a:srgbClr val="C71F0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01C88E8-B8C1-48A1-8BE9-734EC74C0B45.pptx" id="{59808FC7-6698-49A9-90E0-2250A24CEDB8}" vid="{65118732-8295-4F92-9AE3-9F231E11F597}"/>
    </a:ext>
  </a:extLst>
</a:theme>
</file>

<file path=ppt/theme/theme5.xml><?xml version="1.0" encoding="utf-8"?>
<a:theme xmlns:a="http://schemas.openxmlformats.org/drawingml/2006/main" name="1_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本文/表紙">
  <a:themeElements>
    <a:clrScheme name="ユーザー定義 1">
      <a:dk1>
        <a:srgbClr val="292929"/>
      </a:dk1>
      <a:lt1>
        <a:srgbClr val="FFFFFF"/>
      </a:lt1>
      <a:dk2>
        <a:srgbClr val="003C2C"/>
      </a:dk2>
      <a:lt2>
        <a:srgbClr val="808080"/>
      </a:lt2>
      <a:accent1>
        <a:srgbClr val="99CCFF"/>
      </a:accent1>
      <a:accent2>
        <a:srgbClr val="6666FF"/>
      </a:accent2>
      <a:accent3>
        <a:srgbClr val="FFFFFF"/>
      </a:accent3>
      <a:accent4>
        <a:srgbClr val="212121"/>
      </a:accent4>
      <a:accent5>
        <a:srgbClr val="99CCFF"/>
      </a:accent5>
      <a:accent6>
        <a:srgbClr val="6666FF"/>
      </a:accent6>
      <a:hlink>
        <a:srgbClr val="6666FF"/>
      </a:hlink>
      <a:folHlink>
        <a:srgbClr val="99CCFF"/>
      </a:folHlink>
    </a:clrScheme>
    <a:fontScheme name="1_本文/表紙">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NEC_Theme_B_2021_jp">
  <a:themeElements>
    <a:clrScheme name="NEC_Color_2021">
      <a:dk1>
        <a:srgbClr val="000000"/>
      </a:dk1>
      <a:lt1>
        <a:srgbClr val="FFFFFF"/>
      </a:lt1>
      <a:dk2>
        <a:srgbClr val="04127C"/>
      </a:dk2>
      <a:lt2>
        <a:srgbClr val="858585"/>
      </a:lt2>
      <a:accent1>
        <a:srgbClr val="1E32A5"/>
      </a:accent1>
      <a:accent2>
        <a:srgbClr val="286EBE"/>
      </a:accent2>
      <a:accent3>
        <a:srgbClr val="419B91"/>
      </a:accent3>
      <a:accent4>
        <a:srgbClr val="D2BE00"/>
      </a:accent4>
      <a:accent5>
        <a:srgbClr val="DC8C23"/>
      </a:accent5>
      <a:accent6>
        <a:srgbClr val="BE375A"/>
      </a:accent6>
      <a:hlink>
        <a:srgbClr val="4575FD"/>
      </a:hlink>
      <a:folHlink>
        <a:srgbClr val="9E5ECE"/>
      </a:folHlink>
    </a:clrScheme>
    <a:fontScheme name="NEC_font_2021_jp">
      <a:majorFont>
        <a:latin typeface="游ゴシック"/>
        <a:ea typeface="游ゴシック"/>
        <a:cs typeface=""/>
      </a:majorFont>
      <a:minorFont>
        <a:latin typeface="游ゴシック"/>
        <a:ea typeface="游ゴシック"/>
        <a:cs typeface=""/>
      </a:minorFont>
    </a:fontScheme>
    <a:fmtScheme name="エレメント">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0" smtClean="0">
            <a:solidFill>
              <a:schemeClr val="bg1"/>
            </a:solidFill>
            <a:latin typeface="+mj-ea"/>
            <a:ea typeface="+mj-ea"/>
          </a:defRPr>
        </a:defPPr>
      </a:lstStyle>
    </a:spDef>
    <a:lnDef>
      <a:spPr bwMode="auto">
        <a:solidFill>
          <a:schemeClr val="bg1"/>
        </a:solidFill>
        <a:ln w="9525" cap="flat" cmpd="sng" algn="ctr">
          <a:solidFill>
            <a:schemeClr val="accent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txDef>
      <a:spPr>
        <a:noFill/>
      </a:spPr>
      <a:bodyPr wrap="square" rtlCol="0">
        <a:spAutoFit/>
      </a:bodyPr>
      <a:lstStyle>
        <a:defPPr fontAlgn="base">
          <a:defRPr kumimoji="1" sz="1800" dirty="0" smtClean="0">
            <a:solidFill>
              <a:schemeClr val="tx1">
                <a:lumMod val="85000"/>
                <a:lumOff val="15000"/>
              </a:schemeClr>
            </a:solidFill>
          </a:defRPr>
        </a:defPPr>
      </a:lstStyle>
    </a:txDef>
  </a:objectDefaults>
  <a:extraClrSchemeLst/>
</a:theme>
</file>

<file path=ppt/theme/theme8.xml><?xml version="1.0" encoding="utf-8"?>
<a:theme xmlns:a="http://schemas.openxmlformats.org/drawingml/2006/main" name="2_本文/表紙">
  <a:themeElements>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fontScheme name="1_本文/表紙">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algn="ctr">
          <a:solidFill>
            <a:schemeClr val="tx1"/>
          </a:solidFill>
          <a:round/>
          <a:headEnd/>
          <a:tailEnd/>
        </a:ln>
      </a:spPr>
      <a:bodyPr wrap="square" lIns="0" tIns="0" rIns="0" bIns="0" rtlCol="0" anchor="ctr"/>
      <a:lstStyle>
        <a:defPPr algn="ctr" eaLnBrk="1" hangingPunct="1">
          <a:lnSpc>
            <a:spcPct val="100000"/>
          </a:lnSpc>
          <a:spcBef>
            <a:spcPct val="0"/>
          </a:spcBef>
          <a:buClrTx/>
          <a:buFontTx/>
          <a:buNone/>
          <a:defRPr kumimoji="1" sz="1200" b="0" dirty="0" smtClean="0">
            <a:solidFill>
              <a:srgbClr val="292929"/>
            </a:solidFill>
            <a:latin typeface="ＭＳ Ｐゴシック" panose="020B0600070205080204" pitchFamily="50" charset="-128"/>
            <a:ea typeface="ＭＳ Ｐゴシック" panose="020B060007020508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デザインテーマ_A4横手交用">
  <a:themeElements>
    <a:clrScheme name="ユーザー定義 6">
      <a:dk1>
        <a:srgbClr val="000000"/>
      </a:dk1>
      <a:lt1>
        <a:srgbClr val="FFFFFF"/>
      </a:lt1>
      <a:dk2>
        <a:srgbClr val="82CEBA"/>
      </a:dk2>
      <a:lt2>
        <a:srgbClr val="9ED468"/>
      </a:lt2>
      <a:accent1>
        <a:srgbClr val="E4BB46"/>
      </a:accent1>
      <a:accent2>
        <a:srgbClr val="A2BBDC"/>
      </a:accent2>
      <a:accent3>
        <a:srgbClr val="FCAE91"/>
      </a:accent3>
      <a:accent4>
        <a:srgbClr val="004831"/>
      </a:accent4>
      <a:accent5>
        <a:srgbClr val="C4D700"/>
      </a:accent5>
      <a:accent6>
        <a:srgbClr val="34A44C"/>
      </a:accent6>
      <a:hlink>
        <a:srgbClr val="1E806B"/>
      </a:hlink>
      <a:folHlink>
        <a:srgbClr val="5F5F5F"/>
      </a:folHlink>
    </a:clrScheme>
    <a:fontScheme name="ユーザー定義 1">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8E8E8"/>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defPPr marL="0" marR="0" indent="0" algn="ctr" defTabSz="987425" rtl="0" eaLnBrk="1" fontAlgn="base" latinLnBrk="0" hangingPunct="1">
          <a:lnSpc>
            <a:spcPct val="100000"/>
          </a:lnSpc>
          <a:spcBef>
            <a:spcPct val="0"/>
          </a:spcBef>
          <a:spcAft>
            <a:spcPct val="0"/>
          </a:spcAft>
          <a:buClrTx/>
          <a:buSzTx/>
          <a:buFontTx/>
          <a:buNone/>
          <a:tabLst/>
          <a:defRPr kumimoji="1"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defRPr kumimoji="1" sz="1200" dirty="0" smtClean="0">
            <a:latin typeface="ＭＳ Ｐゴシック" pitchFamily="50" charset="-128"/>
            <a:ea typeface="ＭＳ Ｐゴシック" pitchFamily="50" charset="-128"/>
          </a:defRPr>
        </a:defPPr>
      </a:lstStyle>
    </a:txDef>
  </a:objectDefaults>
  <a:extraClrSchemeLst>
    <a:extraClrScheme>
      <a:clrScheme name="Sumitomo Mitsui Banking Corporation 1">
        <a:dk1>
          <a:srgbClr val="000000"/>
        </a:dk1>
        <a:lt1>
          <a:srgbClr val="FFFFFF"/>
        </a:lt1>
        <a:dk2>
          <a:srgbClr val="8AB68A"/>
        </a:dk2>
        <a:lt2>
          <a:srgbClr val="DADADA"/>
        </a:lt2>
        <a:accent1>
          <a:srgbClr val="7CBC3C"/>
        </a:accent1>
        <a:accent2>
          <a:srgbClr val="55C96E"/>
        </a:accent2>
        <a:accent3>
          <a:srgbClr val="FFFFFF"/>
        </a:accent3>
        <a:accent4>
          <a:srgbClr val="000000"/>
        </a:accent4>
        <a:accent5>
          <a:srgbClr val="BFDAAF"/>
        </a:accent5>
        <a:accent6>
          <a:srgbClr val="4CB663"/>
        </a:accent6>
        <a:hlink>
          <a:srgbClr val="1E806B"/>
        </a:hlink>
        <a:folHlink>
          <a:srgbClr val="C71F0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01C88E8-B8C1-48A1-8BE9-734EC74C0B45.pptx" id="{59808FC7-6698-49A9-90E0-2250A24CEDB8}" vid="{65118732-8295-4F92-9AE3-9F231E11F597}"/>
    </a:ext>
  </a:extLst>
</a:theme>
</file>

<file path=ppt/theme/theme10.xml><?xml version="1.0" encoding="utf-8"?>
<a:theme xmlns:a="http://schemas.openxmlformats.org/drawingml/2006/main" name="2_JRI">
  <a:themeElements>
    <a:clrScheme name="ユーザー定義 2">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システム部門 資料テンプレート">
  <a:themeElements>
    <a:clrScheme name="ユーザー定義 1">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just" defTabSz="742950" rtl="0" eaLnBrk="1" fontAlgn="base" latinLnBrk="0" hangingPunct="1">
          <a:spcBef>
            <a:spcPct val="0"/>
          </a:spcBef>
          <a:spcAft>
            <a:spcPct val="0"/>
          </a:spcAft>
          <a:buClrTx/>
          <a:buSzTx/>
          <a:buFontTx/>
          <a:buNone/>
          <a:tabLst/>
          <a:defRPr kumimoji="1" sz="1000" i="0" u="none" strike="noStrike" cap="none" normalizeH="0" baseline="0" dirty="0">
            <a:ln>
              <a:noFill/>
            </a:ln>
            <a:solidFill>
              <a:schemeClr val="tx1"/>
            </a:solidFill>
            <a:effectLst/>
            <a:latin typeface="+mn-ea"/>
            <a:ea typeface="+mn-ea"/>
            <a:cs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none" rtlCol="0">
        <a:spAutoFit/>
      </a:bodyPr>
      <a:lstStyle>
        <a:defPPr algn="l">
          <a:defRPr kumimoji="1" sz="1400" dirty="0" smtClean="0">
            <a:latin typeface="+mn-ea"/>
            <a:ea typeface="+mn-ea"/>
            <a:cs typeface="Meiryo UI" panose="020B0604030504040204" pitchFamily="50" charset="-128"/>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JRI">
  <a:themeElements>
    <a:clrScheme name="ユーザー定義 2">
      <a:dk1>
        <a:srgbClr val="000000"/>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JR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36000" tIns="36000" rIns="36000" bIns="36000" numCol="1" rtlCol="0" anchor="ctr" anchorCtr="0" compatLnSpc="1">
        <a:prstTxWarp prst="textNoShape">
          <a:avLst/>
        </a:prstTxWarp>
      </a:bodyPr>
      <a:lstStyle>
        <a:defPPr marL="0" marR="0" indent="0" algn="ctr" defTabSz="742950" rtl="0" eaLnBrk="1" fontAlgn="base" latinLnBrk="0" hangingPunct="1">
          <a:spcBef>
            <a:spcPct val="0"/>
          </a:spcBef>
          <a:spcAft>
            <a:spcPct val="0"/>
          </a:spcAft>
          <a:buClrTx/>
          <a:buSzTx/>
          <a:buFontTx/>
          <a:buNone/>
          <a:tabLst/>
          <a:defRPr kumimoji="1" sz="1400" i="0" u="none" strike="noStrike" cap="none" normalizeH="0" baseline="0" dirty="0" err="1" smtClean="0">
            <a:ln>
              <a:noFill/>
            </a:ln>
            <a:solidFill>
              <a:schemeClr val="tx1"/>
            </a:solidFill>
            <a:effectLst/>
            <a:latin typeface="+mn-ea"/>
            <a:ea typeface="+mn-ea"/>
          </a:defRPr>
        </a:defPPr>
      </a:lstStyle>
    </a:spDef>
    <a:ln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kumimoji="1" sz="1400" dirty="0" smtClean="0">
            <a:latin typeface="+mn-ea"/>
            <a:ea typeface="+mn-ea"/>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報告資料フォーマット（ＪＲＩ） .potx" id="{2FCA173A-EA73-4E6F-B718-B84057036A5D}" vid="{D304112A-28BE-404B-9303-9675425BA6B9}"/>
    </a:ext>
  </a:extLst>
</a:theme>
</file>

<file path=ppt/theme/theme13.xml><?xml version="1.0" encoding="utf-8"?>
<a:theme xmlns:a="http://schemas.openxmlformats.org/drawingml/2006/main" name="1_システム部門 資料テンプレート">
  <a:themeElements>
    <a:clrScheme name="ユーザー定義 1">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just" defTabSz="742950" rtl="0" eaLnBrk="1" fontAlgn="base" latinLnBrk="0" hangingPunct="1">
          <a:spcBef>
            <a:spcPct val="0"/>
          </a:spcBef>
          <a:spcAft>
            <a:spcPct val="0"/>
          </a:spcAft>
          <a:buClrTx/>
          <a:buSzTx/>
          <a:buFontTx/>
          <a:buNone/>
          <a:tabLst/>
          <a:defRPr kumimoji="1" sz="1000" i="0" u="none" strike="noStrike" cap="none" normalizeH="0" baseline="0" dirty="0">
            <a:ln>
              <a:noFill/>
            </a:ln>
            <a:solidFill>
              <a:schemeClr val="tx1"/>
            </a:solidFill>
            <a:effectLst/>
            <a:latin typeface="+mn-ea"/>
            <a:ea typeface="+mn-ea"/>
            <a:cs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none" rtlCol="0">
        <a:spAutoFit/>
      </a:bodyPr>
      <a:lstStyle>
        <a:defPPr algn="l">
          <a:defRPr kumimoji="1" sz="1400" dirty="0" smtClean="0">
            <a:latin typeface="+mn-ea"/>
            <a:ea typeface="+mn-ea"/>
            <a:cs typeface="Meiryo UI" panose="020B0604030504040204" pitchFamily="50" charset="-128"/>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2_システム部門 資料テンプレート">
  <a:themeElements>
    <a:clrScheme name="ユーザー定義 1">
      <a:dk1>
        <a:srgbClr val="292929"/>
      </a:dk1>
      <a:lt1>
        <a:srgbClr val="FFFFFF"/>
      </a:lt1>
      <a:dk2>
        <a:srgbClr val="004874"/>
      </a:dk2>
      <a:lt2>
        <a:srgbClr val="808080"/>
      </a:lt2>
      <a:accent1>
        <a:srgbClr val="0075BF"/>
      </a:accent1>
      <a:accent2>
        <a:srgbClr val="6666FF"/>
      </a:accent2>
      <a:accent3>
        <a:srgbClr val="FF0000"/>
      </a:accent3>
      <a:accent4>
        <a:srgbClr val="FFC000"/>
      </a:accent4>
      <a:accent5>
        <a:srgbClr val="FFFF00"/>
      </a:accent5>
      <a:accent6>
        <a:srgbClr val="00B050"/>
      </a:accent6>
      <a:hlink>
        <a:srgbClr val="6666FF"/>
      </a:hlink>
      <a:folHlink>
        <a:srgbClr val="99CCFF"/>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just" defTabSz="742950" rtl="0" eaLnBrk="1" fontAlgn="base" latinLnBrk="0" hangingPunct="1">
          <a:spcBef>
            <a:spcPct val="0"/>
          </a:spcBef>
          <a:spcAft>
            <a:spcPct val="0"/>
          </a:spcAft>
          <a:buClrTx/>
          <a:buSzTx/>
          <a:buFontTx/>
          <a:buNone/>
          <a:tabLst/>
          <a:defRPr kumimoji="1" sz="1000" i="0" u="none" strike="noStrike" cap="none" normalizeH="0" baseline="0" dirty="0">
            <a:ln>
              <a:noFill/>
            </a:ln>
            <a:solidFill>
              <a:schemeClr val="tx1"/>
            </a:solidFill>
            <a:effectLst/>
            <a:latin typeface="+mn-ea"/>
            <a:ea typeface="+mn-ea"/>
            <a:cs typeface="Meiryo UI" panose="020B0604030504040204" pitchFamily="50" charset="-128"/>
          </a:defRPr>
        </a:defPPr>
      </a:lstStyle>
    </a:spDef>
    <a:lnDef>
      <a:spPr bwMode="auto">
        <a:xfrm>
          <a:off x="0" y="0"/>
          <a:ext cx="1" cy="1"/>
        </a:xfrm>
        <a:custGeom>
          <a:avLst/>
          <a:gdLst/>
          <a:ahLst/>
          <a:cxnLst/>
          <a:rect l="0" t="0" r="0" b="0"/>
          <a:pathLst/>
        </a:custGeom>
        <a:solidFill>
          <a:schemeClr val="bg1"/>
        </a:solidFill>
        <a:ln w="127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just" defTabSz="742950" rtl="0" eaLnBrk="1" fontAlgn="base" latinLnBrk="0" hangingPunct="1">
          <a:lnSpc>
            <a:spcPts val="2100"/>
          </a:lnSpc>
          <a:spcBef>
            <a:spcPct val="0"/>
          </a:spcBef>
          <a:spcAft>
            <a:spcPct val="0"/>
          </a:spcAft>
          <a:buClrTx/>
          <a:buSzTx/>
          <a:buFontTx/>
          <a:buNone/>
          <a:tabLst/>
          <a:defRPr kumimoji="1" lang="ja-JP" altLang="en-US" sz="1800" b="1" i="0" u="none" strike="noStrike" cap="none" normalizeH="0" baseline="0" smtClean="0">
            <a:ln>
              <a:noFill/>
            </a:ln>
            <a:solidFill>
              <a:schemeClr val="tx1"/>
            </a:solidFill>
            <a:effectLst/>
            <a:latin typeface="Arial" charset="0"/>
            <a:ea typeface="ＭＳ Ｐゴシック" pitchFamily="50" charset="-128"/>
          </a:defRPr>
        </a:defPPr>
      </a:lstStyle>
    </a:lnDef>
    <a:txDef>
      <a:spPr>
        <a:noFill/>
      </a:spPr>
      <a:bodyPr wrap="none" rtlCol="0">
        <a:spAutoFit/>
      </a:bodyPr>
      <a:lstStyle>
        <a:defPPr algn="l">
          <a:defRPr kumimoji="1" sz="1400" dirty="0" smtClean="0">
            <a:latin typeface="+mn-ea"/>
            <a:ea typeface="+mn-ea"/>
            <a:cs typeface="Meiryo UI" panose="020B0604030504040204" pitchFamily="50" charset="-128"/>
          </a:defRPr>
        </a:defPPr>
      </a:lstStyle>
    </a:txDef>
  </a:objectDefaults>
  <a:extraClrSchemeLst>
    <a:extraClrScheme>
      <a:clrScheme name="1_本文/表紙 1">
        <a:dk1>
          <a:srgbClr val="292929"/>
        </a:dk1>
        <a:lt1>
          <a:srgbClr val="FFFFFF"/>
        </a:lt1>
        <a:dk2>
          <a:srgbClr val="003C2C"/>
        </a:dk2>
        <a:lt2>
          <a:srgbClr val="808080"/>
        </a:lt2>
        <a:accent1>
          <a:srgbClr val="A8D435"/>
        </a:accent1>
        <a:accent2>
          <a:srgbClr val="EAFF7F"/>
        </a:accent2>
        <a:accent3>
          <a:srgbClr val="FFFFFF"/>
        </a:accent3>
        <a:accent4>
          <a:srgbClr val="212121"/>
        </a:accent4>
        <a:accent5>
          <a:srgbClr val="D1E6AE"/>
        </a:accent5>
        <a:accent6>
          <a:srgbClr val="D4E772"/>
        </a:accent6>
        <a:hlink>
          <a:srgbClr val="6666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54585A0D167C9643B9B8A0B55E860536" ma:contentTypeVersion="18" ma:contentTypeDescription="新しいドキュメントを作成します。" ma:contentTypeScope="" ma:versionID="3c23ee0436ef00b174f3fe882dd21f1a">
  <xsd:schema xmlns:xsd="http://www.w3.org/2001/XMLSchema" xmlns:xs="http://www.w3.org/2001/XMLSchema" xmlns:p="http://schemas.microsoft.com/office/2006/metadata/properties" xmlns:ns2="76881ef3-c9c6-4993-8555-1643f8bb2a70" xmlns:ns3="107cd1e8-cdcd-4ed5-adc9-3cf3561f2871" targetNamespace="http://schemas.microsoft.com/office/2006/metadata/properties" ma:root="true" ma:fieldsID="242d4af8f216217b9dda4c571147c46d" ns2:_="" ns3:_="">
    <xsd:import namespace="76881ef3-c9c6-4993-8555-1643f8bb2a70"/>
    <xsd:import namespace="107cd1e8-cdcd-4ed5-adc9-3cf3561f287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81ef3-c9c6-4993-8555-1643f8bb2a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9d9c9a3c-fcc5-402f-98fe-c7c4e5ec2b6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7cd1e8-cdcd-4ed5-adc9-3cf3561f2871"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ec7bf30b-6702-4576-b211-54e9357df1c8}" ma:internalName="TaxCatchAll" ma:showField="CatchAllData" ma:web="107cd1e8-cdcd-4ed5-adc9-3cf3561f28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7cd1e8-cdcd-4ed5-adc9-3cf3561f2871" xsi:nil="true"/>
    <lcf76f155ced4ddcb4097134ff3c332f xmlns="76881ef3-c9c6-4993-8555-1643f8bb2a7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3FCF00-8104-4CCF-8617-E4B672BCC986}">
  <ds:schemaRefs>
    <ds:schemaRef ds:uri="107cd1e8-cdcd-4ed5-adc9-3cf3561f2871"/>
    <ds:schemaRef ds:uri="76881ef3-c9c6-4993-8555-1643f8bb2a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ED76EC6-394D-4CEF-9FB9-E84D8DFEA792}">
  <ds:schemaRefs>
    <ds:schemaRef ds:uri="http://schemas.microsoft.com/sharepoint/v3/contenttype/forms"/>
  </ds:schemaRefs>
</ds:datastoreItem>
</file>

<file path=customXml/itemProps3.xml><?xml version="1.0" encoding="utf-8"?>
<ds:datastoreItem xmlns:ds="http://schemas.openxmlformats.org/officeDocument/2006/customXml" ds:itemID="{BBF3714D-0687-4357-8D18-FE67971E2707}">
  <ds:schemaRefs>
    <ds:schemaRef ds:uri="107cd1e8-cdcd-4ed5-adc9-3cf3561f2871"/>
    <ds:schemaRef ds:uri="76881ef3-c9c6-4993-8555-1643f8bb2a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5970</Words>
  <Application>Microsoft Office PowerPoint</Application>
  <PresentationFormat>A4 210 x 297 mm</PresentationFormat>
  <Paragraphs>837</Paragraphs>
  <Slides>15</Slides>
  <Notes>15</Notes>
  <HiddenSlides>0</HiddenSlides>
  <MMClips>0</MMClips>
  <ScaleCrop>false</ScaleCrop>
  <HeadingPairs>
    <vt:vector size="6" baseType="variant">
      <vt:variant>
        <vt:lpstr>使用されているフォント</vt:lpstr>
      </vt:variant>
      <vt:variant>
        <vt:i4>10</vt:i4>
      </vt:variant>
      <vt:variant>
        <vt:lpstr>テーマ</vt:lpstr>
      </vt:variant>
      <vt:variant>
        <vt:i4>14</vt:i4>
      </vt:variant>
      <vt:variant>
        <vt:lpstr>スライド タイトル</vt:lpstr>
      </vt:variant>
      <vt:variant>
        <vt:i4>15</vt:i4>
      </vt:variant>
    </vt:vector>
  </HeadingPairs>
  <TitlesOfParts>
    <vt:vector size="39" baseType="lpstr">
      <vt:lpstr>HGP創英角ｺﾞｼｯｸUB</vt:lpstr>
      <vt:lpstr>Meiryo UI</vt:lpstr>
      <vt:lpstr>Meiryo UI 本文</vt:lpstr>
      <vt:lpstr>ＭＳ Ｐゴシック</vt:lpstr>
      <vt:lpstr>メイリオ</vt:lpstr>
      <vt:lpstr>游ゴシック</vt:lpstr>
      <vt:lpstr>Arial</vt:lpstr>
      <vt:lpstr>Segoe UI</vt:lpstr>
      <vt:lpstr>Tahoma</vt:lpstr>
      <vt:lpstr>Wingdings</vt:lpstr>
      <vt:lpstr>base</vt:lpstr>
      <vt:lpstr>9_本文/表紙</vt:lpstr>
      <vt:lpstr>1_本文/表紙</vt:lpstr>
      <vt:lpstr>デザインテーマ_A4横手交用</vt:lpstr>
      <vt:lpstr>1_JRI</vt:lpstr>
      <vt:lpstr>3_本文/表紙</vt:lpstr>
      <vt:lpstr>NEC_Theme_B_2021_jp</vt:lpstr>
      <vt:lpstr>2_本文/表紙</vt:lpstr>
      <vt:lpstr>2_デザインテーマ_A4横手交用</vt:lpstr>
      <vt:lpstr>2_JRI</vt:lpstr>
      <vt:lpstr>システム部門 資料テンプレート</vt:lpstr>
      <vt:lpstr>JRI</vt:lpstr>
      <vt:lpstr>1_システム部門 資料テンプレート</vt:lpstr>
      <vt:lpstr>2_システム部門 資料テンプレート</vt:lpstr>
      <vt:lpstr>０．アジェンダ</vt:lpstr>
      <vt:lpstr>1．【全体概要】</vt:lpstr>
      <vt:lpstr>2-1．【スコープ】検討項目（１/２）</vt:lpstr>
      <vt:lpstr>2-1．【スコープ】検討項目（２/２）</vt:lpstr>
      <vt:lpstr>2-2．【スコープ】オンプレ構成の検討概要</vt:lpstr>
      <vt:lpstr>3.検討結果（1ｰ② ハードウェア構成）</vt:lpstr>
      <vt:lpstr>3.検討結果（1ｰ② ハードウェア構成：検討事項①アプライアンス導入検討）</vt:lpstr>
      <vt:lpstr>3.検討結果（1ｰ② ハードウェア構成：検討事項②Hyper-V基盤構築検討）</vt:lpstr>
      <vt:lpstr>3.検討結果（1ｰ③ ソフトウェア構成：アウトバウンド製品の選定）</vt:lpstr>
      <vt:lpstr>3.検討結果（1ｰ④ 調達商流の見直し：調達商流の見直し）</vt:lpstr>
      <vt:lpstr>3.検討結果（1ｰ④ 調達商流の見直し：契約内容の見直し）</vt:lpstr>
      <vt:lpstr>3.検討結果（1ｰ⑤ 共通化範囲の見直し：JRI資産化スキームの継続）</vt:lpstr>
      <vt:lpstr>3.検討結果（1ｰ⑤ 共通化範囲の見直し：共同利用資産対象範囲の見直し）</vt:lpstr>
      <vt:lpstr>4.各社検討状況（①日興証券）</vt:lpstr>
      <vt:lpstr>4.各社検討状況（②SMCC）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国内勘定系システムのハードウェア更改方針について</dc:title>
  <dc:creator>宇田川　弦矢</dc:creator>
  <cp:lastModifiedBy>溝口 賢／ＰＦ基盤（クライアント／チーム長／JRI (mizoguchi satoshi)</cp:lastModifiedBy>
  <cp:revision>2</cp:revision>
  <cp:lastPrinted>2019-11-21T10:35:25Z</cp:lastPrinted>
  <dcterms:created xsi:type="dcterms:W3CDTF">2010-05-12T00:33:51Z</dcterms:created>
  <dcterms:modified xsi:type="dcterms:W3CDTF">2025-10-21T06:55:49Z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0x01010054585A0D167C9643B9B8A0B55E860536</vt:lpwstr>
  </property>
  <property fmtid="{D5CDD505-2E9C-101B-9397-08002B2CF9AE}" pid="3" name="MediaServiceImageTags">
    <vt:lpwstr/>
  </property>
</Properties>
</file>