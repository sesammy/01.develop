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8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9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10.xml" ContentType="application/vnd.openxmlformats-officedocument.theme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theme/theme11.xml" ContentType="application/vnd.openxmlformats-officedocument.theme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theme/theme12.xml" ContentType="application/vnd.openxmlformats-officedocument.theme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theme/theme13.xml" ContentType="application/vnd.openxmlformats-officedocument.theme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theme/theme14.xml" ContentType="application/vnd.openxmlformats-officedocument.theme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theme/theme15.xml" ContentType="application/vnd.openxmlformats-officedocument.theme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5" r:id="rId3"/>
    <p:sldMasterId id="2147483698" r:id="rId4"/>
    <p:sldMasterId id="2147483711" r:id="rId5"/>
    <p:sldMasterId id="2147483724" r:id="rId6"/>
    <p:sldMasterId id="2147483737" r:id="rId7"/>
    <p:sldMasterId id="2147483751" r:id="rId8"/>
    <p:sldMasterId id="2147483764" r:id="rId9"/>
    <p:sldMasterId id="2147483778" r:id="rId10"/>
    <p:sldMasterId id="2147483792" r:id="rId11"/>
    <p:sldMasterId id="2147483806" r:id="rId12"/>
    <p:sldMasterId id="2147483818" r:id="rId13"/>
    <p:sldMasterId id="2147483832" r:id="rId14"/>
    <p:sldMasterId id="2147483846" r:id="rId15"/>
    <p:sldMasterId id="2147483860" r:id="rId16"/>
  </p:sldMasterIdLst>
  <p:notesMasterIdLst>
    <p:notesMasterId r:id="rId33"/>
  </p:notesMasterIdLst>
  <p:sldIdLst>
    <p:sldId id="266" r:id="rId17"/>
    <p:sldId id="282" r:id="rId18"/>
    <p:sldId id="267" r:id="rId19"/>
    <p:sldId id="283" r:id="rId20"/>
    <p:sldId id="268" r:id="rId21"/>
    <p:sldId id="284" r:id="rId22"/>
    <p:sldId id="269" r:id="rId23"/>
    <p:sldId id="285" r:id="rId24"/>
    <p:sldId id="270" r:id="rId25"/>
    <p:sldId id="286" r:id="rId26"/>
    <p:sldId id="271" r:id="rId27"/>
    <p:sldId id="287" r:id="rId28"/>
    <p:sldId id="272" r:id="rId29"/>
    <p:sldId id="291" r:id="rId30"/>
    <p:sldId id="292" r:id="rId31"/>
    <p:sldId id="290" r:id="rId32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2.xml"/><Relationship Id="rId26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5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1.xml"/><Relationship Id="rId25" Type="http://schemas.openxmlformats.org/officeDocument/2006/relationships/slide" Target="slides/slide9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4.xml"/><Relationship Id="rId29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8.xml"/><Relationship Id="rId32" Type="http://schemas.openxmlformats.org/officeDocument/2006/relationships/slide" Target="slides/slide16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7.xml"/><Relationship Id="rId28" Type="http://schemas.openxmlformats.org/officeDocument/2006/relationships/slide" Target="slides/slide12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3.xml"/><Relationship Id="rId31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6.xml"/><Relationship Id="rId27" Type="http://schemas.openxmlformats.org/officeDocument/2006/relationships/slide" Target="slides/slide11.xml"/><Relationship Id="rId30" Type="http://schemas.openxmlformats.org/officeDocument/2006/relationships/slide" Target="slides/slide14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D1568-EB23-4EE8-8F99-E4AE67C962DB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748379-AED0-4686-8D17-05156DC877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7462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 defTabSz="922338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 defTabSz="922338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 defTabSz="922338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 defTabSz="922338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eaLnBrk="1" hangingPunct="1"/>
            <a:fld id="{401BF91F-3870-4FE7-8BCF-72B323B384C4}" type="slidenum">
              <a:rPr lang="en-US" altLang="ja-JP" sz="1200">
                <a:solidFill>
                  <a:prstClr val="black"/>
                </a:solidFill>
              </a:rPr>
              <a:pPr eaLnBrk="1" hangingPunct="1"/>
              <a:t>2</a:t>
            </a:fld>
            <a:endParaRPr lang="en-US" altLang="ja-JP" sz="1200">
              <a:solidFill>
                <a:prstClr val="black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ja-JP" altLang="ja-JP" smtClean="0"/>
          </a:p>
        </p:txBody>
      </p:sp>
    </p:spTree>
    <p:extLst>
      <p:ext uri="{BB962C8B-B14F-4D97-AF65-F5344CB8AC3E}">
        <p14:creationId xmlns:p14="http://schemas.microsoft.com/office/powerpoint/2010/main" val="3639816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 defTabSz="922338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 defTabSz="922338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 defTabSz="922338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 defTabSz="922338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eaLnBrk="1" hangingPunct="1"/>
            <a:fld id="{6EC97D3A-BDB7-4F51-B37C-76C59348CFEF}" type="slidenum">
              <a:rPr lang="en-US" altLang="ja-JP" sz="1200">
                <a:solidFill>
                  <a:prstClr val="black"/>
                </a:solidFill>
              </a:rPr>
              <a:pPr eaLnBrk="1" hangingPunct="1"/>
              <a:t>8</a:t>
            </a:fld>
            <a:endParaRPr lang="en-US" altLang="ja-JP" sz="1200">
              <a:solidFill>
                <a:prstClr val="black"/>
              </a:solidFill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ja-JP" altLang="ja-JP" smtClean="0"/>
          </a:p>
        </p:txBody>
      </p:sp>
    </p:spTree>
    <p:extLst>
      <p:ext uri="{BB962C8B-B14F-4D97-AF65-F5344CB8AC3E}">
        <p14:creationId xmlns:p14="http://schemas.microsoft.com/office/powerpoint/2010/main" val="2903856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 defTabSz="922338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 defTabSz="922338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 defTabSz="922338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 defTabSz="922338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eaLnBrk="1" hangingPunct="1"/>
            <a:fld id="{A478A9E9-0B13-4583-8FF9-4F8E4544050C}" type="slidenum">
              <a:rPr lang="en-US" altLang="ja-JP" sz="1200">
                <a:solidFill>
                  <a:prstClr val="black"/>
                </a:solidFill>
              </a:rPr>
              <a:pPr eaLnBrk="1" hangingPunct="1"/>
              <a:t>10</a:t>
            </a:fld>
            <a:endParaRPr lang="en-US" altLang="ja-JP" sz="1200">
              <a:solidFill>
                <a:prstClr val="black"/>
              </a:solidFill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ja-JP" altLang="ja-JP" smtClean="0"/>
          </a:p>
        </p:txBody>
      </p:sp>
    </p:spTree>
    <p:extLst>
      <p:ext uri="{BB962C8B-B14F-4D97-AF65-F5344CB8AC3E}">
        <p14:creationId xmlns:p14="http://schemas.microsoft.com/office/powerpoint/2010/main" val="767173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 defTabSz="922338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 defTabSz="922338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 defTabSz="922338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 defTabSz="922338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eaLnBrk="1" hangingPunct="1"/>
            <a:fld id="{B5B09E80-4CF6-43D9-8413-6CBFD9DF2946}" type="slidenum">
              <a:rPr lang="en-US" altLang="ja-JP" sz="1200">
                <a:solidFill>
                  <a:prstClr val="black"/>
                </a:solidFill>
              </a:rPr>
              <a:pPr eaLnBrk="1" hangingPunct="1"/>
              <a:t>12</a:t>
            </a:fld>
            <a:endParaRPr lang="en-US" altLang="ja-JP" sz="1200">
              <a:solidFill>
                <a:prstClr val="black"/>
              </a:solidFill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ja-JP" altLang="ja-JP" smtClean="0"/>
          </a:p>
        </p:txBody>
      </p:sp>
    </p:spTree>
    <p:extLst>
      <p:ext uri="{BB962C8B-B14F-4D97-AF65-F5344CB8AC3E}">
        <p14:creationId xmlns:p14="http://schemas.microsoft.com/office/powerpoint/2010/main" val="502479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FF66C-ED04-4FC6-95C1-D7CE469D83C4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86FD1-DCC3-421B-AA46-3EFF6576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6142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FF66C-ED04-4FC6-95C1-D7CE469D83C4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86FD1-DCC3-421B-AA46-3EFF6576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021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FF66C-ED04-4FC6-95C1-D7CE469D83C4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86FD1-DCC3-421B-AA46-3EFF6576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9012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FF66C-ED04-4FC6-95C1-D7CE469D83C4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86FD1-DCC3-421B-AA46-3EFF6576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4042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FF66C-ED04-4FC6-95C1-D7CE469D83C4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86FD1-DCC3-421B-AA46-3EFF6576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5862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FF66C-ED04-4FC6-95C1-D7CE469D83C4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86FD1-DCC3-421B-AA46-3EFF6576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1401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FF66C-ED04-4FC6-95C1-D7CE469D83C4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86FD1-DCC3-421B-AA46-3EFF6576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529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FF66C-ED04-4FC6-95C1-D7CE469D83C4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86FD1-DCC3-421B-AA46-3EFF6576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155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FF66C-ED04-4FC6-95C1-D7CE469D83C4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86FD1-DCC3-421B-AA46-3EFF6576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3049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FF66C-ED04-4FC6-95C1-D7CE469D83C4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86FD1-DCC3-421B-AA46-3EFF6576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5368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FF66C-ED04-4FC6-95C1-D7CE469D83C4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86FD1-DCC3-421B-AA46-3EFF6576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9570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1858D6-7F1D-4B97-A684-4A21E3FBF508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9ADF20-AADA-4951-A678-73DFE50CA60F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833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857924-8BF0-47B6-8099-B628741BCF0A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3264C-4A49-4A51-AA83-CEC6D8FFDEF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366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2DF1DA-01B2-488A-B582-14D1EBAAA710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ADBA2-EADC-44FA-93CE-6F72E59BA96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9888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EB2D8-F48B-451D-9DEA-13BAC6D65C8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A0191-32BF-458E-AF5F-F991D7D90FBB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217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74DC73-96C7-45FC-8C8C-EB4238CEE689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67B8B-D1CB-4823-8A5B-D62897CA25AF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3801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0DD15-7AAD-4A29-B156-8ED0C8390655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4056B-7CA1-47C5-8807-11B257817BF2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374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CFF666-9CCE-4B06-A198-1078BA34518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F9B0B-0E4F-4471-BCA7-F2F3CD3C74A3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2135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F18C95-52CE-4863-AED8-21379E39FBEE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49C2C5-0557-4D2C-BAD6-D3E4577933D2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1733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DEFB47-23CE-4410-A1A7-D794022F9393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7165A-F1B0-487E-ADB1-A8895539A6A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6909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568D6D-B8DB-40D8-A278-29ABF762D110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916A0D-A0DE-48B6-8621-CC0FDD1C32E5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2557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7C02F2-BBC7-4932-9C12-024455911693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A3DFA3-22BA-4999-A0F8-F12439A7516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6168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41B4FC-628F-423E-A754-1C8F83ED87B5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286BE-5E3F-4DA9-A988-ABDE1C430CA3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2303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1858D6-7F1D-4B97-A684-4A21E3FBF508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9ADF20-AADA-4951-A678-73DFE50CA60F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1086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857924-8BF0-47B6-8099-B628741BCF0A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3264C-4A49-4A51-AA83-CEC6D8FFDEF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17702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2DF1DA-01B2-488A-B582-14D1EBAAA710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ADBA2-EADC-44FA-93CE-6F72E59BA96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0212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EB2D8-F48B-451D-9DEA-13BAC6D65C8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A0191-32BF-458E-AF5F-F991D7D90FBB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65845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74DC73-96C7-45FC-8C8C-EB4238CEE689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67B8B-D1CB-4823-8A5B-D62897CA25AF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6177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0DD15-7AAD-4A29-B156-8ED0C8390655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4056B-7CA1-47C5-8807-11B257817BF2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4252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CFF666-9CCE-4B06-A198-1078BA34518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F9B0B-0E4F-4471-BCA7-F2F3CD3C74A3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19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F18C95-52CE-4863-AED8-21379E39FBEE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49C2C5-0557-4D2C-BAD6-D3E4577933D2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6990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DEFB47-23CE-4410-A1A7-D794022F9393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7165A-F1B0-487E-ADB1-A8895539A6A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8975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568D6D-B8DB-40D8-A278-29ABF762D110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916A0D-A0DE-48B6-8621-CC0FDD1C32E5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082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7C02F2-BBC7-4932-9C12-024455911693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A3DFA3-22BA-4999-A0F8-F12439A7516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463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41B4FC-628F-423E-A754-1C8F83ED87B5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286BE-5E3F-4DA9-A988-ABDE1C430CA3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45238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37BBD3-B576-4663-B1EF-1447206A388E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CAA85-6975-42CF-BD02-2CFCFA4554B5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8437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2DBDB0-B6EC-44F2-A371-8CC0E0F5DBF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D48A3-170A-44FD-86B1-2331B884C4FD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2104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835DD1-C5A5-4F0A-A9E1-1707D7413BF4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F00DA-162F-49DB-8197-5EFF16B95C71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1231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622181-557C-4E1C-9493-BFB674F36284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9628B5-7167-4A5C-BAEB-DAA02415BC01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8371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154C4-EE41-4B6F-B22F-284171E17108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F5DFA9-DD77-4168-B738-4E624C6DF21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21773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AE0C19-51F4-4BD9-B1C3-FE50B753B898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6C0E87-8DB6-45BC-B601-CEDF68E22E2B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3958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6F44A-81FA-481D-A670-6EABCAEE4C6C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D8E200-D659-4346-863E-A91FA9FCBB8A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84790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175E5C-BAF7-4035-B914-BE19B7B1048F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752A7-F9DE-4A83-A2A9-FFECDD4205FF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9915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53BD4-2707-4414-B4E8-B6B3F54DE682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AC01E2-866C-4FD7-A44D-F49246B2BDAC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2833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391BF-E18E-4F1A-AB36-5D70F740D25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48E657-0FF1-4B0D-8EAD-600346D8FF4E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7621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8A26B-2719-4436-A48B-89BD277DF079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F94664-E7EB-48A9-A9D8-43451106CE6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40598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1914C-48FF-4EEC-8F4F-3C15668CC6FA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AF9C1D-7C34-4E8F-A560-17C7C8D34B49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61224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37BBD3-B576-4663-B1EF-1447206A388E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CAA85-6975-42CF-BD02-2CFCFA4554B5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44945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2DBDB0-B6EC-44F2-A371-8CC0E0F5DBF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D48A3-170A-44FD-86B1-2331B884C4FD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20437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835DD1-C5A5-4F0A-A9E1-1707D7413BF4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F00DA-162F-49DB-8197-5EFF16B95C71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6712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622181-557C-4E1C-9493-BFB674F36284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9628B5-7167-4A5C-BAEB-DAA02415BC01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22506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154C4-EE41-4B6F-B22F-284171E17108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F5DFA9-DD77-4168-B738-4E624C6DF21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13273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AE0C19-51F4-4BD9-B1C3-FE50B753B898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6C0E87-8DB6-45BC-B601-CEDF68E22E2B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10868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6F44A-81FA-481D-A670-6EABCAEE4C6C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D8E200-D659-4346-863E-A91FA9FCBB8A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82377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175E5C-BAF7-4035-B914-BE19B7B1048F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752A7-F9DE-4A83-A2A9-FFECDD4205FF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88590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53BD4-2707-4414-B4E8-B6B3F54DE682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AC01E2-866C-4FD7-A44D-F49246B2BDAC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26453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391BF-E18E-4F1A-AB36-5D70F740D25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48E657-0FF1-4B0D-8EAD-600346D8FF4E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4542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8A26B-2719-4436-A48B-89BD277DF079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F94664-E7EB-48A9-A9D8-43451106CE6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66804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1914C-48FF-4EEC-8F4F-3C15668CC6FA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AF9C1D-7C34-4E8F-A560-17C7C8D34B49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11509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37BBD3-B576-4663-B1EF-1447206A388E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CAA85-6975-42CF-BD02-2CFCFA4554B5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96605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2DBDB0-B6EC-44F2-A371-8CC0E0F5DBF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D48A3-170A-44FD-86B1-2331B884C4FD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20065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835DD1-C5A5-4F0A-A9E1-1707D7413BF4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F00DA-162F-49DB-8197-5EFF16B95C71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67319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622181-557C-4E1C-9493-BFB674F36284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9628B5-7167-4A5C-BAEB-DAA02415BC01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38874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154C4-EE41-4B6F-B22F-284171E17108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F5DFA9-DD77-4168-B738-4E624C6DF21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61902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AE0C19-51F4-4BD9-B1C3-FE50B753B898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6C0E87-8DB6-45BC-B601-CEDF68E22E2B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9006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6F44A-81FA-481D-A670-6EABCAEE4C6C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D8E200-D659-4346-863E-A91FA9FCBB8A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63022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175E5C-BAF7-4035-B914-BE19B7B1048F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752A7-F9DE-4A83-A2A9-FFECDD4205FF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07565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53BD4-2707-4414-B4E8-B6B3F54DE682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AC01E2-866C-4FD7-A44D-F49246B2BDAC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49079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391BF-E18E-4F1A-AB36-5D70F740D25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48E657-0FF1-4B0D-8EAD-600346D8FF4E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19524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8A26B-2719-4436-A48B-89BD277DF079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F94664-E7EB-48A9-A9D8-43451106CE6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16258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1914C-48FF-4EEC-8F4F-3C15668CC6FA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AF9C1D-7C34-4E8F-A560-17C7C8D34B49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693570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35FC55-449C-4E0D-BE63-4375EF945AE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6DD4B-7D4B-40F7-ABB8-92EA3AAE799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68498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6C79B-1739-4C8C-BFCD-B0982A9D059F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83C8C-E638-46D7-AD8E-6308D2BB0F89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49718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C7D23F-5265-4BE6-8E54-61F76D743EE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5B5B9-60B1-47B6-97FA-6ECF3EE1B4D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9693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AC6A13-27F1-4805-96E2-CF1A682615C9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784B10-DD2E-4222-A82A-71DA67AAA9C1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05572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F05EC-E10E-4C94-889C-E559C55D9D08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437A8-7B32-4252-ACE6-BA3ECC1E40D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16426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0A7073-CF9E-461A-A219-4794C3A31DBD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F83D0-7A60-4BC6-8567-81771C9CECE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90900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56C11-2713-438E-BD76-B67BB1CD234D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A7997-1F23-4E2C-A613-9408666005C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837239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2216B-21B2-4C4F-9C82-E7F948D4A62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0EA0A-E75D-43D4-88BA-C5D131CA47F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77885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D5743-B73A-430F-81A2-77BB76A22BE3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B72C7-5011-43BA-9C5F-52CDF498F3D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24320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63893-3B4E-4010-A93C-AD1550ADDF9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61FCC5-D7DA-4B06-A43C-93AE48AFCDFA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96173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D9F93-D39B-42F3-8A78-E44BDC796E2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AEDCB-28EA-4CDB-80E8-DB8AE807B7D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815113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DBD0C-D6D1-45DC-9F9E-04C1A07C03B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C5183-4300-4838-8A14-04412BB8A4E8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60492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EB23E3-DD0F-49D0-8C1C-D34D8C946A2C}" type="slidenum">
              <a:rPr lang="en-US" altLang="ja-JP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931942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37BBD3-B576-4663-B1EF-1447206A388E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CAA85-6975-42CF-BD02-2CFCFA4554B5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57355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2DBDB0-B6EC-44F2-A371-8CC0E0F5DBF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D48A3-170A-44FD-86B1-2331B884C4FD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03796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835DD1-C5A5-4F0A-A9E1-1707D7413BF4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F00DA-162F-49DB-8197-5EFF16B95C71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36579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622181-557C-4E1C-9493-BFB674F36284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9628B5-7167-4A5C-BAEB-DAA02415BC01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77090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154C4-EE41-4B6F-B22F-284171E17108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F5DFA9-DD77-4168-B738-4E624C6DF21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79189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AE0C19-51F4-4BD9-B1C3-FE50B753B898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6C0E87-8DB6-45BC-B601-CEDF68E22E2B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51225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6F44A-81FA-481D-A670-6EABCAEE4C6C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D8E200-D659-4346-863E-A91FA9FCBB8A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53656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175E5C-BAF7-4035-B914-BE19B7B1048F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752A7-F9DE-4A83-A2A9-FFECDD4205FF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2401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53BD4-2707-4414-B4E8-B6B3F54DE682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AC01E2-866C-4FD7-A44D-F49246B2BDAC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16990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391BF-E18E-4F1A-AB36-5D70F740D25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48E657-0FF1-4B0D-8EAD-600346D8FF4E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987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8A26B-2719-4436-A48B-89BD277DF079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F94664-E7EB-48A9-A9D8-43451106CE6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59496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1914C-48FF-4EEC-8F4F-3C15668CC6FA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AF9C1D-7C34-4E8F-A560-17C7C8D34B49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64428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35FC55-449C-4E0D-BE63-4375EF945AE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6DD4B-7D4B-40F7-ABB8-92EA3AAE799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23022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6C79B-1739-4C8C-BFCD-B0982A9D059F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83C8C-E638-46D7-AD8E-6308D2BB0F89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7803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C7D23F-5265-4BE6-8E54-61F76D743EE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5B5B9-60B1-47B6-97FA-6ECF3EE1B4D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20730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AC6A13-27F1-4805-96E2-CF1A682615C9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784B10-DD2E-4222-A82A-71DA67AAA9C1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75066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F05EC-E10E-4C94-889C-E559C55D9D08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437A8-7B32-4252-ACE6-BA3ECC1E40D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0004264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0A7073-CF9E-461A-A219-4794C3A31DBD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F83D0-7A60-4BC6-8567-81771C9CECE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13111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56C11-2713-438E-BD76-B67BB1CD234D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A7997-1F23-4E2C-A613-9408666005C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8542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2216B-21B2-4C4F-9C82-E7F948D4A62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0EA0A-E75D-43D4-88BA-C5D131CA47F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95669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D5743-B73A-430F-81A2-77BB76A22BE3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B72C7-5011-43BA-9C5F-52CDF498F3D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2093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63893-3B4E-4010-A93C-AD1550ADDF9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61FCC5-D7DA-4B06-A43C-93AE48AFCDFA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74484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D9F93-D39B-42F3-8A78-E44BDC796E2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AEDCB-28EA-4CDB-80E8-DB8AE807B7D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649078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DBD0C-D6D1-45DC-9F9E-04C1A07C03B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C5183-4300-4838-8A14-04412BB8A4E8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46586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EB23E3-DD0F-49D0-8C1C-D34D8C946A2C}" type="slidenum">
              <a:rPr lang="en-US" altLang="ja-JP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73569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35FC55-449C-4E0D-BE63-4375EF945AE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6DD4B-7D4B-40F7-ABB8-92EA3AAE799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21119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6C79B-1739-4C8C-BFCD-B0982A9D059F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83C8C-E638-46D7-AD8E-6308D2BB0F89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66523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C7D23F-5265-4BE6-8E54-61F76D743EE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5B5B9-60B1-47B6-97FA-6ECF3EE1B4D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098476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AC6A13-27F1-4805-96E2-CF1A682615C9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784B10-DD2E-4222-A82A-71DA67AAA9C1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5931089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F05EC-E10E-4C94-889C-E559C55D9D08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437A8-7B32-4252-ACE6-BA3ECC1E40D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45761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0A7073-CF9E-461A-A219-4794C3A31DBD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F83D0-7A60-4BC6-8567-81771C9CECE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91404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56C11-2713-438E-BD76-B67BB1CD234D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A7997-1F23-4E2C-A613-9408666005C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60012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2216B-21B2-4C4F-9C82-E7F948D4A62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0EA0A-E75D-43D4-88BA-C5D131CA47F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625998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D5743-B73A-430F-81A2-77BB76A22BE3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B72C7-5011-43BA-9C5F-52CDF498F3D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174848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63893-3B4E-4010-A93C-AD1550ADDF9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61FCC5-D7DA-4B06-A43C-93AE48AFCDFA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19155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D9F93-D39B-42F3-8A78-E44BDC796E2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AEDCB-28EA-4CDB-80E8-DB8AE807B7D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037061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DBD0C-D6D1-45DC-9F9E-04C1A07C03B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C5183-4300-4838-8A14-04412BB8A4E8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5670353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EB23E3-DD0F-49D0-8C1C-D34D8C946A2C}" type="slidenum">
              <a:rPr lang="en-US" altLang="ja-JP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802308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35FC55-449C-4E0D-BE63-4375EF945AE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6DD4B-7D4B-40F7-ABB8-92EA3AAE799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30866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6C79B-1739-4C8C-BFCD-B0982A9D059F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83C8C-E638-46D7-AD8E-6308D2BB0F89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258539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C7D23F-5265-4BE6-8E54-61F76D743EE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5B5B9-60B1-47B6-97FA-6ECF3EE1B4D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722474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AC6A13-27F1-4805-96E2-CF1A682615C9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784B10-DD2E-4222-A82A-71DA67AAA9C1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114136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F05EC-E10E-4C94-889C-E559C55D9D08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437A8-7B32-4252-ACE6-BA3ECC1E40D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791135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0A7073-CF9E-461A-A219-4794C3A31DBD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F83D0-7A60-4BC6-8567-81771C9CECE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84041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56C11-2713-438E-BD76-B67BB1CD234D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A7997-1F23-4E2C-A613-9408666005C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688832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2216B-21B2-4C4F-9C82-E7F948D4A62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0EA0A-E75D-43D4-88BA-C5D131CA47F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288473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D5743-B73A-430F-81A2-77BB76A22BE3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B72C7-5011-43BA-9C5F-52CDF498F3D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49856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63893-3B4E-4010-A93C-AD1550ADDF9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61FCC5-D7DA-4B06-A43C-93AE48AFCDFA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633112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D9F93-D39B-42F3-8A78-E44BDC796E2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AEDCB-28EA-4CDB-80E8-DB8AE807B7D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502827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DBD0C-D6D1-45DC-9F9E-04C1A07C03B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C5183-4300-4838-8A14-04412BB8A4E8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658261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EB23E3-DD0F-49D0-8C1C-D34D8C946A2C}" type="slidenum">
              <a:rPr lang="en-US" altLang="ja-JP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963151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4745038"/>
            <a:ext cx="7096125" cy="211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/>
            </a:lvl1pPr>
          </a:lstStyle>
          <a:p>
            <a:r>
              <a:rPr lang="en-US" altLang="ja-JP"/>
              <a:t>Marubeni Information Systems</a:t>
            </a:r>
            <a:r>
              <a:rPr lang="ja-JP" altLang="en-US"/>
              <a:t>　</a:t>
            </a:r>
            <a:r>
              <a:rPr lang="en-US" altLang="ja-JP"/>
              <a:t>××PLAN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9962511-3FC9-4763-A18A-D938E1525BD4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2414519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2AC64CD-756E-433D-A6FC-6B93721B3195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01217831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938D46D-287A-4444-9FB7-310A1A3DE0BE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44391663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25A6E7E-C71F-4FF7-83AE-167B626A9BAF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23791265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4A14985-C93B-4C5F-81B5-91E92E6911E5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99909114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36CF66F-1982-4EE8-987C-4161924EDB37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71475568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50267CA-F7D5-458C-AF8D-8E087F7172FB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88491722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F05624D-0A93-49B0-8F92-DE43F69C95F1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52577754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dirty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252925B-2685-4232-A601-094812092375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84833361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DCDCB79-188F-4082-BD69-1BF88B043D0F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09116475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17BE1F6-C8AA-4C5B-84AC-22CB7FBB0B48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21365141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35FC55-449C-4E0D-BE63-4375EF945AE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6DD4B-7D4B-40F7-ABB8-92EA3AAE799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877484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6C79B-1739-4C8C-BFCD-B0982A9D059F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83C8C-E638-46D7-AD8E-6308D2BB0F89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76381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C7D23F-5265-4BE6-8E54-61F76D743EE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5B5B9-60B1-47B6-97FA-6ECF3EE1B4D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78028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AC6A13-27F1-4805-96E2-CF1A682615C9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784B10-DD2E-4222-A82A-71DA67AAA9C1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9877067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F05EC-E10E-4C94-889C-E559C55D9D08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437A8-7B32-4252-ACE6-BA3ECC1E40D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670128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0A7073-CF9E-461A-A219-4794C3A31DBD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F83D0-7A60-4BC6-8567-81771C9CECE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671410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56C11-2713-438E-BD76-B67BB1CD234D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A7997-1F23-4E2C-A613-9408666005C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769499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2216B-21B2-4C4F-9C82-E7F948D4A62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0EA0A-E75D-43D4-88BA-C5D131CA47F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596923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D5743-B73A-430F-81A2-77BB76A22BE3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B72C7-5011-43BA-9C5F-52CDF498F3D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417197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63893-3B4E-4010-A93C-AD1550ADDF9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61FCC5-D7DA-4B06-A43C-93AE48AFCDFA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000483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D9F93-D39B-42F3-8A78-E44BDC796E2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AEDCB-28EA-4CDB-80E8-DB8AE807B7D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91061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DBD0C-D6D1-45DC-9F9E-04C1A07C03B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C5183-4300-4838-8A14-04412BB8A4E8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463409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EB23E3-DD0F-49D0-8C1C-D34D8C946A2C}" type="slidenum">
              <a:rPr lang="en-US" altLang="ja-JP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483772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35FC55-449C-4E0D-BE63-4375EF945AE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6DD4B-7D4B-40F7-ABB8-92EA3AAE799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2317478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6C79B-1739-4C8C-BFCD-B0982A9D059F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83C8C-E638-46D7-AD8E-6308D2BB0F89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026217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C7D23F-5265-4BE6-8E54-61F76D743EE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5B5B9-60B1-47B6-97FA-6ECF3EE1B4D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967319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AC6A13-27F1-4805-96E2-CF1A682615C9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784B10-DD2E-4222-A82A-71DA67AAA9C1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063421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F05EC-E10E-4C94-889C-E559C55D9D08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437A8-7B32-4252-ACE6-BA3ECC1E40D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820190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0A7073-CF9E-461A-A219-4794C3A31DBD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F83D0-7A60-4BC6-8567-81771C9CECE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299699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56C11-2713-438E-BD76-B67BB1CD234D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A7997-1F23-4E2C-A613-9408666005C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285459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2216B-21B2-4C4F-9C82-E7F948D4A62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0EA0A-E75D-43D4-88BA-C5D131CA47F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004214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D5743-B73A-430F-81A2-77BB76A22BE3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B72C7-5011-43BA-9C5F-52CDF498F3D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530658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63893-3B4E-4010-A93C-AD1550ADDF9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61FCC5-D7DA-4B06-A43C-93AE48AFCDFA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990060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D9F93-D39B-42F3-8A78-E44BDC796E2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AEDCB-28EA-4CDB-80E8-DB8AE807B7D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144079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DBD0C-D6D1-45DC-9F9E-04C1A07C03B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C5183-4300-4838-8A14-04412BB8A4E8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88462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EB23E3-DD0F-49D0-8C1C-D34D8C946A2C}" type="slidenum">
              <a:rPr lang="en-US" altLang="ja-JP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986664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35FC55-449C-4E0D-BE63-4375EF945AE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6DD4B-7D4B-40F7-ABB8-92EA3AAE799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2404620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6C79B-1739-4C8C-BFCD-B0982A9D059F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83C8C-E638-46D7-AD8E-6308D2BB0F89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778916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C7D23F-5265-4BE6-8E54-61F76D743EE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5B5B9-60B1-47B6-97FA-6ECF3EE1B4D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240972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AC6A13-27F1-4805-96E2-CF1A682615C9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784B10-DD2E-4222-A82A-71DA67AAA9C1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218454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F05EC-E10E-4C94-889C-E559C55D9D08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437A8-7B32-4252-ACE6-BA3ECC1E40D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416010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0A7073-CF9E-461A-A219-4794C3A31DBD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F83D0-7A60-4BC6-8567-81771C9CECE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149548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56C11-2713-438E-BD76-B67BB1CD234D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A7997-1F23-4E2C-A613-9408666005C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050091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2216B-21B2-4C4F-9C82-E7F948D4A62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0EA0A-E75D-43D4-88BA-C5D131CA47F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858094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D5743-B73A-430F-81A2-77BB76A22BE3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B72C7-5011-43BA-9C5F-52CDF498F3D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8169143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63893-3B4E-4010-A93C-AD1550ADDF9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61FCC5-D7DA-4B06-A43C-93AE48AFCDFA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666789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D9F93-D39B-42F3-8A78-E44BDC796E2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AEDCB-28EA-4CDB-80E8-DB8AE807B7D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914686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DBD0C-D6D1-45DC-9F9E-04C1A07C03B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C5183-4300-4838-8A14-04412BB8A4E8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535957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EB23E3-DD0F-49D0-8C1C-D34D8C946A2C}" type="slidenum">
              <a:rPr lang="en-US" altLang="ja-JP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99961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35FC55-449C-4E0D-BE63-4375EF945AE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6DD4B-7D4B-40F7-ABB8-92EA3AAE799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993374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6C79B-1739-4C8C-BFCD-B0982A9D059F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83C8C-E638-46D7-AD8E-6308D2BB0F89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0977203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C7D23F-5265-4BE6-8E54-61F76D743EE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5B5B9-60B1-47B6-97FA-6ECF3EE1B4D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425866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AC6A13-27F1-4805-96E2-CF1A682615C9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784B10-DD2E-4222-A82A-71DA67AAA9C1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912342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F05EC-E10E-4C94-889C-E559C55D9D08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437A8-7B32-4252-ACE6-BA3ECC1E40D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53345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0A7073-CF9E-461A-A219-4794C3A31DBD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F83D0-7A60-4BC6-8567-81771C9CECE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575614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56C11-2713-438E-BD76-B67BB1CD234D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A7997-1F23-4E2C-A613-9408666005C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460605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2216B-21B2-4C4F-9C82-E7F948D4A62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0EA0A-E75D-43D4-88BA-C5D131CA47F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908279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D5743-B73A-430F-81A2-77BB76A22BE3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B72C7-5011-43BA-9C5F-52CDF498F3D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439630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63893-3B4E-4010-A93C-AD1550ADDF9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61FCC5-D7DA-4B06-A43C-93AE48AFCDFA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887584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D9F93-D39B-42F3-8A78-E44BDC796E2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AEDCB-28EA-4CDB-80E8-DB8AE807B7D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622153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DBD0C-D6D1-45DC-9F9E-04C1A07C03B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C5183-4300-4838-8A14-04412BB8A4E8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042768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EB23E3-DD0F-49D0-8C1C-D34D8C946A2C}" type="slidenum">
              <a:rPr lang="en-US" altLang="ja-JP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538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4.xml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1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Relationship Id="rId1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0.xml"/><Relationship Id="rId13" Type="http://schemas.openxmlformats.org/officeDocument/2006/relationships/slideLayout" Target="../slideLayouts/slideLayout135.xml"/><Relationship Id="rId3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9.xml"/><Relationship Id="rId12" Type="http://schemas.openxmlformats.org/officeDocument/2006/relationships/slideLayout" Target="../slideLayouts/slideLayout134.xml"/><Relationship Id="rId2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8.xml"/><Relationship Id="rId11" Type="http://schemas.openxmlformats.org/officeDocument/2006/relationships/slideLayout" Target="../slideLayouts/slideLayout133.xml"/><Relationship Id="rId5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32.xml"/><Relationship Id="rId4" Type="http://schemas.openxmlformats.org/officeDocument/2006/relationships/slideLayout" Target="../slideLayouts/slideLayout126.xml"/><Relationship Id="rId9" Type="http://schemas.openxmlformats.org/officeDocument/2006/relationships/slideLayout" Target="../slideLayouts/slideLayout131.xml"/><Relationship Id="rId1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38.xml"/><Relationship Id="rId7" Type="http://schemas.openxmlformats.org/officeDocument/2006/relationships/slideLayout" Target="../slideLayouts/slideLayout142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37.xml"/><Relationship Id="rId1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4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9.xml"/><Relationship Id="rId3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8.xml"/><Relationship Id="rId2" Type="http://schemas.openxmlformats.org/officeDocument/2006/relationships/slideLayout" Target="../slideLayouts/slideLayout148.xml"/><Relationship Id="rId1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5.xml"/><Relationship Id="rId14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7.xml"/><Relationship Id="rId13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166.xml"/><Relationship Id="rId12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61.xml"/><Relationship Id="rId1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65.xml"/><Relationship Id="rId11" Type="http://schemas.openxmlformats.org/officeDocument/2006/relationships/slideLayout" Target="../slideLayouts/slideLayout170.xml"/><Relationship Id="rId5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69.xml"/><Relationship Id="rId4" Type="http://schemas.openxmlformats.org/officeDocument/2006/relationships/slideLayout" Target="../slideLayouts/slideLayout163.xml"/><Relationship Id="rId9" Type="http://schemas.openxmlformats.org/officeDocument/2006/relationships/slideLayout" Target="../slideLayouts/slideLayout168.xml"/><Relationship Id="rId14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0.xml"/><Relationship Id="rId13" Type="http://schemas.openxmlformats.org/officeDocument/2006/relationships/slideLayout" Target="../slideLayouts/slideLayout185.xml"/><Relationship Id="rId3" Type="http://schemas.openxmlformats.org/officeDocument/2006/relationships/slideLayout" Target="../slideLayouts/slideLayout175.xml"/><Relationship Id="rId7" Type="http://schemas.openxmlformats.org/officeDocument/2006/relationships/slideLayout" Target="../slideLayouts/slideLayout179.xml"/><Relationship Id="rId12" Type="http://schemas.openxmlformats.org/officeDocument/2006/relationships/slideLayout" Target="../slideLayouts/slideLayout184.xml"/><Relationship Id="rId2" Type="http://schemas.openxmlformats.org/officeDocument/2006/relationships/slideLayout" Target="../slideLayouts/slideLayout174.xml"/><Relationship Id="rId1" Type="http://schemas.openxmlformats.org/officeDocument/2006/relationships/slideLayout" Target="../slideLayouts/slideLayout173.xml"/><Relationship Id="rId6" Type="http://schemas.openxmlformats.org/officeDocument/2006/relationships/slideLayout" Target="../slideLayouts/slideLayout178.xml"/><Relationship Id="rId11" Type="http://schemas.openxmlformats.org/officeDocument/2006/relationships/slideLayout" Target="../slideLayouts/slideLayout183.xml"/><Relationship Id="rId5" Type="http://schemas.openxmlformats.org/officeDocument/2006/relationships/slideLayout" Target="../slideLayouts/slideLayout177.xml"/><Relationship Id="rId10" Type="http://schemas.openxmlformats.org/officeDocument/2006/relationships/slideLayout" Target="../slideLayouts/slideLayout182.xml"/><Relationship Id="rId4" Type="http://schemas.openxmlformats.org/officeDocument/2006/relationships/slideLayout" Target="../slideLayouts/slideLayout176.xml"/><Relationship Id="rId9" Type="http://schemas.openxmlformats.org/officeDocument/2006/relationships/slideLayout" Target="../slideLayouts/slideLayout181.xml"/><Relationship Id="rId1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3.xml"/><Relationship Id="rId13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88.xml"/><Relationship Id="rId7" Type="http://schemas.openxmlformats.org/officeDocument/2006/relationships/slideLayout" Target="../slideLayouts/slideLayout192.xml"/><Relationship Id="rId12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87.xml"/><Relationship Id="rId1" Type="http://schemas.openxmlformats.org/officeDocument/2006/relationships/slideLayout" Target="../slideLayouts/slideLayout186.xml"/><Relationship Id="rId6" Type="http://schemas.openxmlformats.org/officeDocument/2006/relationships/slideLayout" Target="../slideLayouts/slideLayout191.xml"/><Relationship Id="rId11" Type="http://schemas.openxmlformats.org/officeDocument/2006/relationships/slideLayout" Target="../slideLayouts/slideLayout196.xml"/><Relationship Id="rId5" Type="http://schemas.openxmlformats.org/officeDocument/2006/relationships/slideLayout" Target="../slideLayouts/slideLayout190.xml"/><Relationship Id="rId10" Type="http://schemas.openxmlformats.org/officeDocument/2006/relationships/slideLayout" Target="../slideLayouts/slideLayout195.xml"/><Relationship Id="rId4" Type="http://schemas.openxmlformats.org/officeDocument/2006/relationships/slideLayout" Target="../slideLayouts/slideLayout189.xml"/><Relationship Id="rId9" Type="http://schemas.openxmlformats.org/officeDocument/2006/relationships/slideLayout" Target="../slideLayouts/slideLayout194.xml"/><Relationship Id="rId14" Type="http://schemas.openxmlformats.org/officeDocument/2006/relationships/theme" Target="../theme/theme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FF66C-ED04-4FC6-95C1-D7CE469D83C4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86FD1-DCC3-421B-AA46-3EFF6576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5227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2BAE93DE-5C7C-4B45-9698-FF541AB49116}" type="datetimeFigureOut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6B29CBD9-8FA5-4F73-AC67-CEF38EE11C36}" type="slidenum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53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2BAE93DE-5C7C-4B45-9698-FF541AB49116}" type="datetimeFigureOut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6B29CBD9-8FA5-4F73-AC67-CEF38EE11C36}" type="slidenum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977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FF5AA2DD-AF01-4607-821F-A34A494DA8E9}" type="datetimeFigureOut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6A5D2F3A-F1EF-4375-97CD-075C1560E8B7}" type="slidenum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020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FF5AA2DD-AF01-4607-821F-A34A494DA8E9}" type="datetimeFigureOut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6A5D2F3A-F1EF-4375-97CD-075C1560E8B7}" type="slidenum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777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FF5AA2DD-AF01-4607-821F-A34A494DA8E9}" type="datetimeFigureOut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6A5D2F3A-F1EF-4375-97CD-075C1560E8B7}" type="slidenum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725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AE27C9BC-9A7A-4CFC-A3CB-25BFA8FDEEC7}" type="datetimeFigureOut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E05CF251-C02C-4B39-AFA7-BB77695505F3}" type="slidenum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855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FF5AA2DD-AF01-4607-821F-A34A494DA8E9}" type="datetimeFigureOut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6A5D2F3A-F1EF-4375-97CD-075C1560E8B7}" type="slidenum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373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AE27C9BC-9A7A-4CFC-A3CB-25BFA8FDEEC7}" type="datetimeFigureOut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E05CF251-C02C-4B39-AFA7-BB77695505F3}" type="slidenum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566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AE27C9BC-9A7A-4CFC-A3CB-25BFA8FDEEC7}" type="datetimeFigureOut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E05CF251-C02C-4B39-AFA7-BB77695505F3}" type="slidenum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22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AE27C9BC-9A7A-4CFC-A3CB-25BFA8FDEEC7}" type="datetimeFigureOut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E05CF251-C02C-4B39-AFA7-BB77695505F3}" type="slidenum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622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>
                <a:solidFill>
                  <a:srgbClr val="000000"/>
                </a:solidFill>
                <a:latin typeface="Arial" pitchFamily="34" charset="0"/>
                <a:ea typeface="ＭＳ Ｐゴシック" pitchFamily="50" charset="-128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>
                <a:solidFill>
                  <a:srgbClr val="000000"/>
                </a:solidFill>
                <a:latin typeface="Arial" pitchFamily="34" charset="0"/>
                <a:ea typeface="ＭＳ Ｐゴシック" pitchFamily="50" charset="-128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3EC4FE69-EF95-455D-B96A-31EEDB4F51A5}" type="slidenum">
              <a:rPr lang="en-US" altLang="ja-JP"/>
              <a:pPr fontAlgn="base">
                <a:spcAft>
                  <a:spcPct val="0"/>
                </a:spcAft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55650" y="6240463"/>
            <a:ext cx="2057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000">
                <a:solidFill>
                  <a:srgbClr val="000000"/>
                </a:solidFill>
                <a:latin typeface="Tahoma" pitchFamily="34" charset="0"/>
                <a:ea typeface="ＭＳ Ｐゴシック" pitchFamily="50" charset="-128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endParaRPr lang="en-US" altLang="ja-JP"/>
          </a:p>
        </p:txBody>
      </p:sp>
      <p:sp>
        <p:nvSpPr>
          <p:cNvPr id="5125" name="Line 12"/>
          <p:cNvSpPr>
            <a:spLocks noChangeShapeType="1"/>
          </p:cNvSpPr>
          <p:nvPr/>
        </p:nvSpPr>
        <p:spPr bwMode="auto">
          <a:xfrm>
            <a:off x="839788" y="6459538"/>
            <a:ext cx="7485062" cy="0"/>
          </a:xfrm>
          <a:prstGeom prst="line">
            <a:avLst/>
          </a:prstGeom>
          <a:noFill/>
          <a:ln w="9525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ja-JP" altLang="en-US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5126" name="Picture 20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" y="44450"/>
            <a:ext cx="8999538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565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>
          <a:solidFill>
            <a:srgbClr val="72717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400">
          <a:solidFill>
            <a:srgbClr val="727172"/>
          </a:solidFill>
          <a:latin typeface="HelveticaNeue-Medium" charset="0"/>
          <a:ea typeface="ＭＳ Ｐゴシック" pitchFamily="5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400">
          <a:solidFill>
            <a:srgbClr val="727172"/>
          </a:solidFill>
          <a:latin typeface="HelveticaNeue-Medium" charset="0"/>
          <a:ea typeface="ＭＳ Ｐゴシック" pitchFamily="5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400">
          <a:solidFill>
            <a:srgbClr val="727172"/>
          </a:solidFill>
          <a:latin typeface="HelveticaNeue-Medium" charset="0"/>
          <a:ea typeface="ＭＳ Ｐゴシック" pitchFamily="5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400">
          <a:solidFill>
            <a:srgbClr val="727172"/>
          </a:solidFill>
          <a:latin typeface="HelveticaNeue-Medium" charset="0"/>
          <a:ea typeface="ＭＳ Ｐゴシック" pitchFamily="50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2400">
          <a:solidFill>
            <a:srgbClr val="727172"/>
          </a:solidFill>
          <a:latin typeface="HelveticaNeue-Medium" charset="0"/>
          <a:ea typeface="ＭＳ Ｐゴシック" pitchFamily="50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2400">
          <a:solidFill>
            <a:srgbClr val="727172"/>
          </a:solidFill>
          <a:latin typeface="HelveticaNeue-Medium" charset="0"/>
          <a:ea typeface="ＭＳ Ｐゴシック" pitchFamily="50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2400">
          <a:solidFill>
            <a:srgbClr val="727172"/>
          </a:solidFill>
          <a:latin typeface="HelveticaNeue-Medium" charset="0"/>
          <a:ea typeface="ＭＳ Ｐゴシック" pitchFamily="50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2400">
          <a:solidFill>
            <a:srgbClr val="727172"/>
          </a:solidFill>
          <a:latin typeface="HelveticaNeue-Medium" charset="0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AE27C9BC-9A7A-4CFC-A3CB-25BFA8FDEEC7}" type="datetimeFigureOut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E05CF251-C02C-4B39-AFA7-BB77695505F3}" type="slidenum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6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1" r:id="rId13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AE27C9BC-9A7A-4CFC-A3CB-25BFA8FDEEC7}" type="datetimeFigureOut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E05CF251-C02C-4B39-AFA7-BB77695505F3}" type="slidenum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197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AE27C9BC-9A7A-4CFC-A3CB-25BFA8FDEEC7}" type="datetimeFigureOut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E05CF251-C02C-4B39-AFA7-BB77695505F3}" type="slidenum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8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AE27C9BC-9A7A-4CFC-A3CB-25BFA8FDEEC7}" type="datetimeFigureOut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E05CF251-C02C-4B39-AFA7-BB77695505F3}" type="slidenum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439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  <p:sldLayoutId id="2147483873" r:id="rId13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 smtClean="0"/>
              <a:t>03</a:t>
            </a:r>
            <a:r>
              <a:rPr lang="ja-JP" altLang="en-US" dirty="0" smtClean="0"/>
              <a:t>　システム障害設計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ja-JP" dirty="0" smtClean="0">
                <a:latin typeface="ＭＳ Ｐゴシック" pitchFamily="50" charset="-128"/>
                <a:ea typeface="ＭＳ Ｐゴシック" pitchFamily="50" charset="-128"/>
              </a:rPr>
              <a:t>3-1. </a:t>
            </a:r>
            <a:r>
              <a:rPr lang="ja-JP" altLang="en-US" dirty="0" smtClean="0">
                <a:latin typeface="ＭＳ Ｐゴシック" pitchFamily="50" charset="-128"/>
                <a:ea typeface="ＭＳ Ｐゴシック" pitchFamily="50" charset="-128"/>
              </a:rPr>
              <a:t>正常系処理</a:t>
            </a:r>
            <a:endParaRPr lang="en-US" altLang="ja-JP" dirty="0" smtClean="0">
              <a:latin typeface="ＭＳ Ｐゴシック" pitchFamily="50" charset="-128"/>
              <a:ea typeface="ＭＳ Ｐゴシック" pitchFamily="50" charset="-128"/>
            </a:endParaRPr>
          </a:p>
          <a:p>
            <a:r>
              <a:rPr lang="ja-JP" altLang="en-US" dirty="0">
                <a:latin typeface="ＭＳ Ｐゴシック" pitchFamily="50" charset="-128"/>
                <a:ea typeface="ＭＳ Ｐゴシック" pitchFamily="50" charset="-128"/>
              </a:rPr>
              <a:t>正常時処理シーケンス（</a:t>
            </a:r>
            <a:r>
              <a:rPr lang="en-US" altLang="ja-JP" dirty="0">
                <a:latin typeface="ＭＳ Ｐゴシック" pitchFamily="50" charset="-128"/>
                <a:ea typeface="ＭＳ Ｐゴシック" pitchFamily="50" charset="-128"/>
              </a:rPr>
              <a:t>2</a:t>
            </a:r>
            <a:r>
              <a:rPr lang="ja-JP" altLang="en-US" dirty="0" err="1">
                <a:latin typeface="ＭＳ Ｐゴシック" pitchFamily="50" charset="-128"/>
                <a:ea typeface="ＭＳ Ｐゴシック" pitchFamily="50" charset="-128"/>
              </a:rPr>
              <a:t>つの呼を</a:t>
            </a:r>
            <a:r>
              <a:rPr lang="ja-JP" altLang="en-US" dirty="0">
                <a:latin typeface="ＭＳ Ｐゴシック" pitchFamily="50" charset="-128"/>
                <a:ea typeface="ＭＳ Ｐゴシック" pitchFamily="50" charset="-128"/>
              </a:rPr>
              <a:t>、異なる</a:t>
            </a:r>
            <a:r>
              <a:rPr lang="en-US" altLang="ja-JP" dirty="0">
                <a:latin typeface="ＭＳ Ｐゴシック" pitchFamily="50" charset="-128"/>
                <a:ea typeface="ＭＳ Ｐゴシック" pitchFamily="50" charset="-128"/>
              </a:rPr>
              <a:t>WAS</a:t>
            </a:r>
            <a:r>
              <a:rPr lang="ja-JP" altLang="en-US" dirty="0">
                <a:latin typeface="ＭＳ Ｐゴシック" pitchFamily="50" charset="-128"/>
                <a:ea typeface="ＭＳ Ｐゴシック" pitchFamily="50" charset="-128"/>
              </a:rPr>
              <a:t>の音声フローで処理している例）</a:t>
            </a:r>
            <a:endParaRPr kumimoji="1"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777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6629400" y="365125"/>
            <a:ext cx="2209800" cy="30638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WAS#1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066800" y="352425"/>
            <a:ext cx="1066800" cy="65055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prstClr val="black"/>
                </a:solidFill>
                <a:latin typeface="ＭＳ Ｐゴシック"/>
              </a:rPr>
              <a:t>CM/G450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3429000" y="365125"/>
            <a:ext cx="2514600" cy="64928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MPP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1276" name="Line 12"/>
          <p:cNvSpPr>
            <a:spLocks noChangeShapeType="1"/>
          </p:cNvSpPr>
          <p:nvPr/>
        </p:nvSpPr>
        <p:spPr bwMode="auto">
          <a:xfrm>
            <a:off x="457200" y="685800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1277" name="Line 13"/>
          <p:cNvSpPr>
            <a:spLocks noChangeShapeType="1"/>
          </p:cNvSpPr>
          <p:nvPr/>
        </p:nvSpPr>
        <p:spPr bwMode="auto">
          <a:xfrm>
            <a:off x="76200" y="6858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1278" name="Line 14"/>
          <p:cNvSpPr>
            <a:spLocks noChangeShapeType="1"/>
          </p:cNvSpPr>
          <p:nvPr/>
        </p:nvSpPr>
        <p:spPr bwMode="auto">
          <a:xfrm>
            <a:off x="76200" y="32766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1279" name="Text Box 15"/>
          <p:cNvSpPr txBox="1">
            <a:spLocks noChangeArrowheads="1"/>
          </p:cNvSpPr>
          <p:nvPr/>
        </p:nvSpPr>
        <p:spPr bwMode="auto">
          <a:xfrm>
            <a:off x="457200" y="960438"/>
            <a:ext cx="354013" cy="208756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eaVert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100" dirty="0">
                <a:solidFill>
                  <a:prstClr val="black"/>
                </a:solidFill>
                <a:latin typeface="ＭＳ Ｐゴシック"/>
              </a:rPr>
              <a:t>一連の呼処理に紐付くセッション</a:t>
            </a:r>
          </a:p>
        </p:txBody>
      </p:sp>
      <p:sp>
        <p:nvSpPr>
          <p:cNvPr id="11281" name="Line 17"/>
          <p:cNvSpPr>
            <a:spLocks noChangeShapeType="1"/>
          </p:cNvSpPr>
          <p:nvPr/>
        </p:nvSpPr>
        <p:spPr bwMode="auto">
          <a:xfrm>
            <a:off x="6019800" y="381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1282" name="Text Box 18"/>
          <p:cNvSpPr txBox="1">
            <a:spLocks noChangeArrowheads="1"/>
          </p:cNvSpPr>
          <p:nvPr/>
        </p:nvSpPr>
        <p:spPr bwMode="auto">
          <a:xfrm>
            <a:off x="5867400" y="609600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>
                <a:solidFill>
                  <a:prstClr val="black"/>
                </a:solidFill>
                <a:latin typeface="ＭＳ Ｐゴシック"/>
              </a:rPr>
              <a:t>Req</a:t>
            </a:r>
          </a:p>
        </p:txBody>
      </p:sp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5867400" y="112712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>
                <a:solidFill>
                  <a:prstClr val="black"/>
                </a:solidFill>
                <a:latin typeface="ＭＳ Ｐゴシック"/>
              </a:rPr>
              <a:t>Res</a:t>
            </a:r>
          </a:p>
        </p:txBody>
      </p:sp>
      <p:sp>
        <p:nvSpPr>
          <p:cNvPr id="11284" name="Text Box 20"/>
          <p:cNvSpPr txBox="1">
            <a:spLocks noChangeArrowheads="1"/>
          </p:cNvSpPr>
          <p:nvPr/>
        </p:nvSpPr>
        <p:spPr bwMode="auto">
          <a:xfrm>
            <a:off x="5867400" y="1600200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>
                <a:solidFill>
                  <a:prstClr val="black"/>
                </a:solidFill>
                <a:latin typeface="ＭＳ Ｐゴシック"/>
              </a:rPr>
              <a:t>Req</a:t>
            </a:r>
          </a:p>
        </p:txBody>
      </p:sp>
      <p:sp>
        <p:nvSpPr>
          <p:cNvPr id="11285" name="Text Box 21"/>
          <p:cNvSpPr txBox="1">
            <a:spLocks noChangeArrowheads="1"/>
          </p:cNvSpPr>
          <p:nvPr/>
        </p:nvSpPr>
        <p:spPr bwMode="auto">
          <a:xfrm>
            <a:off x="5867400" y="211772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>
                <a:solidFill>
                  <a:prstClr val="black"/>
                </a:solidFill>
                <a:latin typeface="ＭＳ Ｐゴシック"/>
              </a:rPr>
              <a:t>Res</a:t>
            </a:r>
          </a:p>
        </p:txBody>
      </p:sp>
      <p:sp>
        <p:nvSpPr>
          <p:cNvPr id="11286" name="Text Box 22"/>
          <p:cNvSpPr txBox="1">
            <a:spLocks noChangeArrowheads="1"/>
          </p:cNvSpPr>
          <p:nvPr/>
        </p:nvSpPr>
        <p:spPr bwMode="auto">
          <a:xfrm>
            <a:off x="5867400" y="2590800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err="1">
                <a:solidFill>
                  <a:prstClr val="black"/>
                </a:solidFill>
                <a:latin typeface="ＭＳ Ｐゴシック"/>
              </a:rPr>
              <a:t>Req</a:t>
            </a:r>
            <a:endParaRPr lang="en-US" altLang="ja-JP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1287" name="Text Box 23"/>
          <p:cNvSpPr txBox="1">
            <a:spLocks noChangeArrowheads="1"/>
          </p:cNvSpPr>
          <p:nvPr/>
        </p:nvSpPr>
        <p:spPr bwMode="auto">
          <a:xfrm>
            <a:off x="5867400" y="310832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>
                <a:solidFill>
                  <a:prstClr val="black"/>
                </a:solidFill>
                <a:latin typeface="ＭＳ Ｐゴシック"/>
              </a:rPr>
              <a:t>Res</a:t>
            </a:r>
          </a:p>
        </p:txBody>
      </p:sp>
      <p:sp>
        <p:nvSpPr>
          <p:cNvPr id="11288" name="Rectangle 24"/>
          <p:cNvSpPr>
            <a:spLocks noChangeArrowheads="1"/>
          </p:cNvSpPr>
          <p:nvPr/>
        </p:nvSpPr>
        <p:spPr bwMode="auto">
          <a:xfrm>
            <a:off x="6629400" y="3505200"/>
            <a:ext cx="2209800" cy="33528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WAS#2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1289" name="Rectangle 25"/>
          <p:cNvSpPr>
            <a:spLocks noChangeArrowheads="1"/>
          </p:cNvSpPr>
          <p:nvPr/>
        </p:nvSpPr>
        <p:spPr bwMode="auto">
          <a:xfrm>
            <a:off x="7315200" y="609600"/>
            <a:ext cx="1066800" cy="25908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セッション管理</a:t>
            </a:r>
          </a:p>
        </p:txBody>
      </p:sp>
      <p:sp>
        <p:nvSpPr>
          <p:cNvPr id="11298" name="Rectangle 34"/>
          <p:cNvSpPr>
            <a:spLocks noChangeArrowheads="1"/>
          </p:cNvSpPr>
          <p:nvPr/>
        </p:nvSpPr>
        <p:spPr bwMode="auto">
          <a:xfrm>
            <a:off x="7315200" y="3886200"/>
            <a:ext cx="1066800" cy="25908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セッション管理</a:t>
            </a:r>
          </a:p>
        </p:txBody>
      </p:sp>
      <p:sp>
        <p:nvSpPr>
          <p:cNvPr id="11300" name="Text Box 36"/>
          <p:cNvSpPr txBox="1">
            <a:spLocks noChangeArrowheads="1"/>
          </p:cNvSpPr>
          <p:nvPr/>
        </p:nvSpPr>
        <p:spPr bwMode="auto">
          <a:xfrm>
            <a:off x="5867400" y="390207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>
                <a:solidFill>
                  <a:prstClr val="black"/>
                </a:solidFill>
                <a:latin typeface="ＭＳ Ｐゴシック"/>
              </a:rPr>
              <a:t>Req</a:t>
            </a:r>
          </a:p>
        </p:txBody>
      </p:sp>
      <p:sp>
        <p:nvSpPr>
          <p:cNvPr id="11301" name="Text Box 37"/>
          <p:cNvSpPr txBox="1">
            <a:spLocks noChangeArrowheads="1"/>
          </p:cNvSpPr>
          <p:nvPr/>
        </p:nvSpPr>
        <p:spPr bwMode="auto">
          <a:xfrm>
            <a:off x="5867400" y="4419600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>
                <a:solidFill>
                  <a:prstClr val="black"/>
                </a:solidFill>
                <a:latin typeface="ＭＳ Ｐゴシック"/>
              </a:rPr>
              <a:t>Res</a:t>
            </a:r>
          </a:p>
        </p:txBody>
      </p:sp>
      <p:sp>
        <p:nvSpPr>
          <p:cNvPr id="11302" name="Text Box 38"/>
          <p:cNvSpPr txBox="1">
            <a:spLocks noChangeArrowheads="1"/>
          </p:cNvSpPr>
          <p:nvPr/>
        </p:nvSpPr>
        <p:spPr bwMode="auto">
          <a:xfrm>
            <a:off x="5867400" y="487997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>
                <a:solidFill>
                  <a:prstClr val="black"/>
                </a:solidFill>
                <a:latin typeface="ＭＳ Ｐゴシック"/>
              </a:rPr>
              <a:t>Req</a:t>
            </a:r>
          </a:p>
        </p:txBody>
      </p:sp>
      <p:sp>
        <p:nvSpPr>
          <p:cNvPr id="11303" name="Text Box 39"/>
          <p:cNvSpPr txBox="1">
            <a:spLocks noChangeArrowheads="1"/>
          </p:cNvSpPr>
          <p:nvPr/>
        </p:nvSpPr>
        <p:spPr bwMode="auto">
          <a:xfrm>
            <a:off x="5867400" y="5359400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>
                <a:solidFill>
                  <a:prstClr val="black"/>
                </a:solidFill>
                <a:latin typeface="ＭＳ Ｐゴシック"/>
              </a:rPr>
              <a:t>Res</a:t>
            </a:r>
          </a:p>
        </p:txBody>
      </p:sp>
      <p:sp>
        <p:nvSpPr>
          <p:cNvPr id="11304" name="Text Box 40"/>
          <p:cNvSpPr txBox="1">
            <a:spLocks noChangeArrowheads="1"/>
          </p:cNvSpPr>
          <p:nvPr/>
        </p:nvSpPr>
        <p:spPr bwMode="auto">
          <a:xfrm>
            <a:off x="5880100" y="5867400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>
                <a:solidFill>
                  <a:prstClr val="black"/>
                </a:solidFill>
                <a:latin typeface="ＭＳ Ｐゴシック"/>
              </a:rPr>
              <a:t>Req</a:t>
            </a:r>
          </a:p>
        </p:txBody>
      </p:sp>
      <p:sp>
        <p:nvSpPr>
          <p:cNvPr id="11305" name="Text Box 41"/>
          <p:cNvSpPr txBox="1">
            <a:spLocks noChangeArrowheads="1"/>
          </p:cNvSpPr>
          <p:nvPr/>
        </p:nvSpPr>
        <p:spPr bwMode="auto">
          <a:xfrm>
            <a:off x="5880100" y="637222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Res</a:t>
            </a:r>
          </a:p>
        </p:txBody>
      </p:sp>
      <p:sp>
        <p:nvSpPr>
          <p:cNvPr id="11306" name="Rectangle 42"/>
          <p:cNvSpPr>
            <a:spLocks noChangeArrowheads="1"/>
          </p:cNvSpPr>
          <p:nvPr/>
        </p:nvSpPr>
        <p:spPr bwMode="auto">
          <a:xfrm>
            <a:off x="5181600" y="533400"/>
            <a:ext cx="609600" cy="61722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b" anchorCtr="1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ロードバランス</a:t>
            </a:r>
          </a:p>
        </p:txBody>
      </p:sp>
      <p:grpSp>
        <p:nvGrpSpPr>
          <p:cNvPr id="35866" name="Group 43"/>
          <p:cNvGrpSpPr>
            <a:grpSpLocks/>
          </p:cNvGrpSpPr>
          <p:nvPr/>
        </p:nvGrpSpPr>
        <p:grpSpPr bwMode="auto">
          <a:xfrm>
            <a:off x="1752600" y="838200"/>
            <a:ext cx="6096000" cy="304800"/>
            <a:chOff x="1104" y="624"/>
            <a:chExt cx="3840" cy="192"/>
          </a:xfrm>
        </p:grpSpPr>
        <p:sp>
          <p:nvSpPr>
            <p:cNvPr id="11308" name="Line 44"/>
            <p:cNvSpPr>
              <a:spLocks noChangeShapeType="1"/>
            </p:cNvSpPr>
            <p:nvPr/>
          </p:nvSpPr>
          <p:spPr bwMode="auto">
            <a:xfrm>
              <a:off x="1104" y="624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  <p:sp>
          <p:nvSpPr>
            <p:cNvPr id="11309" name="Line 45"/>
            <p:cNvSpPr>
              <a:spLocks noChangeShapeType="1"/>
            </p:cNvSpPr>
            <p:nvPr/>
          </p:nvSpPr>
          <p:spPr bwMode="auto">
            <a:xfrm>
              <a:off x="494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  <p:sp>
          <p:nvSpPr>
            <p:cNvPr id="11310" name="Line 46"/>
            <p:cNvSpPr>
              <a:spLocks noChangeShapeType="1"/>
            </p:cNvSpPr>
            <p:nvPr/>
          </p:nvSpPr>
          <p:spPr bwMode="auto">
            <a:xfrm flipH="1">
              <a:off x="1104" y="816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</p:grpSp>
      <p:grpSp>
        <p:nvGrpSpPr>
          <p:cNvPr id="35867" name="Group 47"/>
          <p:cNvGrpSpPr>
            <a:grpSpLocks/>
          </p:cNvGrpSpPr>
          <p:nvPr/>
        </p:nvGrpSpPr>
        <p:grpSpPr bwMode="auto">
          <a:xfrm>
            <a:off x="1752600" y="1828800"/>
            <a:ext cx="6096000" cy="304800"/>
            <a:chOff x="1104" y="624"/>
            <a:chExt cx="3840" cy="192"/>
          </a:xfrm>
        </p:grpSpPr>
        <p:sp>
          <p:nvSpPr>
            <p:cNvPr id="11312" name="Line 48"/>
            <p:cNvSpPr>
              <a:spLocks noChangeShapeType="1"/>
            </p:cNvSpPr>
            <p:nvPr/>
          </p:nvSpPr>
          <p:spPr bwMode="auto">
            <a:xfrm>
              <a:off x="1104" y="624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  <p:sp>
          <p:nvSpPr>
            <p:cNvPr id="11313" name="Line 49"/>
            <p:cNvSpPr>
              <a:spLocks noChangeShapeType="1"/>
            </p:cNvSpPr>
            <p:nvPr/>
          </p:nvSpPr>
          <p:spPr bwMode="auto">
            <a:xfrm>
              <a:off x="494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  <p:sp>
          <p:nvSpPr>
            <p:cNvPr id="11314" name="Line 50"/>
            <p:cNvSpPr>
              <a:spLocks noChangeShapeType="1"/>
            </p:cNvSpPr>
            <p:nvPr/>
          </p:nvSpPr>
          <p:spPr bwMode="auto">
            <a:xfrm flipH="1">
              <a:off x="1104" y="816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</p:grpSp>
      <p:grpSp>
        <p:nvGrpSpPr>
          <p:cNvPr id="35868" name="Group 51"/>
          <p:cNvGrpSpPr>
            <a:grpSpLocks/>
          </p:cNvGrpSpPr>
          <p:nvPr/>
        </p:nvGrpSpPr>
        <p:grpSpPr bwMode="auto">
          <a:xfrm>
            <a:off x="1752600" y="2819400"/>
            <a:ext cx="6096000" cy="304800"/>
            <a:chOff x="1104" y="624"/>
            <a:chExt cx="3840" cy="192"/>
          </a:xfrm>
        </p:grpSpPr>
        <p:sp>
          <p:nvSpPr>
            <p:cNvPr id="11316" name="Line 52"/>
            <p:cNvSpPr>
              <a:spLocks noChangeShapeType="1"/>
            </p:cNvSpPr>
            <p:nvPr/>
          </p:nvSpPr>
          <p:spPr bwMode="auto">
            <a:xfrm>
              <a:off x="1104" y="624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  <p:sp>
          <p:nvSpPr>
            <p:cNvPr id="11317" name="Line 53"/>
            <p:cNvSpPr>
              <a:spLocks noChangeShapeType="1"/>
            </p:cNvSpPr>
            <p:nvPr/>
          </p:nvSpPr>
          <p:spPr bwMode="auto">
            <a:xfrm>
              <a:off x="494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  <p:sp>
          <p:nvSpPr>
            <p:cNvPr id="11318" name="Line 54"/>
            <p:cNvSpPr>
              <a:spLocks noChangeShapeType="1"/>
            </p:cNvSpPr>
            <p:nvPr/>
          </p:nvSpPr>
          <p:spPr bwMode="auto">
            <a:xfrm flipH="1">
              <a:off x="1104" y="816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</p:grpSp>
      <p:sp>
        <p:nvSpPr>
          <p:cNvPr id="11332" name="Line 68"/>
          <p:cNvSpPr>
            <a:spLocks noChangeShapeType="1"/>
          </p:cNvSpPr>
          <p:nvPr/>
        </p:nvSpPr>
        <p:spPr bwMode="auto">
          <a:xfrm>
            <a:off x="381000" y="3962400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1333" name="Line 69"/>
          <p:cNvSpPr>
            <a:spLocks noChangeShapeType="1"/>
          </p:cNvSpPr>
          <p:nvPr/>
        </p:nvSpPr>
        <p:spPr bwMode="auto">
          <a:xfrm>
            <a:off x="0" y="39624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1334" name="Line 70"/>
          <p:cNvSpPr>
            <a:spLocks noChangeShapeType="1"/>
          </p:cNvSpPr>
          <p:nvPr/>
        </p:nvSpPr>
        <p:spPr bwMode="auto">
          <a:xfrm>
            <a:off x="0" y="65532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1336" name="Text Box 72"/>
          <p:cNvSpPr txBox="1">
            <a:spLocks noChangeArrowheads="1"/>
          </p:cNvSpPr>
          <p:nvPr/>
        </p:nvSpPr>
        <p:spPr bwMode="auto">
          <a:xfrm>
            <a:off x="2590800" y="5334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①</a:t>
            </a:r>
          </a:p>
        </p:txBody>
      </p:sp>
      <p:sp>
        <p:nvSpPr>
          <p:cNvPr id="11337" name="Text Box 73"/>
          <p:cNvSpPr txBox="1">
            <a:spLocks noChangeArrowheads="1"/>
          </p:cNvSpPr>
          <p:nvPr/>
        </p:nvSpPr>
        <p:spPr bwMode="auto">
          <a:xfrm>
            <a:off x="4343400" y="5334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②</a:t>
            </a:r>
          </a:p>
        </p:txBody>
      </p:sp>
      <p:sp>
        <p:nvSpPr>
          <p:cNvPr id="11338" name="Text Box 74"/>
          <p:cNvSpPr txBox="1">
            <a:spLocks noChangeArrowheads="1"/>
          </p:cNvSpPr>
          <p:nvPr/>
        </p:nvSpPr>
        <p:spPr bwMode="auto">
          <a:xfrm>
            <a:off x="6781800" y="5334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④</a:t>
            </a:r>
          </a:p>
        </p:txBody>
      </p:sp>
      <p:sp>
        <p:nvSpPr>
          <p:cNvPr id="11339" name="Text Box 75"/>
          <p:cNvSpPr txBox="1">
            <a:spLocks noChangeArrowheads="1"/>
          </p:cNvSpPr>
          <p:nvPr/>
        </p:nvSpPr>
        <p:spPr bwMode="auto">
          <a:xfrm>
            <a:off x="7848600" y="8382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⑤</a:t>
            </a:r>
          </a:p>
        </p:txBody>
      </p:sp>
      <p:sp>
        <p:nvSpPr>
          <p:cNvPr id="11340" name="Text Box 76"/>
          <p:cNvSpPr txBox="1">
            <a:spLocks noChangeArrowheads="1"/>
          </p:cNvSpPr>
          <p:nvPr/>
        </p:nvSpPr>
        <p:spPr bwMode="auto">
          <a:xfrm>
            <a:off x="6781800" y="11430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⑥</a:t>
            </a:r>
          </a:p>
        </p:txBody>
      </p:sp>
      <p:sp>
        <p:nvSpPr>
          <p:cNvPr id="11341" name="Text Box 77"/>
          <p:cNvSpPr txBox="1">
            <a:spLocks noChangeArrowheads="1"/>
          </p:cNvSpPr>
          <p:nvPr/>
        </p:nvSpPr>
        <p:spPr bwMode="auto">
          <a:xfrm>
            <a:off x="3657600" y="11430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⑦</a:t>
            </a:r>
          </a:p>
        </p:txBody>
      </p:sp>
      <p:sp>
        <p:nvSpPr>
          <p:cNvPr id="11342" name="Text Box 78"/>
          <p:cNvSpPr txBox="1">
            <a:spLocks noChangeArrowheads="1"/>
          </p:cNvSpPr>
          <p:nvPr/>
        </p:nvSpPr>
        <p:spPr bwMode="auto">
          <a:xfrm>
            <a:off x="4343400" y="15240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⑧</a:t>
            </a:r>
          </a:p>
        </p:txBody>
      </p:sp>
      <p:sp>
        <p:nvSpPr>
          <p:cNvPr id="11343" name="Text Box 79"/>
          <p:cNvSpPr txBox="1">
            <a:spLocks noChangeArrowheads="1"/>
          </p:cNvSpPr>
          <p:nvPr/>
        </p:nvSpPr>
        <p:spPr bwMode="auto">
          <a:xfrm>
            <a:off x="5334000" y="15240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 dirty="0">
                <a:solidFill>
                  <a:prstClr val="black"/>
                </a:solidFill>
                <a:latin typeface="ＭＳ Ｐゴシック"/>
              </a:rPr>
              <a:t>⑨</a:t>
            </a:r>
          </a:p>
        </p:txBody>
      </p:sp>
      <p:sp>
        <p:nvSpPr>
          <p:cNvPr id="11344" name="Text Box 80"/>
          <p:cNvSpPr txBox="1">
            <a:spLocks noChangeArrowheads="1"/>
          </p:cNvSpPr>
          <p:nvPr/>
        </p:nvSpPr>
        <p:spPr bwMode="auto">
          <a:xfrm>
            <a:off x="6781800" y="15240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 dirty="0">
                <a:solidFill>
                  <a:prstClr val="black"/>
                </a:solidFill>
                <a:latin typeface="ＭＳ Ｐゴシック"/>
              </a:rPr>
              <a:t>⑩</a:t>
            </a:r>
          </a:p>
        </p:txBody>
      </p:sp>
      <p:sp>
        <p:nvSpPr>
          <p:cNvPr id="11345" name="Text Box 81"/>
          <p:cNvSpPr txBox="1">
            <a:spLocks noChangeArrowheads="1"/>
          </p:cNvSpPr>
          <p:nvPr/>
        </p:nvSpPr>
        <p:spPr bwMode="auto">
          <a:xfrm>
            <a:off x="6781800" y="21336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⑪</a:t>
            </a:r>
          </a:p>
        </p:txBody>
      </p:sp>
      <p:sp>
        <p:nvSpPr>
          <p:cNvPr id="11346" name="Text Box 82"/>
          <p:cNvSpPr txBox="1">
            <a:spLocks noChangeArrowheads="1"/>
          </p:cNvSpPr>
          <p:nvPr/>
        </p:nvSpPr>
        <p:spPr bwMode="auto">
          <a:xfrm>
            <a:off x="3657600" y="21336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⑫</a:t>
            </a:r>
          </a:p>
        </p:txBody>
      </p:sp>
      <p:sp>
        <p:nvSpPr>
          <p:cNvPr id="11347" name="Text Box 83"/>
          <p:cNvSpPr txBox="1">
            <a:spLocks noChangeArrowheads="1"/>
          </p:cNvSpPr>
          <p:nvPr/>
        </p:nvSpPr>
        <p:spPr bwMode="auto">
          <a:xfrm>
            <a:off x="3657600" y="31242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⑬</a:t>
            </a:r>
          </a:p>
        </p:txBody>
      </p:sp>
      <p:sp>
        <p:nvSpPr>
          <p:cNvPr id="11350" name="Text Box 86"/>
          <p:cNvSpPr txBox="1">
            <a:spLocks noChangeArrowheads="1"/>
          </p:cNvSpPr>
          <p:nvPr/>
        </p:nvSpPr>
        <p:spPr bwMode="auto">
          <a:xfrm>
            <a:off x="1219200" y="877888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入電</a:t>
            </a:r>
          </a:p>
        </p:txBody>
      </p:sp>
      <p:sp>
        <p:nvSpPr>
          <p:cNvPr id="11355" name="Text Box 91"/>
          <p:cNvSpPr txBox="1">
            <a:spLocks noChangeArrowheads="1"/>
          </p:cNvSpPr>
          <p:nvPr/>
        </p:nvSpPr>
        <p:spPr bwMode="auto">
          <a:xfrm>
            <a:off x="5308600" y="5334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 dirty="0">
                <a:solidFill>
                  <a:prstClr val="black"/>
                </a:solidFill>
                <a:latin typeface="ＭＳ Ｐゴシック"/>
              </a:rPr>
              <a:t>③</a:t>
            </a:r>
          </a:p>
        </p:txBody>
      </p:sp>
      <p:sp>
        <p:nvSpPr>
          <p:cNvPr id="11356" name="Text Box 92"/>
          <p:cNvSpPr txBox="1">
            <a:spLocks noChangeArrowheads="1"/>
          </p:cNvSpPr>
          <p:nvPr/>
        </p:nvSpPr>
        <p:spPr bwMode="auto">
          <a:xfrm>
            <a:off x="4330700" y="2514600"/>
            <a:ext cx="4572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 dirty="0">
                <a:solidFill>
                  <a:prstClr val="black"/>
                </a:solidFill>
                <a:latin typeface="ＭＳ Ｐゴシック"/>
              </a:rPr>
              <a:t>⑧’</a:t>
            </a:r>
          </a:p>
        </p:txBody>
      </p:sp>
      <p:sp>
        <p:nvSpPr>
          <p:cNvPr id="11357" name="Text Box 93"/>
          <p:cNvSpPr txBox="1">
            <a:spLocks noChangeArrowheads="1"/>
          </p:cNvSpPr>
          <p:nvPr/>
        </p:nvSpPr>
        <p:spPr bwMode="auto">
          <a:xfrm>
            <a:off x="5346700" y="2514600"/>
            <a:ext cx="4572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 dirty="0">
                <a:solidFill>
                  <a:prstClr val="black"/>
                </a:solidFill>
                <a:latin typeface="ＭＳ Ｐゴシック"/>
              </a:rPr>
              <a:t>⑨’</a:t>
            </a:r>
          </a:p>
        </p:txBody>
      </p:sp>
      <p:sp>
        <p:nvSpPr>
          <p:cNvPr id="11358" name="Text Box 94"/>
          <p:cNvSpPr txBox="1">
            <a:spLocks noChangeArrowheads="1"/>
          </p:cNvSpPr>
          <p:nvPr/>
        </p:nvSpPr>
        <p:spPr bwMode="auto">
          <a:xfrm>
            <a:off x="6781800" y="2514600"/>
            <a:ext cx="5334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⑩’</a:t>
            </a:r>
          </a:p>
        </p:txBody>
      </p:sp>
      <p:sp>
        <p:nvSpPr>
          <p:cNvPr id="11359" name="Text Box 95"/>
          <p:cNvSpPr txBox="1">
            <a:spLocks noChangeArrowheads="1"/>
          </p:cNvSpPr>
          <p:nvPr/>
        </p:nvSpPr>
        <p:spPr bwMode="auto">
          <a:xfrm>
            <a:off x="6781800" y="3124200"/>
            <a:ext cx="5334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⑪’</a:t>
            </a:r>
          </a:p>
        </p:txBody>
      </p:sp>
      <p:sp>
        <p:nvSpPr>
          <p:cNvPr id="96" name="Text Box 15"/>
          <p:cNvSpPr txBox="1">
            <a:spLocks noChangeArrowheads="1"/>
          </p:cNvSpPr>
          <p:nvPr/>
        </p:nvSpPr>
        <p:spPr bwMode="auto">
          <a:xfrm>
            <a:off x="407988" y="4200525"/>
            <a:ext cx="354012" cy="20891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eaVert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100" dirty="0">
                <a:solidFill>
                  <a:prstClr val="black"/>
                </a:solidFill>
                <a:latin typeface="ＭＳ Ｐゴシック"/>
              </a:rPr>
              <a:t>一連の呼処理に紐付くセッション</a:t>
            </a:r>
          </a:p>
        </p:txBody>
      </p:sp>
      <p:sp>
        <p:nvSpPr>
          <p:cNvPr id="81" name="Text Box 89"/>
          <p:cNvSpPr txBox="1">
            <a:spLocks noChangeArrowheads="1"/>
          </p:cNvSpPr>
          <p:nvPr/>
        </p:nvSpPr>
        <p:spPr bwMode="auto">
          <a:xfrm>
            <a:off x="1206500" y="2986088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終電</a:t>
            </a:r>
          </a:p>
        </p:txBody>
      </p:sp>
      <p:grpSp>
        <p:nvGrpSpPr>
          <p:cNvPr id="35892" name="Group 55"/>
          <p:cNvGrpSpPr>
            <a:grpSpLocks/>
          </p:cNvGrpSpPr>
          <p:nvPr/>
        </p:nvGrpSpPr>
        <p:grpSpPr bwMode="auto">
          <a:xfrm>
            <a:off x="1752600" y="4114800"/>
            <a:ext cx="6096000" cy="304800"/>
            <a:chOff x="1104" y="624"/>
            <a:chExt cx="3840" cy="192"/>
          </a:xfrm>
        </p:grpSpPr>
        <p:sp>
          <p:nvSpPr>
            <p:cNvPr id="11320" name="Line 56"/>
            <p:cNvSpPr>
              <a:spLocks noChangeShapeType="1"/>
            </p:cNvSpPr>
            <p:nvPr/>
          </p:nvSpPr>
          <p:spPr bwMode="auto">
            <a:xfrm>
              <a:off x="1104" y="624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  <p:sp>
          <p:nvSpPr>
            <p:cNvPr id="11321" name="Line 57"/>
            <p:cNvSpPr>
              <a:spLocks noChangeShapeType="1"/>
            </p:cNvSpPr>
            <p:nvPr/>
          </p:nvSpPr>
          <p:spPr bwMode="auto">
            <a:xfrm>
              <a:off x="494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  <p:sp>
          <p:nvSpPr>
            <p:cNvPr id="11322" name="Line 58"/>
            <p:cNvSpPr>
              <a:spLocks noChangeShapeType="1"/>
            </p:cNvSpPr>
            <p:nvPr/>
          </p:nvSpPr>
          <p:spPr bwMode="auto">
            <a:xfrm flipH="1">
              <a:off x="1104" y="816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</p:grpSp>
      <p:grpSp>
        <p:nvGrpSpPr>
          <p:cNvPr id="35893" name="Group 59"/>
          <p:cNvGrpSpPr>
            <a:grpSpLocks/>
          </p:cNvGrpSpPr>
          <p:nvPr/>
        </p:nvGrpSpPr>
        <p:grpSpPr bwMode="auto">
          <a:xfrm>
            <a:off x="1752600" y="5105400"/>
            <a:ext cx="6096000" cy="304800"/>
            <a:chOff x="1104" y="624"/>
            <a:chExt cx="3840" cy="192"/>
          </a:xfrm>
        </p:grpSpPr>
        <p:sp>
          <p:nvSpPr>
            <p:cNvPr id="11324" name="Line 60"/>
            <p:cNvSpPr>
              <a:spLocks noChangeShapeType="1"/>
            </p:cNvSpPr>
            <p:nvPr/>
          </p:nvSpPr>
          <p:spPr bwMode="auto">
            <a:xfrm>
              <a:off x="1104" y="624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  <p:sp>
          <p:nvSpPr>
            <p:cNvPr id="11325" name="Line 61"/>
            <p:cNvSpPr>
              <a:spLocks noChangeShapeType="1"/>
            </p:cNvSpPr>
            <p:nvPr/>
          </p:nvSpPr>
          <p:spPr bwMode="auto">
            <a:xfrm>
              <a:off x="494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  <p:sp>
          <p:nvSpPr>
            <p:cNvPr id="11326" name="Line 62"/>
            <p:cNvSpPr>
              <a:spLocks noChangeShapeType="1"/>
            </p:cNvSpPr>
            <p:nvPr/>
          </p:nvSpPr>
          <p:spPr bwMode="auto">
            <a:xfrm flipH="1">
              <a:off x="1104" y="816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</p:grpSp>
      <p:grpSp>
        <p:nvGrpSpPr>
          <p:cNvPr id="35894" name="Group 63"/>
          <p:cNvGrpSpPr>
            <a:grpSpLocks/>
          </p:cNvGrpSpPr>
          <p:nvPr/>
        </p:nvGrpSpPr>
        <p:grpSpPr bwMode="auto">
          <a:xfrm>
            <a:off x="1752600" y="6096000"/>
            <a:ext cx="6096000" cy="304800"/>
            <a:chOff x="1104" y="624"/>
            <a:chExt cx="3840" cy="192"/>
          </a:xfrm>
        </p:grpSpPr>
        <p:sp>
          <p:nvSpPr>
            <p:cNvPr id="11328" name="Line 64"/>
            <p:cNvSpPr>
              <a:spLocks noChangeShapeType="1"/>
            </p:cNvSpPr>
            <p:nvPr/>
          </p:nvSpPr>
          <p:spPr bwMode="auto">
            <a:xfrm>
              <a:off x="1104" y="624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  <p:sp>
          <p:nvSpPr>
            <p:cNvPr id="11329" name="Line 65"/>
            <p:cNvSpPr>
              <a:spLocks noChangeShapeType="1"/>
            </p:cNvSpPr>
            <p:nvPr/>
          </p:nvSpPr>
          <p:spPr bwMode="auto">
            <a:xfrm>
              <a:off x="494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  <p:sp>
          <p:nvSpPr>
            <p:cNvPr id="11330" name="Line 66"/>
            <p:cNvSpPr>
              <a:spLocks noChangeShapeType="1"/>
            </p:cNvSpPr>
            <p:nvPr/>
          </p:nvSpPr>
          <p:spPr bwMode="auto">
            <a:xfrm flipH="1">
              <a:off x="1104" y="816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</p:grpSp>
      <p:sp>
        <p:nvSpPr>
          <p:cNvPr id="85" name="Text Box 86"/>
          <p:cNvSpPr txBox="1">
            <a:spLocks noChangeArrowheads="1"/>
          </p:cNvSpPr>
          <p:nvPr/>
        </p:nvSpPr>
        <p:spPr bwMode="auto">
          <a:xfrm>
            <a:off x="1231900" y="4152900"/>
            <a:ext cx="533400" cy="274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入電</a:t>
            </a:r>
          </a:p>
        </p:txBody>
      </p:sp>
      <p:sp>
        <p:nvSpPr>
          <p:cNvPr id="86" name="Text Box 89"/>
          <p:cNvSpPr txBox="1">
            <a:spLocks noChangeArrowheads="1"/>
          </p:cNvSpPr>
          <p:nvPr/>
        </p:nvSpPr>
        <p:spPr bwMode="auto">
          <a:xfrm>
            <a:off x="1219200" y="6248400"/>
            <a:ext cx="533400" cy="274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終電</a:t>
            </a:r>
          </a:p>
        </p:txBody>
      </p:sp>
      <p:sp>
        <p:nvSpPr>
          <p:cNvPr id="77" name="Text Box 16"/>
          <p:cNvSpPr txBox="1">
            <a:spLocks noChangeArrowheads="1"/>
          </p:cNvSpPr>
          <p:nvPr/>
        </p:nvSpPr>
        <p:spPr bwMode="auto">
          <a:xfrm>
            <a:off x="5508625" y="74613"/>
            <a:ext cx="1555750" cy="2778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HTTPS</a:t>
            </a: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セッション</a:t>
            </a:r>
          </a:p>
        </p:txBody>
      </p:sp>
    </p:spTree>
    <p:extLst>
      <p:ext uri="{BB962C8B-B14F-4D97-AF65-F5344CB8AC3E}">
        <p14:creationId xmlns:p14="http://schemas.microsoft.com/office/powerpoint/2010/main" val="1136344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 smtClean="0"/>
              <a:t>03</a:t>
            </a:r>
            <a:r>
              <a:rPr lang="ja-JP" altLang="en-US" dirty="0" smtClean="0"/>
              <a:t>　システム障害設計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 smtClean="0">
                <a:latin typeface="ＭＳ Ｐゴシック" pitchFamily="50" charset="-128"/>
                <a:ea typeface="ＭＳ Ｐゴシック" pitchFamily="50" charset="-128"/>
              </a:rPr>
              <a:t>3-1. </a:t>
            </a:r>
            <a:r>
              <a:rPr lang="ja-JP" altLang="en-US" dirty="0" smtClean="0">
                <a:latin typeface="ＭＳ Ｐゴシック" pitchFamily="50" charset="-128"/>
                <a:ea typeface="ＭＳ Ｐゴシック" pitchFamily="50" charset="-128"/>
              </a:rPr>
              <a:t>正常系処理</a:t>
            </a:r>
            <a:endParaRPr lang="en-US" altLang="ja-JP" dirty="0" smtClean="0">
              <a:latin typeface="ＭＳ Ｐゴシック" pitchFamily="50" charset="-128"/>
              <a:ea typeface="ＭＳ Ｐゴシック" pitchFamily="50" charset="-128"/>
            </a:endParaRPr>
          </a:p>
          <a:p>
            <a:r>
              <a:rPr lang="ja-JP" altLang="en-US" dirty="0">
                <a:latin typeface="ＭＳ Ｐゴシック" pitchFamily="50" charset="-128"/>
                <a:ea typeface="ＭＳ Ｐゴシック" pitchFamily="50" charset="-128"/>
              </a:rPr>
              <a:t>正常時音声フローマッピング</a:t>
            </a:r>
            <a:endParaRPr kumimoji="1"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777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角丸四角形 120"/>
          <p:cNvSpPr/>
          <p:nvPr/>
        </p:nvSpPr>
        <p:spPr>
          <a:xfrm>
            <a:off x="679450" y="2069951"/>
            <a:ext cx="1143000" cy="1000125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kumimoji="0" lang="en-US" altLang="ja-JP" sz="1200" kern="0" dirty="0">
                <a:solidFill>
                  <a:srgbClr val="000000"/>
                </a:solidFill>
                <a:latin typeface="Arial"/>
              </a:rPr>
              <a:t>PBX</a:t>
            </a:r>
            <a:endParaRPr kumimoji="0" lang="ja-JP" altLang="en-US" sz="1200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角丸四角形 121"/>
          <p:cNvSpPr/>
          <p:nvPr/>
        </p:nvSpPr>
        <p:spPr>
          <a:xfrm>
            <a:off x="3732213" y="1971675"/>
            <a:ext cx="1143000" cy="1000125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200" kern="0" dirty="0">
                <a:solidFill>
                  <a:srgbClr val="000000"/>
                </a:solidFill>
                <a:latin typeface="Arial"/>
              </a:rPr>
              <a:t>MPP#1</a:t>
            </a:r>
            <a:endParaRPr kumimoji="0" lang="ja-JP" altLang="en-US" sz="1200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角丸四角形 122"/>
          <p:cNvSpPr/>
          <p:nvPr/>
        </p:nvSpPr>
        <p:spPr>
          <a:xfrm>
            <a:off x="3732213" y="3913188"/>
            <a:ext cx="1143000" cy="1000125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200" kern="0" dirty="0">
                <a:solidFill>
                  <a:srgbClr val="000000"/>
                </a:solidFill>
                <a:latin typeface="Arial"/>
              </a:rPr>
              <a:t>MPP#2</a:t>
            </a:r>
            <a:endParaRPr kumimoji="0" lang="ja-JP" altLang="en-US" sz="1200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角丸四角形 124"/>
          <p:cNvSpPr/>
          <p:nvPr/>
        </p:nvSpPr>
        <p:spPr>
          <a:xfrm>
            <a:off x="6710363" y="1978822"/>
            <a:ext cx="1143000" cy="1000125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200" kern="0" dirty="0">
                <a:solidFill>
                  <a:srgbClr val="000000"/>
                </a:solidFill>
                <a:latin typeface="Arial"/>
              </a:rPr>
              <a:t>WAS#1</a:t>
            </a:r>
            <a:endParaRPr kumimoji="0" lang="ja-JP" altLang="en-US" sz="1200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円/楕円 125"/>
          <p:cNvSpPr/>
          <p:nvPr/>
        </p:nvSpPr>
        <p:spPr>
          <a:xfrm>
            <a:off x="6753350" y="2350297"/>
            <a:ext cx="1058862" cy="428625"/>
          </a:xfrm>
          <a:prstGeom prst="ellipse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/>
          <a:lstStyle/>
          <a:p>
            <a:pPr algn="ctr">
              <a:lnSpc>
                <a:spcPts val="900"/>
              </a:lnSpc>
              <a:defRPr/>
            </a:pPr>
            <a:r>
              <a:rPr kumimoji="0" lang="ja-JP" altLang="en-US" sz="1100" kern="0" dirty="0" smtClean="0">
                <a:solidFill>
                  <a:srgbClr val="FFFFFF"/>
                </a:solidFill>
                <a:latin typeface="Arial"/>
              </a:rPr>
              <a:t>音声</a:t>
            </a:r>
            <a:endParaRPr kumimoji="0" lang="en-US" altLang="ja-JP" sz="1100" kern="0" dirty="0" smtClean="0">
              <a:solidFill>
                <a:srgbClr val="FFFFFF"/>
              </a:solidFill>
              <a:latin typeface="Arial"/>
            </a:endParaRPr>
          </a:p>
          <a:p>
            <a:pPr algn="ctr">
              <a:defRPr/>
            </a:pPr>
            <a:r>
              <a:rPr kumimoji="0" lang="ja-JP" altLang="en-US" sz="1100" kern="0" dirty="0" smtClean="0">
                <a:solidFill>
                  <a:srgbClr val="FFFFFF"/>
                </a:solidFill>
                <a:latin typeface="Arial"/>
              </a:rPr>
              <a:t>フロー</a:t>
            </a:r>
            <a:endParaRPr kumimoji="0" lang="ja-JP" altLang="en-US" sz="11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角丸四角形 126"/>
          <p:cNvSpPr/>
          <p:nvPr/>
        </p:nvSpPr>
        <p:spPr>
          <a:xfrm>
            <a:off x="6708776" y="3962401"/>
            <a:ext cx="1143000" cy="1000125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200" kern="0" dirty="0">
                <a:solidFill>
                  <a:srgbClr val="000000"/>
                </a:solidFill>
                <a:latin typeface="Arial"/>
              </a:rPr>
              <a:t>WAS#2</a:t>
            </a:r>
            <a:endParaRPr kumimoji="0" lang="ja-JP" altLang="en-US" sz="1200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角丸四角形 128"/>
          <p:cNvSpPr/>
          <p:nvPr/>
        </p:nvSpPr>
        <p:spPr>
          <a:xfrm>
            <a:off x="679450" y="3962699"/>
            <a:ext cx="1143000" cy="1000125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200" kern="0" dirty="0" smtClean="0">
                <a:solidFill>
                  <a:srgbClr val="000000"/>
                </a:solidFill>
                <a:latin typeface="Arial"/>
              </a:rPr>
              <a:t>EPM</a:t>
            </a:r>
            <a:endParaRPr kumimoji="0" lang="ja-JP" altLang="en-US" sz="1200" kern="0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5067" name="直線矢印コネクタ 129"/>
          <p:cNvCxnSpPr>
            <a:cxnSpLocks noChangeShapeType="1"/>
            <a:stCxn id="121" idx="3"/>
            <a:endCxn id="284" idx="2"/>
          </p:cNvCxnSpPr>
          <p:nvPr/>
        </p:nvCxnSpPr>
        <p:spPr bwMode="auto">
          <a:xfrm flipV="1">
            <a:off x="1822450" y="2568576"/>
            <a:ext cx="1962150" cy="14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8" name="直線矢印コネクタ 130"/>
          <p:cNvCxnSpPr>
            <a:cxnSpLocks noChangeShapeType="1"/>
            <a:stCxn id="121" idx="3"/>
            <a:endCxn id="285" idx="2"/>
          </p:cNvCxnSpPr>
          <p:nvPr/>
        </p:nvCxnSpPr>
        <p:spPr bwMode="auto">
          <a:xfrm>
            <a:off x="1822450" y="2570014"/>
            <a:ext cx="1949450" cy="19813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0" name="直線矢印コネクタ 132"/>
          <p:cNvCxnSpPr>
            <a:cxnSpLocks noChangeShapeType="1"/>
            <a:stCxn id="284" idx="6"/>
            <a:endCxn id="126" idx="2"/>
          </p:cNvCxnSpPr>
          <p:nvPr/>
        </p:nvCxnSpPr>
        <p:spPr bwMode="auto">
          <a:xfrm flipV="1">
            <a:off x="4843463" y="2564610"/>
            <a:ext cx="1909887" cy="3966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1" name="直線矢印コネクタ 133"/>
          <p:cNvCxnSpPr>
            <a:cxnSpLocks noChangeShapeType="1"/>
            <a:stCxn id="284" idx="6"/>
            <a:endCxn id="232" idx="2"/>
          </p:cNvCxnSpPr>
          <p:nvPr/>
        </p:nvCxnSpPr>
        <p:spPr bwMode="auto">
          <a:xfrm>
            <a:off x="4843463" y="2568576"/>
            <a:ext cx="1906588" cy="20018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3" name="直線矢印コネクタ 135"/>
          <p:cNvCxnSpPr>
            <a:cxnSpLocks noChangeShapeType="1"/>
            <a:stCxn id="285" idx="6"/>
            <a:endCxn id="126" idx="2"/>
          </p:cNvCxnSpPr>
          <p:nvPr/>
        </p:nvCxnSpPr>
        <p:spPr bwMode="auto">
          <a:xfrm flipV="1">
            <a:off x="4830763" y="2564610"/>
            <a:ext cx="1922587" cy="1986754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4" name="直線矢印コネクタ 136"/>
          <p:cNvCxnSpPr>
            <a:cxnSpLocks noChangeShapeType="1"/>
            <a:stCxn id="285" idx="6"/>
            <a:endCxn id="232" idx="2"/>
          </p:cNvCxnSpPr>
          <p:nvPr/>
        </p:nvCxnSpPr>
        <p:spPr bwMode="auto">
          <a:xfrm>
            <a:off x="4830763" y="4551364"/>
            <a:ext cx="1919288" cy="19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9" name="直線矢印コネクタ 141"/>
          <p:cNvCxnSpPr>
            <a:cxnSpLocks noChangeShapeType="1"/>
            <a:stCxn id="287" idx="6"/>
            <a:endCxn id="284" idx="2"/>
          </p:cNvCxnSpPr>
          <p:nvPr/>
        </p:nvCxnSpPr>
        <p:spPr bwMode="auto">
          <a:xfrm flipV="1">
            <a:off x="1790700" y="2568576"/>
            <a:ext cx="1993900" cy="1973561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0" name="直線矢印コネクタ 142"/>
          <p:cNvCxnSpPr>
            <a:cxnSpLocks noChangeShapeType="1"/>
            <a:stCxn id="287" idx="6"/>
            <a:endCxn id="285" idx="2"/>
          </p:cNvCxnSpPr>
          <p:nvPr/>
        </p:nvCxnSpPr>
        <p:spPr bwMode="auto">
          <a:xfrm>
            <a:off x="1790700" y="4542137"/>
            <a:ext cx="1981200" cy="922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7" name="テキスト ボックス 32"/>
          <p:cNvSpPr txBox="1">
            <a:spLocks noChangeArrowheads="1"/>
          </p:cNvSpPr>
          <p:nvPr/>
        </p:nvSpPr>
        <p:spPr bwMode="auto">
          <a:xfrm>
            <a:off x="877490" y="400992"/>
            <a:ext cx="2184400" cy="276225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>
              <a:defRPr/>
            </a:pPr>
            <a:r>
              <a:rPr lang="ja-JP" altLang="en-US" sz="1200" kern="0" dirty="0" smtClean="0">
                <a:solidFill>
                  <a:srgbClr val="000000"/>
                </a:solidFill>
              </a:rPr>
              <a:t>・・・・・・数字の内線番号への呼</a:t>
            </a:r>
          </a:p>
        </p:txBody>
      </p:sp>
      <p:sp>
        <p:nvSpPr>
          <p:cNvPr id="159" name="角丸四角形 158"/>
          <p:cNvSpPr/>
          <p:nvPr/>
        </p:nvSpPr>
        <p:spPr>
          <a:xfrm>
            <a:off x="3178175" y="1603375"/>
            <a:ext cx="2249488" cy="357188"/>
          </a:xfrm>
          <a:prstGeom prst="roundRect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kumimoji="0" lang="ja-JP" altLang="en-US" sz="1200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角丸四角形 159"/>
          <p:cNvSpPr/>
          <p:nvPr/>
        </p:nvSpPr>
        <p:spPr>
          <a:xfrm>
            <a:off x="3178175" y="3548063"/>
            <a:ext cx="2249488" cy="357188"/>
          </a:xfrm>
          <a:prstGeom prst="roundRect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kumimoji="0" lang="ja-JP" altLang="en-US" sz="1200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円/楕円 161"/>
          <p:cNvSpPr/>
          <p:nvPr/>
        </p:nvSpPr>
        <p:spPr>
          <a:xfrm>
            <a:off x="3205163" y="1638300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>
                <a:solidFill>
                  <a:prstClr val="black"/>
                </a:solidFill>
                <a:latin typeface="Arial"/>
              </a:rPr>
              <a:t>1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63" name="円/楕円 162"/>
          <p:cNvSpPr/>
          <p:nvPr/>
        </p:nvSpPr>
        <p:spPr>
          <a:xfrm>
            <a:off x="3508375" y="1638300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prstClr val="black"/>
                </a:solidFill>
                <a:latin typeface="Arial"/>
              </a:rPr>
              <a:t>3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64" name="テキスト ボックス 58"/>
          <p:cNvSpPr txBox="1">
            <a:spLocks noChangeArrowheads="1"/>
          </p:cNvSpPr>
          <p:nvPr/>
        </p:nvSpPr>
        <p:spPr bwMode="auto">
          <a:xfrm>
            <a:off x="3657352" y="1662113"/>
            <a:ext cx="530225" cy="369887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>
              <a:defRPr/>
            </a:pPr>
            <a:r>
              <a:rPr lang="ja-JP" altLang="en-US" sz="1200" kern="0" dirty="0" smtClean="0">
                <a:solidFill>
                  <a:srgbClr val="000000"/>
                </a:solidFill>
              </a:rPr>
              <a:t>・・・</a:t>
            </a:r>
          </a:p>
        </p:txBody>
      </p:sp>
      <p:sp>
        <p:nvSpPr>
          <p:cNvPr id="165" name="円/楕円 164"/>
          <p:cNvSpPr/>
          <p:nvPr/>
        </p:nvSpPr>
        <p:spPr>
          <a:xfrm>
            <a:off x="3179763" y="3579813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>
                <a:solidFill>
                  <a:prstClr val="black"/>
                </a:solidFill>
                <a:latin typeface="Arial"/>
              </a:rPr>
              <a:t>2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66" name="円/楕円 165"/>
          <p:cNvSpPr/>
          <p:nvPr/>
        </p:nvSpPr>
        <p:spPr>
          <a:xfrm>
            <a:off x="3475038" y="3579813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>
                <a:solidFill>
                  <a:prstClr val="black"/>
                </a:solidFill>
                <a:latin typeface="Arial"/>
              </a:rPr>
              <a:t>4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67" name="テキスト ボックス 58"/>
          <p:cNvSpPr txBox="1">
            <a:spLocks noChangeArrowheads="1"/>
          </p:cNvSpPr>
          <p:nvPr/>
        </p:nvSpPr>
        <p:spPr bwMode="auto">
          <a:xfrm>
            <a:off x="3627438" y="3584576"/>
            <a:ext cx="530225" cy="369887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>
              <a:defRPr/>
            </a:pPr>
            <a:r>
              <a:rPr lang="ja-JP" altLang="en-US" sz="1200" kern="0" smtClean="0">
                <a:solidFill>
                  <a:srgbClr val="000000"/>
                </a:solidFill>
              </a:rPr>
              <a:t>・・・</a:t>
            </a:r>
          </a:p>
        </p:txBody>
      </p:sp>
      <p:sp>
        <p:nvSpPr>
          <p:cNvPr id="173" name="円/楕円 172"/>
          <p:cNvSpPr/>
          <p:nvPr/>
        </p:nvSpPr>
        <p:spPr>
          <a:xfrm>
            <a:off x="5122863" y="1636713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200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円/楕円 173"/>
          <p:cNvSpPr/>
          <p:nvPr/>
        </p:nvSpPr>
        <p:spPr>
          <a:xfrm>
            <a:off x="4829175" y="1641475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198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円/楕円 174"/>
          <p:cNvSpPr/>
          <p:nvPr/>
        </p:nvSpPr>
        <p:spPr>
          <a:xfrm>
            <a:off x="5094288" y="3578226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199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円/楕円 175"/>
          <p:cNvSpPr/>
          <p:nvPr/>
        </p:nvSpPr>
        <p:spPr>
          <a:xfrm>
            <a:off x="4805363" y="3582988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197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円/楕円 225"/>
          <p:cNvSpPr/>
          <p:nvPr/>
        </p:nvSpPr>
        <p:spPr>
          <a:xfrm>
            <a:off x="4026694" y="1638300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prstClr val="black"/>
                </a:solidFill>
                <a:latin typeface="Arial"/>
              </a:rPr>
              <a:t>99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27" name="テキスト ボックス 58"/>
          <p:cNvSpPr txBox="1">
            <a:spLocks noChangeArrowheads="1"/>
          </p:cNvSpPr>
          <p:nvPr/>
        </p:nvSpPr>
        <p:spPr bwMode="auto">
          <a:xfrm>
            <a:off x="4468813" y="1647825"/>
            <a:ext cx="530225" cy="369888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>
              <a:defRPr/>
            </a:pPr>
            <a:r>
              <a:rPr lang="ja-JP" altLang="en-US" sz="1200" kern="0" dirty="0" smtClean="0">
                <a:solidFill>
                  <a:srgbClr val="000000"/>
                </a:solidFill>
              </a:rPr>
              <a:t>・・・</a:t>
            </a:r>
          </a:p>
        </p:txBody>
      </p:sp>
      <p:sp>
        <p:nvSpPr>
          <p:cNvPr id="228" name="テキスト ボックス 58"/>
          <p:cNvSpPr txBox="1">
            <a:spLocks noChangeArrowheads="1"/>
          </p:cNvSpPr>
          <p:nvPr/>
        </p:nvSpPr>
        <p:spPr bwMode="auto">
          <a:xfrm>
            <a:off x="4435475" y="3578226"/>
            <a:ext cx="530225" cy="369887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>
              <a:defRPr/>
            </a:pPr>
            <a:r>
              <a:rPr lang="ja-JP" altLang="en-US" sz="1200" kern="0" smtClean="0">
                <a:solidFill>
                  <a:srgbClr val="000000"/>
                </a:solidFill>
              </a:rPr>
              <a:t>・・・</a:t>
            </a:r>
          </a:p>
        </p:txBody>
      </p:sp>
      <p:sp>
        <p:nvSpPr>
          <p:cNvPr id="232" name="円/楕円 231"/>
          <p:cNvSpPr/>
          <p:nvPr/>
        </p:nvSpPr>
        <p:spPr>
          <a:xfrm>
            <a:off x="6750051" y="4356101"/>
            <a:ext cx="1060450" cy="428625"/>
          </a:xfrm>
          <a:prstGeom prst="ellipse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/>
          <a:lstStyle/>
          <a:p>
            <a:pPr algn="ctr">
              <a:lnSpc>
                <a:spcPts val="900"/>
              </a:lnSpc>
              <a:defRPr/>
            </a:pPr>
            <a:r>
              <a:rPr kumimoji="0" lang="ja-JP" altLang="en-US" sz="1100" kern="0" dirty="0" smtClean="0">
                <a:solidFill>
                  <a:srgbClr val="FFFFFF"/>
                </a:solidFill>
                <a:latin typeface="Arial"/>
              </a:rPr>
              <a:t>音声</a:t>
            </a:r>
            <a:endParaRPr kumimoji="0" lang="en-US" altLang="ja-JP" sz="1100" kern="0" dirty="0" smtClean="0">
              <a:solidFill>
                <a:srgbClr val="FFFFFF"/>
              </a:solidFill>
              <a:latin typeface="Arial"/>
            </a:endParaRPr>
          </a:p>
          <a:p>
            <a:pPr algn="ctr">
              <a:defRPr/>
            </a:pPr>
            <a:r>
              <a:rPr kumimoji="0" lang="ja-JP" altLang="en-US" sz="1100" kern="0" dirty="0" smtClean="0">
                <a:solidFill>
                  <a:srgbClr val="FFFFFF"/>
                </a:solidFill>
                <a:latin typeface="Arial"/>
              </a:rPr>
              <a:t>フロー</a:t>
            </a:r>
            <a:endParaRPr kumimoji="0" lang="ja-JP" altLang="en-US" sz="1100" kern="0" dirty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6" name="グループ化 25"/>
          <p:cNvGrpSpPr/>
          <p:nvPr/>
        </p:nvGrpSpPr>
        <p:grpSpPr>
          <a:xfrm>
            <a:off x="298052" y="763588"/>
            <a:ext cx="2552700" cy="898525"/>
            <a:chOff x="-292100" y="1668463"/>
            <a:chExt cx="2552700" cy="898525"/>
          </a:xfrm>
        </p:grpSpPr>
        <p:sp>
          <p:nvSpPr>
            <p:cNvPr id="145" name="角丸四角形 144"/>
            <p:cNvSpPr/>
            <p:nvPr/>
          </p:nvSpPr>
          <p:spPr>
            <a:xfrm>
              <a:off x="-292100" y="1668463"/>
              <a:ext cx="2552700" cy="881062"/>
            </a:xfrm>
            <a:prstGeom prst="roundRect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kumimoji="0" lang="ja-JP" altLang="en-US" sz="1200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" name="円/楕円 145"/>
            <p:cNvSpPr/>
            <p:nvPr/>
          </p:nvSpPr>
          <p:spPr>
            <a:xfrm>
              <a:off x="1588" y="1766888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>
                  <a:solidFill>
                    <a:prstClr val="black"/>
                  </a:solidFill>
                  <a:latin typeface="Arial"/>
                </a:rPr>
                <a:t>1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47" name="円/楕円 146"/>
            <p:cNvSpPr/>
            <p:nvPr/>
          </p:nvSpPr>
          <p:spPr>
            <a:xfrm>
              <a:off x="314325" y="1766888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>
                  <a:solidFill>
                    <a:prstClr val="black"/>
                  </a:solidFill>
                  <a:latin typeface="Arial"/>
                </a:rPr>
                <a:t>2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48" name="円/楕円 147"/>
            <p:cNvSpPr/>
            <p:nvPr/>
          </p:nvSpPr>
          <p:spPr>
            <a:xfrm>
              <a:off x="635000" y="1766888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>
                  <a:solidFill>
                    <a:prstClr val="black"/>
                  </a:solidFill>
                  <a:latin typeface="Arial"/>
                </a:rPr>
                <a:t>3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49" name="円/楕円 148"/>
            <p:cNvSpPr/>
            <p:nvPr/>
          </p:nvSpPr>
          <p:spPr>
            <a:xfrm>
              <a:off x="938213" y="1766888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>
                  <a:solidFill>
                    <a:prstClr val="black"/>
                  </a:solidFill>
                  <a:latin typeface="Arial"/>
                </a:rPr>
                <a:t>4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50" name="テキスト ボックス 58"/>
            <p:cNvSpPr txBox="1">
              <a:spLocks noChangeArrowheads="1"/>
            </p:cNvSpPr>
            <p:nvPr/>
          </p:nvSpPr>
          <p:spPr bwMode="auto">
            <a:xfrm>
              <a:off x="1154113" y="1765300"/>
              <a:ext cx="530225" cy="36988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9pPr>
            </a:lstStyle>
            <a:p>
              <a:pPr algn="ctr">
                <a:defRPr/>
              </a:pPr>
              <a:r>
                <a:rPr lang="ja-JP" altLang="en-US" sz="1200" kern="0" smtClean="0">
                  <a:solidFill>
                    <a:srgbClr val="000000"/>
                  </a:solidFill>
                </a:rPr>
                <a:t>・・・</a:t>
              </a:r>
            </a:p>
          </p:txBody>
        </p:sp>
        <p:sp>
          <p:nvSpPr>
            <p:cNvPr id="171" name="テキスト ボックス 58"/>
            <p:cNvSpPr txBox="1">
              <a:spLocks noChangeArrowheads="1"/>
            </p:cNvSpPr>
            <p:nvPr/>
          </p:nvSpPr>
          <p:spPr bwMode="auto">
            <a:xfrm>
              <a:off x="628650" y="2197100"/>
              <a:ext cx="530225" cy="36988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9pPr>
            </a:lstStyle>
            <a:p>
              <a:pPr algn="ctr">
                <a:defRPr/>
              </a:pPr>
              <a:r>
                <a:rPr lang="ja-JP" altLang="en-US" sz="1200" kern="0" smtClean="0">
                  <a:solidFill>
                    <a:srgbClr val="000000"/>
                  </a:solidFill>
                </a:rPr>
                <a:t>・・・</a:t>
              </a:r>
            </a:p>
          </p:txBody>
        </p:sp>
        <p:sp>
          <p:nvSpPr>
            <p:cNvPr id="180" name="円/楕円 179"/>
            <p:cNvSpPr/>
            <p:nvPr/>
          </p:nvSpPr>
          <p:spPr>
            <a:xfrm>
              <a:off x="1541463" y="1755775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prstClr val="black"/>
                  </a:solidFill>
                  <a:latin typeface="Arial"/>
                </a:rPr>
                <a:t>100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248" name="円/楕円 247"/>
            <p:cNvSpPr/>
            <p:nvPr/>
          </p:nvSpPr>
          <p:spPr>
            <a:xfrm>
              <a:off x="1588" y="2146300"/>
              <a:ext cx="285750" cy="28575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prstClr val="white"/>
                  </a:solidFill>
                  <a:latin typeface="Arial"/>
                </a:rPr>
                <a:t>101</a:t>
              </a:r>
              <a:endParaRPr kumimoji="0" lang="ja-JP" altLang="en-US" sz="900" kern="0" dirty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49" name="円/楕円 248"/>
            <p:cNvSpPr/>
            <p:nvPr/>
          </p:nvSpPr>
          <p:spPr>
            <a:xfrm>
              <a:off x="314325" y="2146300"/>
              <a:ext cx="285750" cy="28575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prstClr val="white"/>
                  </a:solidFill>
                  <a:latin typeface="Arial"/>
                </a:rPr>
                <a:t>102</a:t>
              </a:r>
              <a:endParaRPr kumimoji="0" lang="ja-JP" altLang="en-US" sz="900" kern="0" dirty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50" name="円/楕円 249"/>
            <p:cNvSpPr/>
            <p:nvPr/>
          </p:nvSpPr>
          <p:spPr>
            <a:xfrm>
              <a:off x="1217613" y="2168525"/>
              <a:ext cx="285750" cy="28575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prstClr val="white"/>
                  </a:solidFill>
                  <a:latin typeface="Arial"/>
                </a:rPr>
                <a:t>199</a:t>
              </a:r>
              <a:endParaRPr kumimoji="0" lang="ja-JP" altLang="en-US" sz="900" kern="0" dirty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51" name="円/楕円 250"/>
            <p:cNvSpPr/>
            <p:nvPr/>
          </p:nvSpPr>
          <p:spPr>
            <a:xfrm>
              <a:off x="1520825" y="2168525"/>
              <a:ext cx="285750" cy="28575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prstClr val="white"/>
                  </a:solidFill>
                  <a:latin typeface="Arial"/>
                </a:rPr>
                <a:t>200</a:t>
              </a:r>
              <a:endParaRPr kumimoji="0" lang="ja-JP" altLang="en-US" sz="900" kern="0" dirty="0">
                <a:solidFill>
                  <a:prstClr val="white"/>
                </a:solidFill>
                <a:latin typeface="Arial"/>
              </a:endParaRPr>
            </a:p>
          </p:txBody>
        </p:sp>
      </p:grpSp>
      <p:sp>
        <p:nvSpPr>
          <p:cNvPr id="252" name="円/楕円 251"/>
          <p:cNvSpPr/>
          <p:nvPr/>
        </p:nvSpPr>
        <p:spPr>
          <a:xfrm>
            <a:off x="292497" y="388292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55" name="円/楕円 254"/>
          <p:cNvSpPr/>
          <p:nvPr/>
        </p:nvSpPr>
        <p:spPr>
          <a:xfrm>
            <a:off x="634603" y="388292"/>
            <a:ext cx="285750" cy="28575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kumimoji="0" lang="ja-JP" altLang="en-US" sz="900" kern="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284" name="円/楕円 283"/>
          <p:cNvSpPr/>
          <p:nvPr/>
        </p:nvSpPr>
        <p:spPr>
          <a:xfrm>
            <a:off x="3784600" y="2354263"/>
            <a:ext cx="1058863" cy="428625"/>
          </a:xfrm>
          <a:prstGeom prst="ellipse">
            <a:avLst/>
          </a:prstGeom>
          <a:solidFill>
            <a:srgbClr val="66FFCC"/>
          </a:solidFill>
          <a:ln w="25400" cap="flat" cmpd="sng" algn="ctr">
            <a:noFill/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100" kern="0" dirty="0">
                <a:solidFill>
                  <a:prstClr val="black"/>
                </a:solidFill>
                <a:latin typeface="Arial"/>
              </a:rPr>
              <a:t>MPP</a:t>
            </a:r>
            <a:endParaRPr kumimoji="0" lang="ja-JP" altLang="en-US" sz="11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85" name="円/楕円 284"/>
          <p:cNvSpPr/>
          <p:nvPr/>
        </p:nvSpPr>
        <p:spPr>
          <a:xfrm>
            <a:off x="3771900" y="4337051"/>
            <a:ext cx="1058863" cy="428625"/>
          </a:xfrm>
          <a:prstGeom prst="ellipse">
            <a:avLst/>
          </a:prstGeom>
          <a:solidFill>
            <a:srgbClr val="66FFCC"/>
          </a:solidFill>
          <a:ln w="25400" cap="flat" cmpd="sng" algn="ctr">
            <a:noFill/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100" kern="0" dirty="0">
                <a:solidFill>
                  <a:prstClr val="black"/>
                </a:solidFill>
                <a:latin typeface="Arial"/>
              </a:rPr>
              <a:t>MPP</a:t>
            </a:r>
            <a:endParaRPr kumimoji="0" lang="ja-JP" altLang="en-US" sz="11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87" name="円/楕円 286"/>
          <p:cNvSpPr/>
          <p:nvPr/>
        </p:nvSpPr>
        <p:spPr>
          <a:xfrm>
            <a:off x="731838" y="4327824"/>
            <a:ext cx="1058862" cy="428625"/>
          </a:xfrm>
          <a:prstGeom prst="ellipse">
            <a:avLst/>
          </a:prstGeom>
          <a:solidFill>
            <a:srgbClr val="66FFCC"/>
          </a:solidFill>
          <a:ln w="25400" cap="flat" cmpd="sng" algn="ctr">
            <a:noFill/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100" kern="0" dirty="0" smtClean="0">
                <a:solidFill>
                  <a:prstClr val="black"/>
                </a:solidFill>
                <a:latin typeface="Arial"/>
              </a:rPr>
              <a:t>EPM</a:t>
            </a:r>
            <a:endParaRPr kumimoji="0" lang="ja-JP" altLang="en-US" sz="11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45177" name="テキスト ボックス 305"/>
          <p:cNvSpPr txBox="1">
            <a:spLocks noChangeArrowheads="1"/>
          </p:cNvSpPr>
          <p:nvPr/>
        </p:nvSpPr>
        <p:spPr bwMode="auto">
          <a:xfrm>
            <a:off x="1786409" y="4057652"/>
            <a:ext cx="3381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ja-JP" altLang="en-US" sz="1200" dirty="0" smtClean="0">
                <a:solidFill>
                  <a:prstClr val="black"/>
                </a:solidFill>
              </a:rPr>
              <a:t>①</a:t>
            </a:r>
          </a:p>
        </p:txBody>
      </p:sp>
      <p:sp>
        <p:nvSpPr>
          <p:cNvPr id="45178" name="テキスト ボックス 306"/>
          <p:cNvSpPr txBox="1">
            <a:spLocks noChangeArrowheads="1"/>
          </p:cNvSpPr>
          <p:nvPr/>
        </p:nvSpPr>
        <p:spPr bwMode="auto">
          <a:xfrm>
            <a:off x="2023666" y="4294189"/>
            <a:ext cx="3381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ja-JP" altLang="en-US" sz="1200" dirty="0" smtClean="0">
                <a:solidFill>
                  <a:prstClr val="black"/>
                </a:solidFill>
              </a:rPr>
              <a:t>①</a:t>
            </a:r>
          </a:p>
        </p:txBody>
      </p:sp>
      <p:grpSp>
        <p:nvGrpSpPr>
          <p:cNvPr id="15" name="グループ化 14"/>
          <p:cNvGrpSpPr/>
          <p:nvPr/>
        </p:nvGrpSpPr>
        <p:grpSpPr>
          <a:xfrm>
            <a:off x="6559342" y="1155704"/>
            <a:ext cx="2481471" cy="828674"/>
            <a:chOff x="6929229" y="765971"/>
            <a:chExt cx="2481471" cy="828674"/>
          </a:xfrm>
        </p:grpSpPr>
        <p:sp>
          <p:nvSpPr>
            <p:cNvPr id="179" name="角丸四角形 178"/>
            <p:cNvSpPr/>
            <p:nvPr/>
          </p:nvSpPr>
          <p:spPr>
            <a:xfrm>
              <a:off x="7304088" y="765971"/>
              <a:ext cx="2106612" cy="357187"/>
            </a:xfrm>
            <a:prstGeom prst="roundRect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kumimoji="0" lang="ja-JP" altLang="en-US" sz="1200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4" name="円/楕円 183"/>
            <p:cNvSpPr/>
            <p:nvPr/>
          </p:nvSpPr>
          <p:spPr>
            <a:xfrm>
              <a:off x="7423150" y="794546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>
                  <a:solidFill>
                    <a:prstClr val="black"/>
                  </a:solidFill>
                  <a:latin typeface="Arial"/>
                </a:rPr>
                <a:t>1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85" name="円/楕円 184"/>
            <p:cNvSpPr/>
            <p:nvPr/>
          </p:nvSpPr>
          <p:spPr>
            <a:xfrm>
              <a:off x="7734300" y="794546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>
                  <a:solidFill>
                    <a:prstClr val="black"/>
                  </a:solidFill>
                  <a:latin typeface="Arial"/>
                </a:rPr>
                <a:t>2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86" name="円/楕円 185"/>
            <p:cNvSpPr/>
            <p:nvPr/>
          </p:nvSpPr>
          <p:spPr>
            <a:xfrm>
              <a:off x="8054975" y="794546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>
                  <a:solidFill>
                    <a:prstClr val="black"/>
                  </a:solidFill>
                  <a:latin typeface="Arial"/>
                </a:rPr>
                <a:t>3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87" name="円/楕円 186"/>
            <p:cNvSpPr/>
            <p:nvPr/>
          </p:nvSpPr>
          <p:spPr>
            <a:xfrm>
              <a:off x="8358188" y="794546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>
                  <a:solidFill>
                    <a:prstClr val="black"/>
                  </a:solidFill>
                  <a:latin typeface="Arial"/>
                </a:rPr>
                <a:t>4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88" name="テキスト ボックス 58"/>
            <p:cNvSpPr txBox="1">
              <a:spLocks noChangeArrowheads="1"/>
            </p:cNvSpPr>
            <p:nvPr/>
          </p:nvSpPr>
          <p:spPr bwMode="auto">
            <a:xfrm>
              <a:off x="8554244" y="819946"/>
              <a:ext cx="530225" cy="36988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9pPr>
            </a:lstStyle>
            <a:p>
              <a:pPr algn="ctr">
                <a:defRPr/>
              </a:pPr>
              <a:r>
                <a:rPr lang="ja-JP" altLang="en-US" sz="1200" kern="0" dirty="0" smtClean="0">
                  <a:solidFill>
                    <a:srgbClr val="000000"/>
                  </a:solidFill>
                </a:rPr>
                <a:t>・・・</a:t>
              </a:r>
            </a:p>
          </p:txBody>
        </p:sp>
        <p:sp>
          <p:nvSpPr>
            <p:cNvPr id="189" name="円/楕円 188"/>
            <p:cNvSpPr/>
            <p:nvPr/>
          </p:nvSpPr>
          <p:spPr>
            <a:xfrm>
              <a:off x="8961438" y="802483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prstClr val="black"/>
                  </a:solidFill>
                  <a:latin typeface="Arial"/>
                </a:rPr>
                <a:t>100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217" name="角丸四角形 216"/>
            <p:cNvSpPr/>
            <p:nvPr/>
          </p:nvSpPr>
          <p:spPr>
            <a:xfrm>
              <a:off x="7297738" y="1183482"/>
              <a:ext cx="2106612" cy="357188"/>
            </a:xfrm>
            <a:prstGeom prst="roundRect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kumimoji="0" lang="ja-JP" altLang="en-US" sz="1200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8" name="円/楕円 217"/>
            <p:cNvSpPr/>
            <p:nvPr/>
          </p:nvSpPr>
          <p:spPr>
            <a:xfrm>
              <a:off x="7410450" y="1232695"/>
              <a:ext cx="285750" cy="28575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srgbClr val="FFFFFF"/>
                  </a:solidFill>
                  <a:latin typeface="Arial"/>
                </a:rPr>
                <a:t>101</a:t>
              </a:r>
              <a:endParaRPr kumimoji="0" lang="ja-JP" altLang="en-US" sz="900" kern="0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9" name="円/楕円 218"/>
            <p:cNvSpPr/>
            <p:nvPr/>
          </p:nvSpPr>
          <p:spPr>
            <a:xfrm>
              <a:off x="7723188" y="1232695"/>
              <a:ext cx="285750" cy="28575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srgbClr val="FFFFFF"/>
                  </a:solidFill>
                  <a:latin typeface="Arial"/>
                </a:rPr>
                <a:t>102</a:t>
              </a:r>
              <a:endParaRPr kumimoji="0" lang="ja-JP" altLang="en-US" sz="900" kern="0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0" name="テキスト ボックス 58"/>
            <p:cNvSpPr txBox="1">
              <a:spLocks noChangeArrowheads="1"/>
            </p:cNvSpPr>
            <p:nvPr/>
          </p:nvSpPr>
          <p:spPr bwMode="auto">
            <a:xfrm>
              <a:off x="7985125" y="1224757"/>
              <a:ext cx="530225" cy="36988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9pPr>
            </a:lstStyle>
            <a:p>
              <a:pPr algn="ctr">
                <a:defRPr/>
              </a:pPr>
              <a:r>
                <a:rPr lang="ja-JP" altLang="en-US" sz="1200" kern="0" smtClean="0">
                  <a:solidFill>
                    <a:srgbClr val="000000"/>
                  </a:solidFill>
                </a:rPr>
                <a:t>・・・</a:t>
              </a:r>
            </a:p>
          </p:txBody>
        </p:sp>
        <p:sp>
          <p:nvSpPr>
            <p:cNvPr id="221" name="円/楕円 220"/>
            <p:cNvSpPr/>
            <p:nvPr/>
          </p:nvSpPr>
          <p:spPr>
            <a:xfrm>
              <a:off x="8958263" y="1213645"/>
              <a:ext cx="285750" cy="28575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srgbClr val="FFFFFF"/>
                  </a:solidFill>
                  <a:latin typeface="Arial"/>
                </a:rPr>
                <a:t>200</a:t>
              </a:r>
              <a:endParaRPr kumimoji="0" lang="ja-JP" altLang="en-US" sz="900" kern="0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2" name="円/楕円 221"/>
            <p:cNvSpPr/>
            <p:nvPr/>
          </p:nvSpPr>
          <p:spPr>
            <a:xfrm>
              <a:off x="8645525" y="1219995"/>
              <a:ext cx="285750" cy="28575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srgbClr val="FFFFFF"/>
                  </a:solidFill>
                  <a:latin typeface="Arial"/>
                </a:rPr>
                <a:t>199</a:t>
              </a:r>
              <a:endParaRPr kumimoji="0" lang="ja-JP" altLang="en-US" sz="900" kern="0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180" name="テキスト ボックス 311"/>
            <p:cNvSpPr txBox="1">
              <a:spLocks noChangeArrowheads="1"/>
            </p:cNvSpPr>
            <p:nvPr/>
          </p:nvSpPr>
          <p:spPr bwMode="auto">
            <a:xfrm>
              <a:off x="6929438" y="804071"/>
              <a:ext cx="338137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ja-JP" altLang="en-US" sz="1200" dirty="0" smtClean="0">
                  <a:solidFill>
                    <a:prstClr val="black"/>
                  </a:solidFill>
                </a:rPr>
                <a:t>②</a:t>
              </a:r>
            </a:p>
          </p:txBody>
        </p:sp>
        <p:sp>
          <p:nvSpPr>
            <p:cNvPr id="45182" name="テキスト ボックス 315"/>
            <p:cNvSpPr txBox="1">
              <a:spLocks noChangeArrowheads="1"/>
            </p:cNvSpPr>
            <p:nvPr/>
          </p:nvSpPr>
          <p:spPr bwMode="auto">
            <a:xfrm>
              <a:off x="6929229" y="1235870"/>
              <a:ext cx="33855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ja-JP" altLang="en-US" sz="1200" dirty="0">
                  <a:solidFill>
                    <a:prstClr val="black"/>
                  </a:solidFill>
                </a:rPr>
                <a:t>③</a:t>
              </a:r>
              <a:endParaRPr lang="ja-JP" altLang="en-US" sz="1200" dirty="0" smtClean="0">
                <a:solidFill>
                  <a:prstClr val="black"/>
                </a:solidFill>
              </a:endParaRPr>
            </a:p>
          </p:txBody>
        </p:sp>
      </p:grpSp>
      <p:sp>
        <p:nvSpPr>
          <p:cNvPr id="130" name="円/楕円 129"/>
          <p:cNvSpPr/>
          <p:nvPr/>
        </p:nvSpPr>
        <p:spPr>
          <a:xfrm>
            <a:off x="4334668" y="1641475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102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円/楕円 130"/>
          <p:cNvSpPr/>
          <p:nvPr/>
        </p:nvSpPr>
        <p:spPr>
          <a:xfrm>
            <a:off x="4026694" y="3582195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prstClr val="black"/>
                </a:solidFill>
                <a:latin typeface="Arial"/>
              </a:rPr>
              <a:t>100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32" name="円/楕円 131"/>
          <p:cNvSpPr/>
          <p:nvPr/>
        </p:nvSpPr>
        <p:spPr>
          <a:xfrm>
            <a:off x="4334668" y="3585370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101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6" name="グループ化 5"/>
          <p:cNvGrpSpPr/>
          <p:nvPr/>
        </p:nvGrpSpPr>
        <p:grpSpPr>
          <a:xfrm>
            <a:off x="6559342" y="3144837"/>
            <a:ext cx="2475121" cy="835027"/>
            <a:chOff x="6929229" y="2650331"/>
            <a:chExt cx="2475121" cy="835027"/>
          </a:xfrm>
        </p:grpSpPr>
        <p:sp>
          <p:nvSpPr>
            <p:cNvPr id="133" name="角丸四角形 132"/>
            <p:cNvSpPr/>
            <p:nvPr/>
          </p:nvSpPr>
          <p:spPr>
            <a:xfrm>
              <a:off x="7289924" y="3061495"/>
              <a:ext cx="2106612" cy="357187"/>
            </a:xfrm>
            <a:prstGeom prst="roundRect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kumimoji="0" lang="ja-JP" altLang="en-US" sz="1200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" name="円/楕円 133"/>
            <p:cNvSpPr/>
            <p:nvPr/>
          </p:nvSpPr>
          <p:spPr>
            <a:xfrm>
              <a:off x="7408986" y="3090070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>
                  <a:solidFill>
                    <a:prstClr val="black"/>
                  </a:solidFill>
                  <a:latin typeface="Arial"/>
                </a:rPr>
                <a:t>1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35" name="円/楕円 134"/>
            <p:cNvSpPr/>
            <p:nvPr/>
          </p:nvSpPr>
          <p:spPr>
            <a:xfrm>
              <a:off x="7720136" y="3090070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>
                  <a:solidFill>
                    <a:prstClr val="black"/>
                  </a:solidFill>
                  <a:latin typeface="Arial"/>
                </a:rPr>
                <a:t>2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36" name="円/楕円 135"/>
            <p:cNvSpPr/>
            <p:nvPr/>
          </p:nvSpPr>
          <p:spPr>
            <a:xfrm>
              <a:off x="8040811" y="3090070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>
                  <a:solidFill>
                    <a:prstClr val="black"/>
                  </a:solidFill>
                  <a:latin typeface="Arial"/>
                </a:rPr>
                <a:t>3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37" name="円/楕円 136"/>
            <p:cNvSpPr/>
            <p:nvPr/>
          </p:nvSpPr>
          <p:spPr>
            <a:xfrm>
              <a:off x="8344024" y="3090070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>
                  <a:solidFill>
                    <a:prstClr val="black"/>
                  </a:solidFill>
                  <a:latin typeface="Arial"/>
                </a:rPr>
                <a:t>4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38" name="テキスト ボックス 58"/>
            <p:cNvSpPr txBox="1">
              <a:spLocks noChangeArrowheads="1"/>
            </p:cNvSpPr>
            <p:nvPr/>
          </p:nvSpPr>
          <p:spPr bwMode="auto">
            <a:xfrm>
              <a:off x="8540080" y="3115470"/>
              <a:ext cx="530225" cy="36988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9pPr>
            </a:lstStyle>
            <a:p>
              <a:pPr algn="ctr">
                <a:defRPr/>
              </a:pPr>
              <a:r>
                <a:rPr lang="ja-JP" altLang="en-US" sz="1200" kern="0" dirty="0" smtClean="0">
                  <a:solidFill>
                    <a:srgbClr val="000000"/>
                  </a:solidFill>
                </a:rPr>
                <a:t>・・・</a:t>
              </a:r>
            </a:p>
          </p:txBody>
        </p:sp>
        <p:sp>
          <p:nvSpPr>
            <p:cNvPr id="139" name="円/楕円 138"/>
            <p:cNvSpPr/>
            <p:nvPr/>
          </p:nvSpPr>
          <p:spPr>
            <a:xfrm>
              <a:off x="8947274" y="3098007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prstClr val="black"/>
                  </a:solidFill>
                  <a:latin typeface="Arial"/>
                </a:rPr>
                <a:t>100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40" name="テキスト ボックス 311"/>
            <p:cNvSpPr txBox="1">
              <a:spLocks noChangeArrowheads="1"/>
            </p:cNvSpPr>
            <p:nvPr/>
          </p:nvSpPr>
          <p:spPr bwMode="auto">
            <a:xfrm>
              <a:off x="6929438" y="3099595"/>
              <a:ext cx="338137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ja-JP" altLang="en-US" sz="1200" dirty="0" smtClean="0">
                  <a:solidFill>
                    <a:prstClr val="black"/>
                  </a:solidFill>
                </a:rPr>
                <a:t>②</a:t>
              </a:r>
            </a:p>
          </p:txBody>
        </p:sp>
        <p:sp>
          <p:nvSpPr>
            <p:cNvPr id="141" name="角丸四角形 140"/>
            <p:cNvSpPr/>
            <p:nvPr/>
          </p:nvSpPr>
          <p:spPr>
            <a:xfrm>
              <a:off x="7297738" y="2650331"/>
              <a:ext cx="2106612" cy="357188"/>
            </a:xfrm>
            <a:prstGeom prst="roundRect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kumimoji="0" lang="ja-JP" altLang="en-US" sz="1200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" name="円/楕円 141"/>
            <p:cNvSpPr/>
            <p:nvPr/>
          </p:nvSpPr>
          <p:spPr>
            <a:xfrm>
              <a:off x="7410450" y="2699544"/>
              <a:ext cx="285750" cy="28575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srgbClr val="FFFFFF"/>
                  </a:solidFill>
                  <a:latin typeface="Arial"/>
                </a:rPr>
                <a:t>101</a:t>
              </a:r>
              <a:endParaRPr kumimoji="0" lang="ja-JP" altLang="en-US" sz="900" kern="0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3" name="円/楕円 142"/>
            <p:cNvSpPr/>
            <p:nvPr/>
          </p:nvSpPr>
          <p:spPr>
            <a:xfrm>
              <a:off x="7723188" y="2699544"/>
              <a:ext cx="285750" cy="28575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srgbClr val="FFFFFF"/>
                  </a:solidFill>
                  <a:latin typeface="Arial"/>
                </a:rPr>
                <a:t>102</a:t>
              </a:r>
              <a:endParaRPr kumimoji="0" lang="ja-JP" altLang="en-US" sz="900" kern="0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4" name="テキスト ボックス 58"/>
            <p:cNvSpPr txBox="1">
              <a:spLocks noChangeArrowheads="1"/>
            </p:cNvSpPr>
            <p:nvPr/>
          </p:nvSpPr>
          <p:spPr bwMode="auto">
            <a:xfrm>
              <a:off x="7985125" y="2691606"/>
              <a:ext cx="530225" cy="36988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9pPr>
            </a:lstStyle>
            <a:p>
              <a:pPr algn="ctr">
                <a:defRPr/>
              </a:pPr>
              <a:r>
                <a:rPr lang="ja-JP" altLang="en-US" sz="1200" kern="0" smtClean="0">
                  <a:solidFill>
                    <a:srgbClr val="000000"/>
                  </a:solidFill>
                </a:rPr>
                <a:t>・・・</a:t>
              </a:r>
            </a:p>
          </p:txBody>
        </p:sp>
        <p:sp>
          <p:nvSpPr>
            <p:cNvPr id="151" name="円/楕円 150"/>
            <p:cNvSpPr/>
            <p:nvPr/>
          </p:nvSpPr>
          <p:spPr>
            <a:xfrm>
              <a:off x="8958263" y="2680494"/>
              <a:ext cx="285750" cy="28575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srgbClr val="FFFFFF"/>
                  </a:solidFill>
                  <a:latin typeface="Arial"/>
                </a:rPr>
                <a:t>200</a:t>
              </a:r>
              <a:endParaRPr kumimoji="0" lang="ja-JP" altLang="en-US" sz="900" kern="0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2" name="円/楕円 151"/>
            <p:cNvSpPr/>
            <p:nvPr/>
          </p:nvSpPr>
          <p:spPr>
            <a:xfrm>
              <a:off x="8645525" y="2686844"/>
              <a:ext cx="285750" cy="28575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srgbClr val="FFFFFF"/>
                  </a:solidFill>
                  <a:latin typeface="Arial"/>
                </a:rPr>
                <a:t>199</a:t>
              </a:r>
              <a:endParaRPr kumimoji="0" lang="ja-JP" altLang="en-US" sz="900" kern="0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" name="テキスト ボックス 315"/>
            <p:cNvSpPr txBox="1">
              <a:spLocks noChangeArrowheads="1"/>
            </p:cNvSpPr>
            <p:nvPr/>
          </p:nvSpPr>
          <p:spPr bwMode="auto">
            <a:xfrm>
              <a:off x="6929229" y="2702719"/>
              <a:ext cx="33855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Times New Roman" pitchFamily="18" charset="0"/>
                  <a:ea typeface="ＭＳ Ｐゴシック" pitchFamily="50" charset="-128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ja-JP" altLang="en-US" sz="1200" dirty="0">
                  <a:solidFill>
                    <a:prstClr val="black"/>
                  </a:solidFill>
                </a:rPr>
                <a:t>③</a:t>
              </a:r>
              <a:endParaRPr lang="ja-JP" altLang="en-US" sz="1200" dirty="0" smtClean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3678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 smtClean="0"/>
              <a:t>03</a:t>
            </a:r>
            <a:r>
              <a:rPr lang="ja-JP" altLang="en-US" dirty="0" smtClean="0"/>
              <a:t>　システム障害設計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 smtClean="0">
                <a:latin typeface="ＭＳ Ｐゴシック" pitchFamily="50" charset="-128"/>
                <a:ea typeface="ＭＳ Ｐゴシック" pitchFamily="50" charset="-128"/>
              </a:rPr>
              <a:t>3-2. </a:t>
            </a:r>
            <a:r>
              <a:rPr lang="ja-JP" altLang="en-US" dirty="0" smtClean="0">
                <a:latin typeface="ＭＳ Ｐゴシック" pitchFamily="50" charset="-128"/>
                <a:ea typeface="ＭＳ Ｐゴシック" pitchFamily="50" charset="-128"/>
              </a:rPr>
              <a:t>異常系処理</a:t>
            </a:r>
            <a:endParaRPr lang="en-US" altLang="ja-JP" dirty="0" smtClean="0">
              <a:latin typeface="ＭＳ Ｐゴシック" pitchFamily="50" charset="-128"/>
              <a:ea typeface="ＭＳ Ｐゴシック" pitchFamily="50" charset="-128"/>
            </a:endParaRPr>
          </a:p>
          <a:p>
            <a:r>
              <a:rPr lang="ja-JP" altLang="en-US" dirty="0">
                <a:latin typeface="ＭＳ Ｐゴシック" pitchFamily="50" charset="-128"/>
                <a:ea typeface="ＭＳ Ｐゴシック" pitchFamily="50" charset="-128"/>
              </a:rPr>
              <a:t>異常時の障害ポイント</a:t>
            </a:r>
            <a:endParaRPr kumimoji="1"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777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0" y="1308100"/>
            <a:ext cx="1117600" cy="11303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srgbClr val="000000"/>
                </a:solidFill>
              </a:rPr>
              <a:t>C</a:t>
            </a:r>
            <a:r>
              <a:rPr lang="en-US" altLang="ja-JP" sz="1200" dirty="0">
                <a:solidFill>
                  <a:srgbClr val="000000"/>
                </a:solidFill>
              </a:rPr>
              <a:t>M</a:t>
            </a:r>
            <a:endParaRPr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2477139" y="1308100"/>
            <a:ext cx="1073101" cy="11303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</a:rPr>
              <a:t>MPP#1</a:t>
            </a:r>
            <a:endParaRPr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477139" y="3086100"/>
            <a:ext cx="1073101" cy="11303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</a:rPr>
              <a:t>MPP#2</a:t>
            </a:r>
            <a:endParaRPr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4725347" y="508000"/>
            <a:ext cx="2132014" cy="200318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</a:rPr>
              <a:t>WAS#1</a:t>
            </a:r>
            <a:endParaRPr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4725347" y="2692400"/>
            <a:ext cx="2130426" cy="197961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</a:rPr>
              <a:t>WAS#2</a:t>
            </a:r>
            <a:endParaRPr lang="ja-JP" altLang="en-US" sz="1200" dirty="0">
              <a:solidFill>
                <a:srgbClr val="000000"/>
              </a:solidFill>
            </a:endParaRPr>
          </a:p>
        </p:txBody>
      </p:sp>
      <p:cxnSp>
        <p:nvCxnSpPr>
          <p:cNvPr id="12" name="直線コネクタ 11"/>
          <p:cNvCxnSpPr>
            <a:stCxn id="4" idx="3"/>
            <a:endCxn id="5" idx="1"/>
          </p:cNvCxnSpPr>
          <p:nvPr/>
        </p:nvCxnSpPr>
        <p:spPr>
          <a:xfrm>
            <a:off x="1117600" y="1873250"/>
            <a:ext cx="1359539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>
            <a:stCxn id="4" idx="3"/>
            <a:endCxn id="6" idx="1"/>
          </p:cNvCxnSpPr>
          <p:nvPr/>
        </p:nvCxnSpPr>
        <p:spPr>
          <a:xfrm>
            <a:off x="1117600" y="1873250"/>
            <a:ext cx="1359539" cy="177800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/>
          <p:cNvCxnSpPr>
            <a:stCxn id="97" idx="3"/>
            <a:endCxn id="5" idx="1"/>
          </p:cNvCxnSpPr>
          <p:nvPr/>
        </p:nvCxnSpPr>
        <p:spPr>
          <a:xfrm flipV="1">
            <a:off x="1117600" y="1873250"/>
            <a:ext cx="1359539" cy="177800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/>
          <p:cNvCxnSpPr>
            <a:stCxn id="97" idx="3"/>
            <a:endCxn id="6" idx="1"/>
          </p:cNvCxnSpPr>
          <p:nvPr/>
        </p:nvCxnSpPr>
        <p:spPr>
          <a:xfrm>
            <a:off x="1117600" y="3651250"/>
            <a:ext cx="1359539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>
            <a:stCxn id="5" idx="3"/>
            <a:endCxn id="8" idx="1"/>
          </p:cNvCxnSpPr>
          <p:nvPr/>
        </p:nvCxnSpPr>
        <p:spPr>
          <a:xfrm flipV="1">
            <a:off x="3550240" y="1509594"/>
            <a:ext cx="1175107" cy="363656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>
            <a:stCxn id="5" idx="3"/>
            <a:endCxn id="9" idx="1"/>
          </p:cNvCxnSpPr>
          <p:nvPr/>
        </p:nvCxnSpPr>
        <p:spPr>
          <a:xfrm>
            <a:off x="3550240" y="1873250"/>
            <a:ext cx="1175107" cy="1808957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/>
          <p:cNvCxnSpPr>
            <a:stCxn id="6" idx="3"/>
            <a:endCxn id="8" idx="1"/>
          </p:cNvCxnSpPr>
          <p:nvPr/>
        </p:nvCxnSpPr>
        <p:spPr>
          <a:xfrm flipV="1">
            <a:off x="3550240" y="1509594"/>
            <a:ext cx="1175107" cy="2141656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/>
          <p:cNvCxnSpPr>
            <a:stCxn id="6" idx="3"/>
            <a:endCxn id="9" idx="1"/>
          </p:cNvCxnSpPr>
          <p:nvPr/>
        </p:nvCxnSpPr>
        <p:spPr>
          <a:xfrm>
            <a:off x="3550240" y="3651250"/>
            <a:ext cx="1175107" cy="30957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正方形/長方形 40"/>
          <p:cNvSpPr/>
          <p:nvPr/>
        </p:nvSpPr>
        <p:spPr>
          <a:xfrm>
            <a:off x="8039100" y="5626100"/>
            <a:ext cx="1116013" cy="124142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</a:rPr>
              <a:t>DB#2</a:t>
            </a:r>
          </a:p>
          <a:p>
            <a:pPr algn="ctr" fontAlgn="base"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</a:rPr>
              <a:t>(</a:t>
            </a:r>
            <a:r>
              <a:rPr lang="en-US" altLang="ja-JP" sz="1200" dirty="0" err="1">
                <a:solidFill>
                  <a:srgbClr val="000000"/>
                </a:solidFill>
              </a:rPr>
              <a:t>Stanby</a:t>
            </a:r>
            <a:r>
              <a:rPr lang="en-US" altLang="ja-JP" sz="1200" dirty="0">
                <a:solidFill>
                  <a:srgbClr val="000000"/>
                </a:solidFill>
              </a:rPr>
              <a:t>)</a:t>
            </a:r>
            <a:endParaRPr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42" name="正方形/長方形 41"/>
          <p:cNvSpPr/>
          <p:nvPr/>
        </p:nvSpPr>
        <p:spPr>
          <a:xfrm>
            <a:off x="8039100" y="4272758"/>
            <a:ext cx="1116013" cy="123586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</a:rPr>
              <a:t>DB#1</a:t>
            </a:r>
          </a:p>
          <a:p>
            <a:pPr algn="ctr" fontAlgn="base"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</a:rPr>
              <a:t>(Active)</a:t>
            </a:r>
          </a:p>
        </p:txBody>
      </p:sp>
      <p:cxnSp>
        <p:nvCxnSpPr>
          <p:cNvPr id="44" name="直線コネクタ 43"/>
          <p:cNvCxnSpPr>
            <a:stCxn id="8" idx="3"/>
            <a:endCxn id="42" idx="1"/>
          </p:cNvCxnSpPr>
          <p:nvPr/>
        </p:nvCxnSpPr>
        <p:spPr>
          <a:xfrm>
            <a:off x="6857361" y="1509594"/>
            <a:ext cx="1181739" cy="3381098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>
            <a:stCxn id="8" idx="3"/>
            <a:endCxn id="41" idx="1"/>
          </p:cNvCxnSpPr>
          <p:nvPr/>
        </p:nvCxnSpPr>
        <p:spPr>
          <a:xfrm>
            <a:off x="6857361" y="1509594"/>
            <a:ext cx="1181739" cy="4737219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/>
          <p:cNvCxnSpPr>
            <a:stCxn id="9" idx="3"/>
            <a:endCxn id="42" idx="1"/>
          </p:cNvCxnSpPr>
          <p:nvPr/>
        </p:nvCxnSpPr>
        <p:spPr>
          <a:xfrm>
            <a:off x="6855773" y="3682207"/>
            <a:ext cx="1183327" cy="1208485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/>
          <p:cNvCxnSpPr>
            <a:stCxn id="9" idx="3"/>
            <a:endCxn id="41" idx="1"/>
          </p:cNvCxnSpPr>
          <p:nvPr/>
        </p:nvCxnSpPr>
        <p:spPr>
          <a:xfrm>
            <a:off x="6855773" y="3682207"/>
            <a:ext cx="1183327" cy="2564606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正方形/長方形 96"/>
          <p:cNvSpPr/>
          <p:nvPr/>
        </p:nvSpPr>
        <p:spPr>
          <a:xfrm>
            <a:off x="0" y="2838450"/>
            <a:ext cx="1117600" cy="16256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</a:rPr>
              <a:t>E</a:t>
            </a:r>
            <a:r>
              <a:rPr lang="en-US" altLang="ja-JP" sz="1200" dirty="0" smtClean="0">
                <a:solidFill>
                  <a:srgbClr val="000000"/>
                </a:solidFill>
              </a:rPr>
              <a:t>PM</a:t>
            </a:r>
            <a:endParaRPr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101" name="角丸四角形 100"/>
          <p:cNvSpPr/>
          <p:nvPr/>
        </p:nvSpPr>
        <p:spPr>
          <a:xfrm>
            <a:off x="101600" y="3149600"/>
            <a:ext cx="9144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</a:rPr>
              <a:t>HTTP</a:t>
            </a:r>
            <a:r>
              <a:rPr lang="ja-JP" altLang="en-US" sz="1200" dirty="0">
                <a:solidFill>
                  <a:srgbClr val="000000"/>
                </a:solidFill>
              </a:rPr>
              <a:t>　　サーバ</a:t>
            </a:r>
          </a:p>
        </p:txBody>
      </p:sp>
      <p:sp>
        <p:nvSpPr>
          <p:cNvPr id="102" name="角丸四角形 101"/>
          <p:cNvSpPr/>
          <p:nvPr/>
        </p:nvSpPr>
        <p:spPr>
          <a:xfrm>
            <a:off x="101600" y="3584575"/>
            <a:ext cx="9144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</a:rPr>
              <a:t>VPMS</a:t>
            </a:r>
            <a:r>
              <a:rPr lang="ja-JP" altLang="en-US" sz="1200" dirty="0">
                <a:solidFill>
                  <a:srgbClr val="000000"/>
                </a:solidFill>
              </a:rPr>
              <a:t>　　　プロセス</a:t>
            </a:r>
          </a:p>
        </p:txBody>
      </p:sp>
      <p:sp>
        <p:nvSpPr>
          <p:cNvPr id="103" name="角丸四角形 102"/>
          <p:cNvSpPr/>
          <p:nvPr/>
        </p:nvSpPr>
        <p:spPr>
          <a:xfrm>
            <a:off x="101600" y="4006850"/>
            <a:ext cx="9144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err="1">
                <a:solidFill>
                  <a:srgbClr val="000000"/>
                </a:solidFill>
              </a:rPr>
              <a:t>WebLM</a:t>
            </a:r>
            <a:endParaRPr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104" name="角丸四角形 103"/>
          <p:cNvSpPr/>
          <p:nvPr/>
        </p:nvSpPr>
        <p:spPr>
          <a:xfrm>
            <a:off x="2552700" y="1682750"/>
            <a:ext cx="9144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</a:rPr>
              <a:t>MPP</a:t>
            </a:r>
            <a:r>
              <a:rPr lang="ja-JP" altLang="en-US" sz="1200" dirty="0">
                <a:solidFill>
                  <a:srgbClr val="000000"/>
                </a:solidFill>
              </a:rPr>
              <a:t>　　　　プロセス</a:t>
            </a:r>
          </a:p>
        </p:txBody>
      </p:sp>
      <p:sp>
        <p:nvSpPr>
          <p:cNvPr id="105" name="角丸四角形 104"/>
          <p:cNvSpPr/>
          <p:nvPr/>
        </p:nvSpPr>
        <p:spPr>
          <a:xfrm>
            <a:off x="2552700" y="3463925"/>
            <a:ext cx="9144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</a:rPr>
              <a:t>MPP</a:t>
            </a:r>
            <a:r>
              <a:rPr lang="ja-JP" altLang="en-US" sz="1200" dirty="0">
                <a:solidFill>
                  <a:srgbClr val="000000"/>
                </a:solidFill>
              </a:rPr>
              <a:t>　　　　プロセス</a:t>
            </a:r>
          </a:p>
        </p:txBody>
      </p:sp>
      <p:sp>
        <p:nvSpPr>
          <p:cNvPr id="107" name="角丸四角形 106"/>
          <p:cNvSpPr/>
          <p:nvPr/>
        </p:nvSpPr>
        <p:spPr>
          <a:xfrm>
            <a:off x="4800600" y="765175"/>
            <a:ext cx="9144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</a:rPr>
              <a:t>HTTP</a:t>
            </a:r>
            <a:r>
              <a:rPr lang="ja-JP" altLang="en-US" sz="1200" dirty="0">
                <a:solidFill>
                  <a:srgbClr val="000000"/>
                </a:solidFill>
              </a:rPr>
              <a:t>　　　プロセス</a:t>
            </a:r>
          </a:p>
        </p:txBody>
      </p:sp>
      <p:sp>
        <p:nvSpPr>
          <p:cNvPr id="123" name="角丸四角形 122"/>
          <p:cNvSpPr/>
          <p:nvPr/>
        </p:nvSpPr>
        <p:spPr>
          <a:xfrm>
            <a:off x="4800600" y="1196975"/>
            <a:ext cx="9144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err="1">
                <a:solidFill>
                  <a:srgbClr val="000000"/>
                </a:solidFill>
              </a:rPr>
              <a:t>WebLogic</a:t>
            </a:r>
            <a:endParaRPr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124" name="角丸四角形 123"/>
          <p:cNvSpPr/>
          <p:nvPr/>
        </p:nvSpPr>
        <p:spPr>
          <a:xfrm>
            <a:off x="4800600" y="1628775"/>
            <a:ext cx="9144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 smtClean="0">
                <a:solidFill>
                  <a:srgbClr val="000000"/>
                </a:solidFill>
              </a:rPr>
              <a:t>音声</a:t>
            </a:r>
            <a:endParaRPr lang="en-US" altLang="ja-JP" sz="1200" dirty="0" smtClean="0">
              <a:solidFill>
                <a:srgbClr val="000000"/>
              </a:solidFill>
            </a:endParaRPr>
          </a:p>
          <a:p>
            <a:pPr algn="ctr" fontAlgn="base">
              <a:spcAft>
                <a:spcPct val="0"/>
              </a:spcAft>
              <a:defRPr/>
            </a:pPr>
            <a:r>
              <a:rPr lang="ja-JP" altLang="en-US" sz="1200" dirty="0" smtClean="0">
                <a:solidFill>
                  <a:srgbClr val="000000"/>
                </a:solidFill>
              </a:rPr>
              <a:t>フロー</a:t>
            </a:r>
            <a:endParaRPr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125" name="角丸四角形 124"/>
          <p:cNvSpPr/>
          <p:nvPr/>
        </p:nvSpPr>
        <p:spPr>
          <a:xfrm>
            <a:off x="4800600" y="2060575"/>
            <a:ext cx="9144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srgbClr val="000000"/>
                </a:solidFill>
              </a:rPr>
              <a:t>管理画面サーバ</a:t>
            </a:r>
          </a:p>
        </p:txBody>
      </p:sp>
      <p:sp>
        <p:nvSpPr>
          <p:cNvPr id="126" name="角丸四角形 125"/>
          <p:cNvSpPr/>
          <p:nvPr/>
        </p:nvSpPr>
        <p:spPr>
          <a:xfrm>
            <a:off x="5715000" y="765175"/>
            <a:ext cx="10668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</a:rPr>
              <a:t>runtime</a:t>
            </a:r>
            <a:r>
              <a:rPr lang="ja-JP" altLang="en-US" sz="1200" dirty="0">
                <a:solidFill>
                  <a:srgbClr val="000000"/>
                </a:solidFill>
              </a:rPr>
              <a:t>　</a:t>
            </a:r>
            <a:r>
              <a:rPr lang="en-US" altLang="ja-JP" sz="1200" dirty="0" err="1">
                <a:solidFill>
                  <a:srgbClr val="000000"/>
                </a:solidFill>
              </a:rPr>
              <a:t>config</a:t>
            </a:r>
            <a:endParaRPr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127" name="角丸四角形 126"/>
          <p:cNvSpPr/>
          <p:nvPr/>
        </p:nvSpPr>
        <p:spPr>
          <a:xfrm>
            <a:off x="5715000" y="1196975"/>
            <a:ext cx="10668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err="1" smtClean="0">
                <a:solidFill>
                  <a:srgbClr val="000000"/>
                </a:solidFill>
              </a:rPr>
              <a:t>aes</a:t>
            </a:r>
            <a:endParaRPr lang="en-US" altLang="ja-JP" sz="1200" dirty="0" smtClean="0">
              <a:solidFill>
                <a:srgbClr val="000000"/>
              </a:solidFill>
            </a:endParaRPr>
          </a:p>
          <a:p>
            <a:pPr algn="ctr" fontAlgn="base"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srgbClr val="000000"/>
                </a:solidFill>
              </a:rPr>
              <a:t>connector</a:t>
            </a:r>
            <a:endParaRPr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128" name="角丸四角形 127"/>
          <p:cNvSpPr/>
          <p:nvPr/>
        </p:nvSpPr>
        <p:spPr>
          <a:xfrm>
            <a:off x="5715000" y="1628775"/>
            <a:ext cx="10668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srgbClr val="000000"/>
                </a:solidFill>
              </a:rPr>
              <a:t>データソース</a:t>
            </a:r>
          </a:p>
        </p:txBody>
      </p:sp>
      <p:sp>
        <p:nvSpPr>
          <p:cNvPr id="129" name="角丸四角形 128"/>
          <p:cNvSpPr/>
          <p:nvPr/>
        </p:nvSpPr>
        <p:spPr>
          <a:xfrm>
            <a:off x="5715000" y="2060575"/>
            <a:ext cx="10668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</a:rPr>
              <a:t>RSC</a:t>
            </a:r>
            <a:r>
              <a:rPr lang="ja-JP" altLang="en-US" sz="1200" dirty="0">
                <a:solidFill>
                  <a:srgbClr val="000000"/>
                </a:solidFill>
              </a:rPr>
              <a:t>　　　　アダプタ</a:t>
            </a:r>
          </a:p>
        </p:txBody>
      </p:sp>
      <p:sp>
        <p:nvSpPr>
          <p:cNvPr id="146" name="角丸四角形 145"/>
          <p:cNvSpPr/>
          <p:nvPr/>
        </p:nvSpPr>
        <p:spPr>
          <a:xfrm>
            <a:off x="8139113" y="5075304"/>
            <a:ext cx="9144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srgbClr val="000000"/>
                </a:solidFill>
              </a:rPr>
              <a:t>HULFT</a:t>
            </a:r>
            <a:endParaRPr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148" name="角丸四角形 147"/>
          <p:cNvSpPr/>
          <p:nvPr/>
        </p:nvSpPr>
        <p:spPr>
          <a:xfrm>
            <a:off x="4800600" y="2936875"/>
            <a:ext cx="9144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</a:rPr>
              <a:t>HTTP</a:t>
            </a:r>
            <a:r>
              <a:rPr lang="ja-JP" altLang="en-US" sz="1200" dirty="0">
                <a:solidFill>
                  <a:srgbClr val="000000"/>
                </a:solidFill>
              </a:rPr>
              <a:t>　　　プロセス</a:t>
            </a:r>
          </a:p>
        </p:txBody>
      </p:sp>
      <p:sp>
        <p:nvSpPr>
          <p:cNvPr id="149" name="角丸四角形 148"/>
          <p:cNvSpPr/>
          <p:nvPr/>
        </p:nvSpPr>
        <p:spPr>
          <a:xfrm>
            <a:off x="4800600" y="3368675"/>
            <a:ext cx="9144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err="1">
                <a:solidFill>
                  <a:srgbClr val="000000"/>
                </a:solidFill>
              </a:rPr>
              <a:t>WebLogic</a:t>
            </a:r>
            <a:endParaRPr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150" name="角丸四角形 149"/>
          <p:cNvSpPr/>
          <p:nvPr/>
        </p:nvSpPr>
        <p:spPr>
          <a:xfrm>
            <a:off x="4800600" y="3800475"/>
            <a:ext cx="9144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 smtClean="0">
                <a:solidFill>
                  <a:srgbClr val="000000"/>
                </a:solidFill>
              </a:rPr>
              <a:t>音声</a:t>
            </a:r>
            <a:endParaRPr lang="en-US" altLang="ja-JP" sz="1200" dirty="0" smtClean="0">
              <a:solidFill>
                <a:srgbClr val="000000"/>
              </a:solidFill>
            </a:endParaRPr>
          </a:p>
          <a:p>
            <a:pPr algn="ctr" fontAlgn="base">
              <a:spcAft>
                <a:spcPct val="0"/>
              </a:spcAft>
              <a:defRPr/>
            </a:pPr>
            <a:r>
              <a:rPr lang="ja-JP" altLang="en-US" sz="1200" dirty="0" smtClean="0">
                <a:solidFill>
                  <a:srgbClr val="000000"/>
                </a:solidFill>
              </a:rPr>
              <a:t>フロー</a:t>
            </a:r>
            <a:endParaRPr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151" name="角丸四角形 150"/>
          <p:cNvSpPr/>
          <p:nvPr/>
        </p:nvSpPr>
        <p:spPr>
          <a:xfrm>
            <a:off x="4800600" y="4232275"/>
            <a:ext cx="9144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srgbClr val="000000"/>
                </a:solidFill>
              </a:rPr>
              <a:t>管理画面サーバ</a:t>
            </a:r>
          </a:p>
        </p:txBody>
      </p:sp>
      <p:sp>
        <p:nvSpPr>
          <p:cNvPr id="152" name="角丸四角形 151"/>
          <p:cNvSpPr/>
          <p:nvPr/>
        </p:nvSpPr>
        <p:spPr>
          <a:xfrm>
            <a:off x="5715000" y="2936875"/>
            <a:ext cx="10668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</a:rPr>
              <a:t>runtime</a:t>
            </a:r>
            <a:r>
              <a:rPr lang="ja-JP" altLang="en-US" sz="1200" dirty="0">
                <a:solidFill>
                  <a:srgbClr val="000000"/>
                </a:solidFill>
              </a:rPr>
              <a:t>　</a:t>
            </a:r>
            <a:r>
              <a:rPr lang="en-US" altLang="ja-JP" sz="1200" dirty="0" err="1">
                <a:solidFill>
                  <a:srgbClr val="000000"/>
                </a:solidFill>
              </a:rPr>
              <a:t>config</a:t>
            </a:r>
            <a:endParaRPr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153" name="角丸四角形 152"/>
          <p:cNvSpPr/>
          <p:nvPr/>
        </p:nvSpPr>
        <p:spPr>
          <a:xfrm>
            <a:off x="5715000" y="3368675"/>
            <a:ext cx="10668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100" dirty="0" err="1" smtClean="0">
                <a:solidFill>
                  <a:srgbClr val="000000"/>
                </a:solidFill>
              </a:rPr>
              <a:t>aes</a:t>
            </a:r>
            <a:endParaRPr lang="en-US" altLang="ja-JP" sz="1100" dirty="0" smtClean="0">
              <a:solidFill>
                <a:srgbClr val="000000"/>
              </a:solidFill>
            </a:endParaRPr>
          </a:p>
          <a:p>
            <a:pPr algn="ctr" fontAlgn="base">
              <a:spcAft>
                <a:spcPct val="0"/>
              </a:spcAft>
              <a:defRPr/>
            </a:pPr>
            <a:r>
              <a:rPr lang="en-US" altLang="ja-JP" sz="1100" dirty="0" smtClean="0">
                <a:solidFill>
                  <a:srgbClr val="000000"/>
                </a:solidFill>
              </a:rPr>
              <a:t>connector</a:t>
            </a:r>
            <a:endParaRPr lang="ja-JP" altLang="en-US" sz="1100" dirty="0">
              <a:solidFill>
                <a:srgbClr val="000000"/>
              </a:solidFill>
            </a:endParaRPr>
          </a:p>
        </p:txBody>
      </p:sp>
      <p:sp>
        <p:nvSpPr>
          <p:cNvPr id="154" name="角丸四角形 153"/>
          <p:cNvSpPr/>
          <p:nvPr/>
        </p:nvSpPr>
        <p:spPr>
          <a:xfrm>
            <a:off x="5715000" y="3800475"/>
            <a:ext cx="10668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srgbClr val="000000"/>
                </a:solidFill>
              </a:rPr>
              <a:t>データソース</a:t>
            </a:r>
          </a:p>
        </p:txBody>
      </p:sp>
      <p:sp>
        <p:nvSpPr>
          <p:cNvPr id="155" name="角丸四角形 154"/>
          <p:cNvSpPr/>
          <p:nvPr/>
        </p:nvSpPr>
        <p:spPr>
          <a:xfrm>
            <a:off x="5715000" y="4232275"/>
            <a:ext cx="10668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</a:rPr>
              <a:t>RSC</a:t>
            </a:r>
            <a:r>
              <a:rPr lang="ja-JP" altLang="en-US" sz="1200" dirty="0">
                <a:solidFill>
                  <a:srgbClr val="000000"/>
                </a:solidFill>
              </a:rPr>
              <a:t>　　　　アダプタ</a:t>
            </a:r>
          </a:p>
        </p:txBody>
      </p:sp>
      <p:sp>
        <p:nvSpPr>
          <p:cNvPr id="164" name="爆発 1 163"/>
          <p:cNvSpPr/>
          <p:nvPr/>
        </p:nvSpPr>
        <p:spPr>
          <a:xfrm>
            <a:off x="800100" y="2706688"/>
            <a:ext cx="558800" cy="625475"/>
          </a:xfrm>
          <a:prstGeom prst="irregularSeal1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  <a:latin typeface="ＭＳ Ｐゴシック"/>
              </a:rPr>
              <a:t>A</a:t>
            </a:r>
            <a:endParaRPr lang="ja-JP" altLang="en-US" sz="1200" dirty="0">
              <a:solidFill>
                <a:srgbClr val="000000"/>
              </a:solidFill>
              <a:latin typeface="ＭＳ Ｐゴシック"/>
            </a:endParaRPr>
          </a:p>
        </p:txBody>
      </p:sp>
      <p:sp>
        <p:nvSpPr>
          <p:cNvPr id="165" name="爆発 1 164"/>
          <p:cNvSpPr/>
          <p:nvPr/>
        </p:nvSpPr>
        <p:spPr>
          <a:xfrm>
            <a:off x="3302000" y="1074738"/>
            <a:ext cx="558800" cy="625475"/>
          </a:xfrm>
          <a:prstGeom prst="irregularSeal1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  <a:latin typeface="ＭＳ Ｐゴシック"/>
              </a:rPr>
              <a:t>B</a:t>
            </a:r>
            <a:endParaRPr lang="ja-JP" altLang="en-US" sz="1200" dirty="0">
              <a:solidFill>
                <a:srgbClr val="000000"/>
              </a:solidFill>
              <a:latin typeface="ＭＳ Ｐゴシック"/>
            </a:endParaRPr>
          </a:p>
        </p:txBody>
      </p:sp>
      <p:sp>
        <p:nvSpPr>
          <p:cNvPr id="166" name="爆発 1 165"/>
          <p:cNvSpPr/>
          <p:nvPr/>
        </p:nvSpPr>
        <p:spPr>
          <a:xfrm>
            <a:off x="3302000" y="2905125"/>
            <a:ext cx="558800" cy="625475"/>
          </a:xfrm>
          <a:prstGeom prst="irregularSeal1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  <a:latin typeface="ＭＳ Ｐゴシック"/>
              </a:rPr>
              <a:t>B</a:t>
            </a:r>
            <a:endParaRPr lang="ja-JP" altLang="en-US" sz="1200" dirty="0">
              <a:solidFill>
                <a:srgbClr val="000000"/>
              </a:solidFill>
              <a:latin typeface="ＭＳ Ｐゴシック"/>
            </a:endParaRPr>
          </a:p>
        </p:txBody>
      </p:sp>
      <p:sp>
        <p:nvSpPr>
          <p:cNvPr id="168" name="爆発 1 167"/>
          <p:cNvSpPr/>
          <p:nvPr/>
        </p:nvSpPr>
        <p:spPr>
          <a:xfrm>
            <a:off x="6248400" y="195263"/>
            <a:ext cx="558800" cy="625475"/>
          </a:xfrm>
          <a:prstGeom prst="irregularSeal1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  <a:latin typeface="ＭＳ Ｐゴシック"/>
              </a:rPr>
              <a:t>C</a:t>
            </a:r>
            <a:endParaRPr lang="ja-JP" altLang="en-US" sz="1200" dirty="0">
              <a:solidFill>
                <a:srgbClr val="000000"/>
              </a:solidFill>
              <a:latin typeface="ＭＳ Ｐゴシック"/>
            </a:endParaRPr>
          </a:p>
        </p:txBody>
      </p:sp>
      <p:sp>
        <p:nvSpPr>
          <p:cNvPr id="169" name="爆発 1 168"/>
          <p:cNvSpPr/>
          <p:nvPr/>
        </p:nvSpPr>
        <p:spPr>
          <a:xfrm>
            <a:off x="6248400" y="2416175"/>
            <a:ext cx="558800" cy="625475"/>
          </a:xfrm>
          <a:prstGeom prst="irregularSeal1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  <a:latin typeface="ＭＳ Ｐゴシック"/>
              </a:rPr>
              <a:t>C</a:t>
            </a:r>
            <a:endParaRPr lang="ja-JP" altLang="en-US" sz="1200" dirty="0">
              <a:solidFill>
                <a:srgbClr val="000000"/>
              </a:solidFill>
              <a:latin typeface="ＭＳ Ｐゴシック"/>
            </a:endParaRPr>
          </a:p>
        </p:txBody>
      </p:sp>
      <p:sp>
        <p:nvSpPr>
          <p:cNvPr id="171" name="爆発 1 170"/>
          <p:cNvSpPr/>
          <p:nvPr/>
        </p:nvSpPr>
        <p:spPr>
          <a:xfrm>
            <a:off x="8850313" y="4010820"/>
            <a:ext cx="558800" cy="625475"/>
          </a:xfrm>
          <a:prstGeom prst="irregularSeal1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  <a:latin typeface="ＭＳ Ｐゴシック"/>
              </a:rPr>
              <a:t>D</a:t>
            </a:r>
            <a:endParaRPr lang="ja-JP" altLang="en-US" sz="1200" dirty="0">
              <a:solidFill>
                <a:srgbClr val="000000"/>
              </a:solidFill>
              <a:latin typeface="ＭＳ Ｐゴシック"/>
            </a:endParaRPr>
          </a:p>
        </p:txBody>
      </p:sp>
      <p:sp>
        <p:nvSpPr>
          <p:cNvPr id="172" name="爆発 1 171"/>
          <p:cNvSpPr/>
          <p:nvPr/>
        </p:nvSpPr>
        <p:spPr>
          <a:xfrm>
            <a:off x="8864600" y="5375275"/>
            <a:ext cx="558800" cy="625475"/>
          </a:xfrm>
          <a:prstGeom prst="irregularSeal1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  <a:latin typeface="ＭＳ Ｐゴシック"/>
              </a:rPr>
              <a:t>D</a:t>
            </a:r>
            <a:endParaRPr lang="ja-JP" altLang="en-US" sz="1200" dirty="0">
              <a:solidFill>
                <a:srgbClr val="000000"/>
              </a:solidFill>
              <a:latin typeface="ＭＳ Ｐゴシック"/>
            </a:endParaRPr>
          </a:p>
        </p:txBody>
      </p:sp>
      <p:sp>
        <p:nvSpPr>
          <p:cNvPr id="189" name="正方形/長方形 188"/>
          <p:cNvSpPr/>
          <p:nvPr/>
        </p:nvSpPr>
        <p:spPr>
          <a:xfrm>
            <a:off x="8039100" y="457200"/>
            <a:ext cx="1116013" cy="4984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</a:rPr>
              <a:t>AES#1</a:t>
            </a:r>
            <a:r>
              <a:rPr lang="ja-JP" altLang="en-US" sz="1200" dirty="0">
                <a:solidFill>
                  <a:srgbClr val="000000"/>
                </a:solidFill>
              </a:rPr>
              <a:t>　（</a:t>
            </a:r>
            <a:r>
              <a:rPr lang="en-US" altLang="ja-JP" sz="1200" dirty="0">
                <a:solidFill>
                  <a:srgbClr val="000000"/>
                </a:solidFill>
              </a:rPr>
              <a:t>IVR</a:t>
            </a:r>
            <a:r>
              <a:rPr lang="ja-JP" altLang="en-US" sz="1200" dirty="0">
                <a:solidFill>
                  <a:srgbClr val="000000"/>
                </a:solidFill>
              </a:rPr>
              <a:t>）</a:t>
            </a:r>
            <a:endParaRPr lang="en-US" altLang="ja-JP" sz="1200" dirty="0">
              <a:solidFill>
                <a:srgbClr val="000000"/>
              </a:solidFill>
            </a:endParaRPr>
          </a:p>
        </p:txBody>
      </p:sp>
      <p:sp>
        <p:nvSpPr>
          <p:cNvPr id="192" name="爆発 1 191"/>
          <p:cNvSpPr/>
          <p:nvPr/>
        </p:nvSpPr>
        <p:spPr>
          <a:xfrm>
            <a:off x="8850313" y="195263"/>
            <a:ext cx="558800" cy="625475"/>
          </a:xfrm>
          <a:prstGeom prst="irregularSeal1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srgbClr val="000000"/>
                </a:solidFill>
                <a:latin typeface="ＭＳ Ｐゴシック"/>
              </a:rPr>
              <a:t>F</a:t>
            </a:r>
            <a:endParaRPr lang="ja-JP" altLang="en-US" sz="1200" dirty="0">
              <a:solidFill>
                <a:srgbClr val="000000"/>
              </a:solidFill>
              <a:latin typeface="ＭＳ Ｐゴシック"/>
            </a:endParaRPr>
          </a:p>
        </p:txBody>
      </p:sp>
      <p:cxnSp>
        <p:nvCxnSpPr>
          <p:cNvPr id="195" name="直線コネクタ 194"/>
          <p:cNvCxnSpPr>
            <a:stCxn id="8" idx="3"/>
            <a:endCxn id="189" idx="1"/>
          </p:cNvCxnSpPr>
          <p:nvPr/>
        </p:nvCxnSpPr>
        <p:spPr>
          <a:xfrm flipV="1">
            <a:off x="6857361" y="706438"/>
            <a:ext cx="1181739" cy="803156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線コネクタ 198"/>
          <p:cNvCxnSpPr>
            <a:stCxn id="9" idx="3"/>
            <a:endCxn id="189" idx="1"/>
          </p:cNvCxnSpPr>
          <p:nvPr/>
        </p:nvCxnSpPr>
        <p:spPr>
          <a:xfrm flipV="1">
            <a:off x="6855773" y="706438"/>
            <a:ext cx="1183327" cy="2975769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正方形/長方形 211"/>
          <p:cNvSpPr/>
          <p:nvPr/>
        </p:nvSpPr>
        <p:spPr>
          <a:xfrm>
            <a:off x="8053388" y="1098550"/>
            <a:ext cx="1114425" cy="4984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</a:rPr>
              <a:t>AES#2</a:t>
            </a:r>
            <a:r>
              <a:rPr lang="ja-JP" altLang="en-US" sz="1200" dirty="0">
                <a:solidFill>
                  <a:srgbClr val="000000"/>
                </a:solidFill>
              </a:rPr>
              <a:t>　（</a:t>
            </a:r>
            <a:r>
              <a:rPr lang="en-US" altLang="ja-JP" sz="1200" dirty="0">
                <a:solidFill>
                  <a:srgbClr val="000000"/>
                </a:solidFill>
              </a:rPr>
              <a:t>IVR</a:t>
            </a:r>
            <a:r>
              <a:rPr lang="ja-JP" altLang="en-US" sz="1200" dirty="0">
                <a:solidFill>
                  <a:srgbClr val="000000"/>
                </a:solidFill>
              </a:rPr>
              <a:t>）</a:t>
            </a:r>
            <a:endParaRPr lang="en-US" altLang="ja-JP" sz="1200" dirty="0">
              <a:solidFill>
                <a:srgbClr val="000000"/>
              </a:solidFill>
            </a:endParaRPr>
          </a:p>
        </p:txBody>
      </p:sp>
      <p:sp>
        <p:nvSpPr>
          <p:cNvPr id="213" name="爆発 1 212"/>
          <p:cNvSpPr/>
          <p:nvPr/>
        </p:nvSpPr>
        <p:spPr>
          <a:xfrm>
            <a:off x="8864600" y="836613"/>
            <a:ext cx="558800" cy="625475"/>
          </a:xfrm>
          <a:prstGeom prst="irregularSeal1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srgbClr val="000000"/>
                </a:solidFill>
                <a:latin typeface="ＭＳ Ｐゴシック"/>
              </a:rPr>
              <a:t>F</a:t>
            </a:r>
            <a:endParaRPr lang="ja-JP" altLang="en-US" sz="1200" dirty="0">
              <a:solidFill>
                <a:srgbClr val="000000"/>
              </a:solidFill>
              <a:latin typeface="ＭＳ Ｐゴシック"/>
            </a:endParaRPr>
          </a:p>
        </p:txBody>
      </p:sp>
      <p:sp>
        <p:nvSpPr>
          <p:cNvPr id="214" name="正方形/長方形 213"/>
          <p:cNvSpPr/>
          <p:nvPr/>
        </p:nvSpPr>
        <p:spPr>
          <a:xfrm>
            <a:off x="8053388" y="1744725"/>
            <a:ext cx="1114425" cy="4984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 smtClean="0">
                <a:solidFill>
                  <a:srgbClr val="000000"/>
                </a:solidFill>
              </a:rPr>
              <a:t>チャネル統合</a:t>
            </a:r>
            <a:r>
              <a:rPr lang="ja-JP" altLang="en-US" sz="1200" dirty="0">
                <a:solidFill>
                  <a:srgbClr val="000000"/>
                </a:solidFill>
              </a:rPr>
              <a:t>基盤</a:t>
            </a:r>
            <a:endParaRPr lang="en-US" altLang="ja-JP" sz="1200" dirty="0">
              <a:solidFill>
                <a:srgbClr val="000000"/>
              </a:solidFill>
            </a:endParaRPr>
          </a:p>
        </p:txBody>
      </p:sp>
      <p:sp>
        <p:nvSpPr>
          <p:cNvPr id="215" name="爆発 1 214"/>
          <p:cNvSpPr/>
          <p:nvPr/>
        </p:nvSpPr>
        <p:spPr>
          <a:xfrm>
            <a:off x="8864600" y="1482788"/>
            <a:ext cx="558800" cy="625475"/>
          </a:xfrm>
          <a:prstGeom prst="irregularSeal1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srgbClr val="000000"/>
                </a:solidFill>
                <a:latin typeface="ＭＳ Ｐゴシック"/>
              </a:rPr>
              <a:t>F</a:t>
            </a:r>
            <a:endParaRPr lang="ja-JP" altLang="en-US" sz="1200" dirty="0">
              <a:solidFill>
                <a:srgbClr val="000000"/>
              </a:solidFill>
              <a:latin typeface="ＭＳ Ｐゴシック"/>
            </a:endParaRPr>
          </a:p>
        </p:txBody>
      </p:sp>
      <p:sp>
        <p:nvSpPr>
          <p:cNvPr id="216" name="正方形/長方形 215"/>
          <p:cNvSpPr/>
          <p:nvPr/>
        </p:nvSpPr>
        <p:spPr>
          <a:xfrm>
            <a:off x="8040688" y="3011582"/>
            <a:ext cx="1114425" cy="4984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srgbClr val="000000"/>
                </a:solidFill>
              </a:rPr>
              <a:t>統合</a:t>
            </a:r>
            <a:r>
              <a:rPr lang="en-US" altLang="ja-JP" sz="1200" dirty="0">
                <a:solidFill>
                  <a:srgbClr val="000000"/>
                </a:solidFill>
              </a:rPr>
              <a:t>DB</a:t>
            </a:r>
          </a:p>
        </p:txBody>
      </p:sp>
      <p:sp>
        <p:nvSpPr>
          <p:cNvPr id="217" name="爆発 1 216"/>
          <p:cNvSpPr/>
          <p:nvPr/>
        </p:nvSpPr>
        <p:spPr>
          <a:xfrm>
            <a:off x="8851900" y="2749645"/>
            <a:ext cx="558800" cy="625475"/>
          </a:xfrm>
          <a:prstGeom prst="irregularSeal1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srgbClr val="000000"/>
                </a:solidFill>
                <a:latin typeface="ＭＳ Ｐゴシック"/>
              </a:rPr>
              <a:t>F</a:t>
            </a:r>
            <a:endParaRPr lang="ja-JP" altLang="en-US" sz="1200" dirty="0">
              <a:solidFill>
                <a:srgbClr val="000000"/>
              </a:solidFill>
              <a:latin typeface="ＭＳ Ｐゴシック"/>
            </a:endParaRPr>
          </a:p>
        </p:txBody>
      </p:sp>
      <p:cxnSp>
        <p:nvCxnSpPr>
          <p:cNvPr id="219" name="直線コネクタ 218"/>
          <p:cNvCxnSpPr>
            <a:stCxn id="8" idx="3"/>
            <a:endCxn id="212" idx="1"/>
          </p:cNvCxnSpPr>
          <p:nvPr/>
        </p:nvCxnSpPr>
        <p:spPr>
          <a:xfrm flipV="1">
            <a:off x="6857361" y="1347788"/>
            <a:ext cx="1196027" cy="161806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線コネクタ 220"/>
          <p:cNvCxnSpPr>
            <a:stCxn id="8" idx="3"/>
            <a:endCxn id="214" idx="1"/>
          </p:cNvCxnSpPr>
          <p:nvPr/>
        </p:nvCxnSpPr>
        <p:spPr>
          <a:xfrm>
            <a:off x="6857361" y="1509594"/>
            <a:ext cx="1196027" cy="484369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線コネクタ 222"/>
          <p:cNvCxnSpPr>
            <a:stCxn id="8" idx="3"/>
            <a:endCxn id="216" idx="1"/>
          </p:cNvCxnSpPr>
          <p:nvPr/>
        </p:nvCxnSpPr>
        <p:spPr>
          <a:xfrm>
            <a:off x="6857361" y="1509594"/>
            <a:ext cx="1183327" cy="1751226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線コネクタ 227"/>
          <p:cNvCxnSpPr>
            <a:stCxn id="9" idx="3"/>
            <a:endCxn id="212" idx="1"/>
          </p:cNvCxnSpPr>
          <p:nvPr/>
        </p:nvCxnSpPr>
        <p:spPr>
          <a:xfrm flipV="1">
            <a:off x="6855773" y="1347788"/>
            <a:ext cx="1197615" cy="2334419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線コネクタ 230"/>
          <p:cNvCxnSpPr>
            <a:stCxn id="9" idx="3"/>
            <a:endCxn id="214" idx="1"/>
          </p:cNvCxnSpPr>
          <p:nvPr/>
        </p:nvCxnSpPr>
        <p:spPr>
          <a:xfrm flipV="1">
            <a:off x="6855773" y="1993963"/>
            <a:ext cx="1197615" cy="1688244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線コネクタ 232"/>
          <p:cNvCxnSpPr>
            <a:stCxn id="9" idx="3"/>
            <a:endCxn id="216" idx="1"/>
          </p:cNvCxnSpPr>
          <p:nvPr/>
        </p:nvCxnSpPr>
        <p:spPr>
          <a:xfrm flipV="1">
            <a:off x="6855773" y="3260820"/>
            <a:ext cx="1184915" cy="421387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正方形/長方形 239"/>
          <p:cNvSpPr/>
          <p:nvPr/>
        </p:nvSpPr>
        <p:spPr>
          <a:xfrm>
            <a:off x="8053388" y="3634582"/>
            <a:ext cx="1114425" cy="4984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srgbClr val="000000"/>
                </a:solidFill>
              </a:rPr>
              <a:t>タンデム</a:t>
            </a:r>
            <a:endParaRPr lang="en-US" altLang="ja-JP" sz="1200" dirty="0">
              <a:solidFill>
                <a:srgbClr val="000000"/>
              </a:solidFill>
            </a:endParaRPr>
          </a:p>
        </p:txBody>
      </p:sp>
      <p:sp>
        <p:nvSpPr>
          <p:cNvPr id="241" name="爆発 1 240"/>
          <p:cNvSpPr/>
          <p:nvPr/>
        </p:nvSpPr>
        <p:spPr>
          <a:xfrm>
            <a:off x="8864600" y="3372645"/>
            <a:ext cx="558800" cy="625475"/>
          </a:xfrm>
          <a:prstGeom prst="irregularSeal1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srgbClr val="000000"/>
                </a:solidFill>
                <a:latin typeface="ＭＳ Ｐゴシック"/>
              </a:rPr>
              <a:t>F</a:t>
            </a:r>
            <a:endParaRPr lang="ja-JP" altLang="en-US" sz="1200" dirty="0">
              <a:solidFill>
                <a:srgbClr val="000000"/>
              </a:solidFill>
              <a:latin typeface="ＭＳ Ｐゴシック"/>
            </a:endParaRPr>
          </a:p>
        </p:txBody>
      </p:sp>
      <p:cxnSp>
        <p:nvCxnSpPr>
          <p:cNvPr id="243" name="直線コネクタ 242"/>
          <p:cNvCxnSpPr>
            <a:stCxn id="8" idx="3"/>
            <a:endCxn id="240" idx="1"/>
          </p:cNvCxnSpPr>
          <p:nvPr/>
        </p:nvCxnSpPr>
        <p:spPr>
          <a:xfrm>
            <a:off x="6857361" y="1509594"/>
            <a:ext cx="1196027" cy="2374226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線コネクタ 244"/>
          <p:cNvCxnSpPr>
            <a:stCxn id="9" idx="3"/>
            <a:endCxn id="240" idx="1"/>
          </p:cNvCxnSpPr>
          <p:nvPr/>
        </p:nvCxnSpPr>
        <p:spPr>
          <a:xfrm>
            <a:off x="6855773" y="3682207"/>
            <a:ext cx="1197615" cy="201613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正方形/長方形 108"/>
          <p:cNvSpPr/>
          <p:nvPr/>
        </p:nvSpPr>
        <p:spPr>
          <a:xfrm>
            <a:off x="8053388" y="2382918"/>
            <a:ext cx="1114425" cy="4984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srgbClr val="000000"/>
                </a:solidFill>
              </a:rPr>
              <a:t>統合</a:t>
            </a:r>
            <a:r>
              <a:rPr lang="en-US" altLang="ja-JP" sz="1200" dirty="0">
                <a:solidFill>
                  <a:srgbClr val="000000"/>
                </a:solidFill>
              </a:rPr>
              <a:t>AP</a:t>
            </a:r>
          </a:p>
        </p:txBody>
      </p:sp>
      <p:sp>
        <p:nvSpPr>
          <p:cNvPr id="110" name="爆発 1 109"/>
          <p:cNvSpPr/>
          <p:nvPr/>
        </p:nvSpPr>
        <p:spPr>
          <a:xfrm>
            <a:off x="8864600" y="2120981"/>
            <a:ext cx="558800" cy="625475"/>
          </a:xfrm>
          <a:prstGeom prst="irregularSeal1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srgbClr val="000000"/>
                </a:solidFill>
                <a:latin typeface="ＭＳ Ｐゴシック"/>
              </a:rPr>
              <a:t>F</a:t>
            </a:r>
            <a:endParaRPr lang="ja-JP" altLang="en-US" sz="1200" dirty="0">
              <a:solidFill>
                <a:srgbClr val="000000"/>
              </a:solidFill>
              <a:latin typeface="ＭＳ Ｐゴシック"/>
            </a:endParaRPr>
          </a:p>
        </p:txBody>
      </p:sp>
      <p:cxnSp>
        <p:nvCxnSpPr>
          <p:cNvPr id="111" name="直線コネクタ 110"/>
          <p:cNvCxnSpPr>
            <a:stCxn id="9" idx="3"/>
            <a:endCxn id="109" idx="1"/>
          </p:cNvCxnSpPr>
          <p:nvPr/>
        </p:nvCxnSpPr>
        <p:spPr>
          <a:xfrm flipV="1">
            <a:off x="6855773" y="2632156"/>
            <a:ext cx="1197615" cy="1050051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コネクタ 113"/>
          <p:cNvCxnSpPr>
            <a:stCxn id="8" idx="3"/>
            <a:endCxn id="109" idx="1"/>
          </p:cNvCxnSpPr>
          <p:nvPr/>
        </p:nvCxnSpPr>
        <p:spPr>
          <a:xfrm>
            <a:off x="6857361" y="1509594"/>
            <a:ext cx="1196027" cy="1122562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正方形/長方形 136"/>
          <p:cNvSpPr/>
          <p:nvPr/>
        </p:nvSpPr>
        <p:spPr>
          <a:xfrm>
            <a:off x="2477139" y="4978127"/>
            <a:ext cx="1073101" cy="11303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 smtClean="0">
                <a:solidFill>
                  <a:srgbClr val="000000"/>
                </a:solidFill>
              </a:rPr>
              <a:t>運用</a:t>
            </a:r>
            <a:r>
              <a:rPr lang="ja-JP" altLang="en-US" sz="1200" dirty="0">
                <a:solidFill>
                  <a:srgbClr val="000000"/>
                </a:solidFill>
              </a:rPr>
              <a:t>管理</a:t>
            </a:r>
          </a:p>
        </p:txBody>
      </p:sp>
      <p:sp>
        <p:nvSpPr>
          <p:cNvPr id="138" name="爆発 1 137"/>
          <p:cNvSpPr/>
          <p:nvPr/>
        </p:nvSpPr>
        <p:spPr>
          <a:xfrm>
            <a:off x="3302000" y="4797152"/>
            <a:ext cx="558800" cy="625475"/>
          </a:xfrm>
          <a:prstGeom prst="irregularSeal1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  <a:latin typeface="ＭＳ Ｐゴシック"/>
              </a:rPr>
              <a:t>E</a:t>
            </a:r>
            <a:endParaRPr lang="ja-JP" altLang="en-US" sz="1200" dirty="0">
              <a:solidFill>
                <a:srgbClr val="000000"/>
              </a:solidFill>
              <a:latin typeface="ＭＳ Ｐゴシック"/>
            </a:endParaRPr>
          </a:p>
        </p:txBody>
      </p:sp>
      <p:sp>
        <p:nvSpPr>
          <p:cNvPr id="139" name="角丸四角形 138"/>
          <p:cNvSpPr/>
          <p:nvPr/>
        </p:nvSpPr>
        <p:spPr>
          <a:xfrm>
            <a:off x="2552700" y="5384527"/>
            <a:ext cx="9144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srgbClr val="000000"/>
                </a:solidFill>
              </a:rPr>
              <a:t>JP1</a:t>
            </a:r>
            <a:endParaRPr lang="ja-JP" altLang="en-US" sz="1200" dirty="0">
              <a:solidFill>
                <a:srgbClr val="000000"/>
              </a:solidFill>
            </a:endParaRPr>
          </a:p>
        </p:txBody>
      </p:sp>
      <p:cxnSp>
        <p:nvCxnSpPr>
          <p:cNvPr id="258" name="直線コネクタ 257"/>
          <p:cNvCxnSpPr>
            <a:stCxn id="137" idx="0"/>
          </p:cNvCxnSpPr>
          <p:nvPr/>
        </p:nvCxnSpPr>
        <p:spPr>
          <a:xfrm flipV="1">
            <a:off x="3013690" y="4636295"/>
            <a:ext cx="20023" cy="341832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角丸四角形 261"/>
          <p:cNvSpPr/>
          <p:nvPr/>
        </p:nvSpPr>
        <p:spPr>
          <a:xfrm>
            <a:off x="8139113" y="4687945"/>
            <a:ext cx="9144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</a:rPr>
              <a:t>IVRDB</a:t>
            </a:r>
            <a:endParaRPr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265" name="角丸四角形 264"/>
          <p:cNvSpPr/>
          <p:nvPr/>
        </p:nvSpPr>
        <p:spPr>
          <a:xfrm>
            <a:off x="8139113" y="6435655"/>
            <a:ext cx="9144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srgbClr val="000000"/>
                </a:solidFill>
              </a:rPr>
              <a:t>HULFT</a:t>
            </a:r>
            <a:endParaRPr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266" name="角丸四角形 265"/>
          <p:cNvSpPr/>
          <p:nvPr/>
        </p:nvSpPr>
        <p:spPr>
          <a:xfrm>
            <a:off x="8139113" y="6048296"/>
            <a:ext cx="914400" cy="381000"/>
          </a:xfrm>
          <a:prstGeom prst="round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srgbClr val="000000"/>
                </a:solidFill>
              </a:rPr>
              <a:t>IVRDB</a:t>
            </a:r>
            <a:endParaRPr lang="ja-JP" altLang="en-US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273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 smtClean="0"/>
              <a:t>03</a:t>
            </a:r>
            <a:r>
              <a:rPr lang="ja-JP" altLang="en-US" dirty="0" smtClean="0"/>
              <a:t>　システム障害設計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altLang="ja-JP" dirty="0" smtClean="0">
                <a:latin typeface="ＭＳ Ｐゴシック" pitchFamily="50" charset="-128"/>
                <a:ea typeface="ＭＳ Ｐゴシック" pitchFamily="50" charset="-128"/>
              </a:rPr>
              <a:t>3-2. </a:t>
            </a:r>
            <a:r>
              <a:rPr lang="ja-JP" altLang="en-US" dirty="0" smtClean="0">
                <a:latin typeface="ＭＳ Ｐゴシック" pitchFamily="50" charset="-128"/>
                <a:ea typeface="ＭＳ Ｐゴシック" pitchFamily="50" charset="-128"/>
              </a:rPr>
              <a:t>異常系処理</a:t>
            </a:r>
            <a:endParaRPr lang="en-US" altLang="ja-JP" dirty="0" smtClean="0">
              <a:latin typeface="ＭＳ Ｐゴシック" pitchFamily="50" charset="-128"/>
              <a:ea typeface="ＭＳ Ｐゴシック" pitchFamily="50" charset="-128"/>
            </a:endParaRPr>
          </a:p>
          <a:p>
            <a:r>
              <a:rPr lang="en-US" altLang="ja-JP" dirty="0" smtClean="0">
                <a:latin typeface="ＭＳ Ｐゴシック" pitchFamily="50" charset="-128"/>
                <a:ea typeface="ＭＳ Ｐゴシック" pitchFamily="50" charset="-128"/>
              </a:rPr>
              <a:t>WAS</a:t>
            </a:r>
            <a:r>
              <a:rPr lang="ja-JP" altLang="en-US" dirty="0" smtClean="0">
                <a:latin typeface="ＭＳ Ｐゴシック" pitchFamily="50" charset="-128"/>
                <a:ea typeface="ＭＳ Ｐゴシック" pitchFamily="50" charset="-128"/>
              </a:rPr>
              <a:t>異常時処理シーケンス（新規の呼に対し、</a:t>
            </a:r>
            <a:r>
              <a:rPr lang="en-US" altLang="ja-JP" dirty="0" smtClean="0">
                <a:latin typeface="ＭＳ Ｐゴシック" pitchFamily="50" charset="-128"/>
                <a:ea typeface="ＭＳ Ｐゴシック" pitchFamily="50" charset="-128"/>
              </a:rPr>
              <a:t>WAS</a:t>
            </a:r>
            <a:r>
              <a:rPr lang="ja-JP" altLang="en-US" dirty="0" smtClean="0">
                <a:latin typeface="ＭＳ Ｐゴシック" pitchFamily="50" charset="-128"/>
                <a:ea typeface="ＭＳ Ｐゴシック" pitchFamily="50" charset="-128"/>
              </a:rPr>
              <a:t>からの応答がない場合）</a:t>
            </a:r>
            <a:endParaRPr lang="en-US" altLang="ja-JP" dirty="0" smtClean="0">
              <a:latin typeface="ＭＳ Ｐゴシック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777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6629400" y="1127125"/>
            <a:ext cx="2209800" cy="11588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WAS#1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1066800" y="1127125"/>
            <a:ext cx="1066800" cy="35972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prstClr val="black"/>
                </a:solidFill>
                <a:latin typeface="ＭＳ Ｐゴシック"/>
              </a:rPr>
              <a:t>CM/G450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3429000" y="1127125"/>
            <a:ext cx="2514600" cy="35972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MPP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4127" name="Line 31"/>
          <p:cNvSpPr>
            <a:spLocks noChangeShapeType="1"/>
          </p:cNvSpPr>
          <p:nvPr/>
        </p:nvSpPr>
        <p:spPr bwMode="auto">
          <a:xfrm>
            <a:off x="457200" y="1600200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4128" name="Line 32"/>
          <p:cNvSpPr>
            <a:spLocks noChangeShapeType="1"/>
          </p:cNvSpPr>
          <p:nvPr/>
        </p:nvSpPr>
        <p:spPr bwMode="auto">
          <a:xfrm>
            <a:off x="76200" y="16002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4129" name="Line 33"/>
          <p:cNvSpPr>
            <a:spLocks noChangeShapeType="1"/>
          </p:cNvSpPr>
          <p:nvPr/>
        </p:nvSpPr>
        <p:spPr bwMode="auto">
          <a:xfrm>
            <a:off x="76200" y="41910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4133" name="Line 37"/>
          <p:cNvSpPr>
            <a:spLocks noChangeShapeType="1"/>
          </p:cNvSpPr>
          <p:nvPr/>
        </p:nvSpPr>
        <p:spPr bwMode="auto">
          <a:xfrm>
            <a:off x="6019800" y="112712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4134" name="Text Box 38"/>
          <p:cNvSpPr txBox="1">
            <a:spLocks noChangeArrowheads="1"/>
          </p:cNvSpPr>
          <p:nvPr/>
        </p:nvSpPr>
        <p:spPr bwMode="auto">
          <a:xfrm>
            <a:off x="5892800" y="148272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err="1">
                <a:solidFill>
                  <a:prstClr val="black"/>
                </a:solidFill>
                <a:latin typeface="ＭＳ Ｐゴシック"/>
              </a:rPr>
              <a:t>Req</a:t>
            </a:r>
            <a:endParaRPr lang="en-US" altLang="ja-JP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4136" name="Text Box 40"/>
          <p:cNvSpPr txBox="1">
            <a:spLocks noChangeArrowheads="1"/>
          </p:cNvSpPr>
          <p:nvPr/>
        </p:nvSpPr>
        <p:spPr bwMode="auto">
          <a:xfrm>
            <a:off x="5892800" y="246697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err="1">
                <a:solidFill>
                  <a:prstClr val="black"/>
                </a:solidFill>
                <a:latin typeface="ＭＳ Ｐゴシック"/>
              </a:rPr>
              <a:t>Req</a:t>
            </a:r>
            <a:endParaRPr lang="en-US" altLang="ja-JP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4137" name="Text Box 41"/>
          <p:cNvSpPr txBox="1">
            <a:spLocks noChangeArrowheads="1"/>
          </p:cNvSpPr>
          <p:nvPr/>
        </p:nvSpPr>
        <p:spPr bwMode="auto">
          <a:xfrm>
            <a:off x="5880100" y="303212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>
                <a:solidFill>
                  <a:prstClr val="black"/>
                </a:solidFill>
                <a:latin typeface="ＭＳ Ｐゴシック"/>
              </a:rPr>
              <a:t>Res</a:t>
            </a:r>
          </a:p>
        </p:txBody>
      </p:sp>
      <p:sp>
        <p:nvSpPr>
          <p:cNvPr id="4138" name="Text Box 42"/>
          <p:cNvSpPr txBox="1">
            <a:spLocks noChangeArrowheads="1"/>
          </p:cNvSpPr>
          <p:nvPr/>
        </p:nvSpPr>
        <p:spPr bwMode="auto">
          <a:xfrm>
            <a:off x="5880100" y="3454400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err="1">
                <a:solidFill>
                  <a:prstClr val="black"/>
                </a:solidFill>
                <a:latin typeface="ＭＳ Ｐゴシック"/>
              </a:rPr>
              <a:t>Req</a:t>
            </a:r>
            <a:endParaRPr lang="en-US" altLang="ja-JP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4139" name="Text Box 43"/>
          <p:cNvSpPr txBox="1">
            <a:spLocks noChangeArrowheads="1"/>
          </p:cNvSpPr>
          <p:nvPr/>
        </p:nvSpPr>
        <p:spPr bwMode="auto">
          <a:xfrm>
            <a:off x="5892800" y="402272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>
                <a:solidFill>
                  <a:prstClr val="black"/>
                </a:solidFill>
                <a:latin typeface="ＭＳ Ｐゴシック"/>
              </a:rPr>
              <a:t>Res</a:t>
            </a:r>
          </a:p>
        </p:txBody>
      </p:sp>
      <p:sp>
        <p:nvSpPr>
          <p:cNvPr id="4140" name="Rectangle 44"/>
          <p:cNvSpPr>
            <a:spLocks noChangeArrowheads="1"/>
          </p:cNvSpPr>
          <p:nvPr/>
        </p:nvSpPr>
        <p:spPr bwMode="auto">
          <a:xfrm>
            <a:off x="6629400" y="2438400"/>
            <a:ext cx="22098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WAS#2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4141" name="Rectangle 45"/>
          <p:cNvSpPr>
            <a:spLocks noChangeArrowheads="1"/>
          </p:cNvSpPr>
          <p:nvPr/>
        </p:nvSpPr>
        <p:spPr bwMode="auto">
          <a:xfrm>
            <a:off x="7315200" y="1524000"/>
            <a:ext cx="1066800" cy="6096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セッション管理</a:t>
            </a:r>
          </a:p>
        </p:txBody>
      </p:sp>
      <p:sp>
        <p:nvSpPr>
          <p:cNvPr id="4170" name="Rectangle 74"/>
          <p:cNvSpPr>
            <a:spLocks noChangeArrowheads="1"/>
          </p:cNvSpPr>
          <p:nvPr/>
        </p:nvSpPr>
        <p:spPr bwMode="auto">
          <a:xfrm>
            <a:off x="7315200" y="2565400"/>
            <a:ext cx="1066800" cy="20574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b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セッション管理</a:t>
            </a:r>
          </a:p>
        </p:txBody>
      </p:sp>
      <p:sp>
        <p:nvSpPr>
          <p:cNvPr id="4180" name="Rectangle 84"/>
          <p:cNvSpPr>
            <a:spLocks noChangeArrowheads="1"/>
          </p:cNvSpPr>
          <p:nvPr/>
        </p:nvSpPr>
        <p:spPr bwMode="auto">
          <a:xfrm>
            <a:off x="5181600" y="1346200"/>
            <a:ext cx="609600" cy="22352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b" anchorCtr="1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ロードバランス</a:t>
            </a:r>
            <a:endParaRPr lang="ja-JP" altLang="ja-JP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4104" name="Line 8"/>
          <p:cNvSpPr>
            <a:spLocks noChangeShapeType="1"/>
          </p:cNvSpPr>
          <p:nvPr/>
        </p:nvSpPr>
        <p:spPr bwMode="auto">
          <a:xfrm>
            <a:off x="1752600" y="1752600"/>
            <a:ext cx="480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4109" name="Line 13"/>
          <p:cNvSpPr>
            <a:spLocks noChangeShapeType="1"/>
          </p:cNvSpPr>
          <p:nvPr/>
        </p:nvSpPr>
        <p:spPr bwMode="auto">
          <a:xfrm>
            <a:off x="4114800" y="2743200"/>
            <a:ext cx="3733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4110" name="Line 14"/>
          <p:cNvSpPr>
            <a:spLocks noChangeShapeType="1"/>
          </p:cNvSpPr>
          <p:nvPr/>
        </p:nvSpPr>
        <p:spPr bwMode="auto">
          <a:xfrm>
            <a:off x="7848600" y="2743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4111" name="Line 15"/>
          <p:cNvSpPr>
            <a:spLocks noChangeShapeType="1"/>
          </p:cNvSpPr>
          <p:nvPr/>
        </p:nvSpPr>
        <p:spPr bwMode="auto">
          <a:xfrm flipH="1">
            <a:off x="1752600" y="3048000"/>
            <a:ext cx="609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grpSp>
        <p:nvGrpSpPr>
          <p:cNvPr id="36886" name="Group 16"/>
          <p:cNvGrpSpPr>
            <a:grpSpLocks/>
          </p:cNvGrpSpPr>
          <p:nvPr/>
        </p:nvGrpSpPr>
        <p:grpSpPr bwMode="auto">
          <a:xfrm>
            <a:off x="1752600" y="3733800"/>
            <a:ext cx="6096000" cy="304800"/>
            <a:chOff x="1104" y="624"/>
            <a:chExt cx="3840" cy="192"/>
          </a:xfrm>
        </p:grpSpPr>
        <p:sp>
          <p:nvSpPr>
            <p:cNvPr id="4113" name="Line 17"/>
            <p:cNvSpPr>
              <a:spLocks noChangeShapeType="1"/>
            </p:cNvSpPr>
            <p:nvPr/>
          </p:nvSpPr>
          <p:spPr bwMode="auto">
            <a:xfrm>
              <a:off x="1104" y="624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  <p:sp>
          <p:nvSpPr>
            <p:cNvPr id="4114" name="Line 18"/>
            <p:cNvSpPr>
              <a:spLocks noChangeShapeType="1"/>
            </p:cNvSpPr>
            <p:nvPr/>
          </p:nvSpPr>
          <p:spPr bwMode="auto">
            <a:xfrm>
              <a:off x="494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  <p:sp>
          <p:nvSpPr>
            <p:cNvPr id="4115" name="Line 19"/>
            <p:cNvSpPr>
              <a:spLocks noChangeShapeType="1"/>
            </p:cNvSpPr>
            <p:nvPr/>
          </p:nvSpPr>
          <p:spPr bwMode="auto">
            <a:xfrm flipH="1">
              <a:off x="1104" y="816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</p:grpSp>
      <p:sp>
        <p:nvSpPr>
          <p:cNvPr id="4194" name="Text Box 98"/>
          <p:cNvSpPr txBox="1">
            <a:spLocks noChangeArrowheads="1"/>
          </p:cNvSpPr>
          <p:nvPr/>
        </p:nvSpPr>
        <p:spPr bwMode="auto">
          <a:xfrm>
            <a:off x="2590800" y="14478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①</a:t>
            </a:r>
          </a:p>
        </p:txBody>
      </p:sp>
      <p:sp>
        <p:nvSpPr>
          <p:cNvPr id="4195" name="Text Box 99"/>
          <p:cNvSpPr txBox="1">
            <a:spLocks noChangeArrowheads="1"/>
          </p:cNvSpPr>
          <p:nvPr/>
        </p:nvSpPr>
        <p:spPr bwMode="auto">
          <a:xfrm>
            <a:off x="4254500" y="1463675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②</a:t>
            </a:r>
          </a:p>
        </p:txBody>
      </p:sp>
      <p:sp>
        <p:nvSpPr>
          <p:cNvPr id="4197" name="Text Box 101"/>
          <p:cNvSpPr txBox="1">
            <a:spLocks noChangeArrowheads="1"/>
          </p:cNvSpPr>
          <p:nvPr/>
        </p:nvSpPr>
        <p:spPr bwMode="auto">
          <a:xfrm>
            <a:off x="4254500" y="24257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④</a:t>
            </a:r>
          </a:p>
        </p:txBody>
      </p:sp>
      <p:sp>
        <p:nvSpPr>
          <p:cNvPr id="4198" name="Text Box 102"/>
          <p:cNvSpPr txBox="1">
            <a:spLocks noChangeArrowheads="1"/>
          </p:cNvSpPr>
          <p:nvPr/>
        </p:nvSpPr>
        <p:spPr bwMode="auto">
          <a:xfrm>
            <a:off x="5486400" y="24384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 dirty="0">
                <a:solidFill>
                  <a:prstClr val="black"/>
                </a:solidFill>
                <a:latin typeface="ＭＳ Ｐゴシック"/>
              </a:rPr>
              <a:t>⑤</a:t>
            </a:r>
          </a:p>
        </p:txBody>
      </p:sp>
      <p:sp>
        <p:nvSpPr>
          <p:cNvPr id="4199" name="Text Box 103"/>
          <p:cNvSpPr txBox="1">
            <a:spLocks noChangeArrowheads="1"/>
          </p:cNvSpPr>
          <p:nvPr/>
        </p:nvSpPr>
        <p:spPr bwMode="auto">
          <a:xfrm>
            <a:off x="7378700" y="24892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 dirty="0">
                <a:solidFill>
                  <a:prstClr val="black"/>
                </a:solidFill>
                <a:latin typeface="ＭＳ Ｐゴシック"/>
              </a:rPr>
              <a:t>⑥</a:t>
            </a:r>
          </a:p>
        </p:txBody>
      </p:sp>
      <p:sp>
        <p:nvSpPr>
          <p:cNvPr id="4200" name="Text Box 104"/>
          <p:cNvSpPr txBox="1">
            <a:spLocks noChangeArrowheads="1"/>
          </p:cNvSpPr>
          <p:nvPr/>
        </p:nvSpPr>
        <p:spPr bwMode="auto">
          <a:xfrm>
            <a:off x="7848600" y="27432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⑦</a:t>
            </a:r>
          </a:p>
        </p:txBody>
      </p:sp>
      <p:sp>
        <p:nvSpPr>
          <p:cNvPr id="4201" name="Text Box 105"/>
          <p:cNvSpPr txBox="1">
            <a:spLocks noChangeArrowheads="1"/>
          </p:cNvSpPr>
          <p:nvPr/>
        </p:nvSpPr>
        <p:spPr bwMode="auto">
          <a:xfrm>
            <a:off x="6781800" y="3032125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⑧</a:t>
            </a:r>
          </a:p>
        </p:txBody>
      </p:sp>
      <p:sp>
        <p:nvSpPr>
          <p:cNvPr id="4202" name="Text Box 106"/>
          <p:cNvSpPr txBox="1">
            <a:spLocks noChangeArrowheads="1"/>
          </p:cNvSpPr>
          <p:nvPr/>
        </p:nvSpPr>
        <p:spPr bwMode="auto">
          <a:xfrm>
            <a:off x="4254500" y="30607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⑨</a:t>
            </a:r>
          </a:p>
        </p:txBody>
      </p:sp>
      <p:sp>
        <p:nvSpPr>
          <p:cNvPr id="4203" name="Text Box 107"/>
          <p:cNvSpPr txBox="1">
            <a:spLocks noChangeArrowheads="1"/>
          </p:cNvSpPr>
          <p:nvPr/>
        </p:nvSpPr>
        <p:spPr bwMode="auto">
          <a:xfrm>
            <a:off x="4254500" y="34290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⑩</a:t>
            </a:r>
          </a:p>
        </p:txBody>
      </p:sp>
      <p:sp>
        <p:nvSpPr>
          <p:cNvPr id="4204" name="Text Box 108"/>
          <p:cNvSpPr txBox="1">
            <a:spLocks noChangeArrowheads="1"/>
          </p:cNvSpPr>
          <p:nvPr/>
        </p:nvSpPr>
        <p:spPr bwMode="auto">
          <a:xfrm>
            <a:off x="6781800" y="3444875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⑪</a:t>
            </a:r>
          </a:p>
        </p:txBody>
      </p:sp>
      <p:sp>
        <p:nvSpPr>
          <p:cNvPr id="4205" name="Text Box 109"/>
          <p:cNvSpPr txBox="1">
            <a:spLocks noChangeArrowheads="1"/>
          </p:cNvSpPr>
          <p:nvPr/>
        </p:nvSpPr>
        <p:spPr bwMode="auto">
          <a:xfrm>
            <a:off x="6781800" y="3992563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⑫</a:t>
            </a:r>
          </a:p>
        </p:txBody>
      </p:sp>
      <p:sp>
        <p:nvSpPr>
          <p:cNvPr id="4206" name="Text Box 110"/>
          <p:cNvSpPr txBox="1">
            <a:spLocks noChangeArrowheads="1"/>
          </p:cNvSpPr>
          <p:nvPr/>
        </p:nvSpPr>
        <p:spPr bwMode="auto">
          <a:xfrm>
            <a:off x="4254500" y="4024313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⑬</a:t>
            </a:r>
          </a:p>
        </p:txBody>
      </p:sp>
      <p:sp>
        <p:nvSpPr>
          <p:cNvPr id="4209" name="Text Box 113"/>
          <p:cNvSpPr txBox="1">
            <a:spLocks noChangeArrowheads="1"/>
          </p:cNvSpPr>
          <p:nvPr/>
        </p:nvSpPr>
        <p:spPr bwMode="auto">
          <a:xfrm>
            <a:off x="1219200" y="1828800"/>
            <a:ext cx="533400" cy="274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>
                <a:solidFill>
                  <a:prstClr val="black"/>
                </a:solidFill>
                <a:latin typeface="ＭＳ Ｐゴシック"/>
              </a:rPr>
              <a:t>入電</a:t>
            </a:r>
          </a:p>
        </p:txBody>
      </p:sp>
      <p:sp>
        <p:nvSpPr>
          <p:cNvPr id="4210" name="Text Box 114"/>
          <p:cNvSpPr txBox="1">
            <a:spLocks noChangeArrowheads="1"/>
          </p:cNvSpPr>
          <p:nvPr/>
        </p:nvSpPr>
        <p:spPr bwMode="auto">
          <a:xfrm>
            <a:off x="1219200" y="3910013"/>
            <a:ext cx="533400" cy="2746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終電</a:t>
            </a:r>
          </a:p>
        </p:txBody>
      </p:sp>
      <p:sp>
        <p:nvSpPr>
          <p:cNvPr id="36901" name="Text Box 117"/>
          <p:cNvSpPr txBox="1">
            <a:spLocks noChangeArrowheads="1"/>
          </p:cNvSpPr>
          <p:nvPr/>
        </p:nvSpPr>
        <p:spPr bwMode="auto">
          <a:xfrm>
            <a:off x="0" y="0"/>
            <a:ext cx="5181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ja-JP" altLang="en-US" smtClean="0">
                <a:solidFill>
                  <a:prstClr val="black"/>
                </a:solidFill>
              </a:rPr>
              <a:t>障害シーケンスパターン１（新規接続呼－応答なし）</a:t>
            </a:r>
          </a:p>
        </p:txBody>
      </p:sp>
      <p:sp>
        <p:nvSpPr>
          <p:cNvPr id="4214" name="Text Box 118"/>
          <p:cNvSpPr txBox="1">
            <a:spLocks noChangeArrowheads="1"/>
          </p:cNvSpPr>
          <p:nvPr/>
        </p:nvSpPr>
        <p:spPr bwMode="auto">
          <a:xfrm>
            <a:off x="5486400" y="1463675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③</a:t>
            </a:r>
          </a:p>
        </p:txBody>
      </p:sp>
      <p:sp>
        <p:nvSpPr>
          <p:cNvPr id="58" name="Text Box 15"/>
          <p:cNvSpPr txBox="1">
            <a:spLocks noChangeArrowheads="1"/>
          </p:cNvSpPr>
          <p:nvPr/>
        </p:nvSpPr>
        <p:spPr bwMode="auto">
          <a:xfrm>
            <a:off x="457200" y="1851025"/>
            <a:ext cx="354013" cy="20891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eaVert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100" dirty="0">
                <a:solidFill>
                  <a:prstClr val="black"/>
                </a:solidFill>
                <a:latin typeface="ＭＳ Ｐゴシック"/>
              </a:rPr>
              <a:t>一連の呼処理に紐付くセッション</a:t>
            </a:r>
          </a:p>
        </p:txBody>
      </p:sp>
      <p:sp>
        <p:nvSpPr>
          <p:cNvPr id="46" name="Text Box 16"/>
          <p:cNvSpPr txBox="1">
            <a:spLocks noChangeArrowheads="1"/>
          </p:cNvSpPr>
          <p:nvPr/>
        </p:nvSpPr>
        <p:spPr bwMode="auto">
          <a:xfrm>
            <a:off x="5508625" y="850900"/>
            <a:ext cx="155575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HTTPS</a:t>
            </a: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セッション</a:t>
            </a:r>
          </a:p>
        </p:txBody>
      </p:sp>
      <p:sp>
        <p:nvSpPr>
          <p:cNvPr id="47" name="爆発 1 46"/>
          <p:cNvSpPr/>
          <p:nvPr/>
        </p:nvSpPr>
        <p:spPr>
          <a:xfrm>
            <a:off x="6540500" y="1420813"/>
            <a:ext cx="914400" cy="723900"/>
          </a:xfrm>
          <a:prstGeom prst="irregularSeal1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</a:rPr>
              <a:t>障害</a:t>
            </a:r>
          </a:p>
        </p:txBody>
      </p:sp>
    </p:spTree>
    <p:extLst>
      <p:ext uri="{BB962C8B-B14F-4D97-AF65-F5344CB8AC3E}">
        <p14:creationId xmlns:p14="http://schemas.microsoft.com/office/powerpoint/2010/main" val="3969696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 smtClean="0"/>
              <a:t>03</a:t>
            </a:r>
            <a:r>
              <a:rPr lang="ja-JP" altLang="en-US" dirty="0" smtClean="0"/>
              <a:t>　システム障害設計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altLang="ja-JP" dirty="0" smtClean="0">
                <a:latin typeface="ＭＳ Ｐゴシック" pitchFamily="50" charset="-128"/>
                <a:ea typeface="ＭＳ Ｐゴシック" pitchFamily="50" charset="-128"/>
              </a:rPr>
              <a:t>3-2. </a:t>
            </a:r>
            <a:r>
              <a:rPr lang="ja-JP" altLang="en-US" dirty="0" smtClean="0">
                <a:latin typeface="ＭＳ Ｐゴシック" pitchFamily="50" charset="-128"/>
                <a:ea typeface="ＭＳ Ｐゴシック" pitchFamily="50" charset="-128"/>
              </a:rPr>
              <a:t>異常系処理</a:t>
            </a:r>
            <a:endParaRPr lang="en-US" altLang="ja-JP" dirty="0" smtClean="0">
              <a:latin typeface="ＭＳ Ｐゴシック" pitchFamily="50" charset="-128"/>
              <a:ea typeface="ＭＳ Ｐゴシック" pitchFamily="50" charset="-128"/>
            </a:endParaRPr>
          </a:p>
          <a:p>
            <a:r>
              <a:rPr lang="en-US" altLang="ja-JP" dirty="0" smtClean="0">
                <a:latin typeface="ＭＳ Ｐゴシック" pitchFamily="50" charset="-128"/>
                <a:ea typeface="ＭＳ Ｐゴシック" pitchFamily="50" charset="-128"/>
              </a:rPr>
              <a:t>WAS</a:t>
            </a:r>
            <a:r>
              <a:rPr lang="ja-JP" altLang="en-US" dirty="0">
                <a:latin typeface="ＭＳ Ｐゴシック" pitchFamily="50" charset="-128"/>
                <a:ea typeface="ＭＳ Ｐゴシック" pitchFamily="50" charset="-128"/>
              </a:rPr>
              <a:t>異常時処理シーケンス（新規の呼に対し、</a:t>
            </a:r>
            <a:r>
              <a:rPr lang="en-US" altLang="ja-JP" dirty="0">
                <a:latin typeface="ＭＳ Ｐゴシック" pitchFamily="50" charset="-128"/>
                <a:ea typeface="ＭＳ Ｐゴシック" pitchFamily="50" charset="-128"/>
              </a:rPr>
              <a:t>WAS</a:t>
            </a:r>
            <a:r>
              <a:rPr lang="ja-JP" altLang="en-US" dirty="0">
                <a:latin typeface="ＭＳ Ｐゴシック" pitchFamily="50" charset="-128"/>
                <a:ea typeface="ＭＳ Ｐゴシック" pitchFamily="50" charset="-128"/>
              </a:rPr>
              <a:t>がエラーを返す場合）</a:t>
            </a:r>
            <a:endParaRPr kumimoji="1"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777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6629400" y="1433513"/>
            <a:ext cx="2209800" cy="1309687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WAS#1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1066800" y="1433513"/>
            <a:ext cx="1066800" cy="3443287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prstClr val="black"/>
                </a:solidFill>
                <a:latin typeface="ＭＳ Ｐゴシック"/>
              </a:rPr>
              <a:t>CM/G450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3429000" y="1433513"/>
            <a:ext cx="2514600" cy="3443287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MPP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6396" name="Line 12"/>
          <p:cNvSpPr>
            <a:spLocks noChangeShapeType="1"/>
          </p:cNvSpPr>
          <p:nvPr/>
        </p:nvSpPr>
        <p:spPr bwMode="auto">
          <a:xfrm>
            <a:off x="457200" y="1905000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6397" name="Line 13"/>
          <p:cNvSpPr>
            <a:spLocks noChangeShapeType="1"/>
          </p:cNvSpPr>
          <p:nvPr/>
        </p:nvSpPr>
        <p:spPr bwMode="auto">
          <a:xfrm>
            <a:off x="76200" y="19050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6398" name="Line 14"/>
          <p:cNvSpPr>
            <a:spLocks noChangeShapeType="1"/>
          </p:cNvSpPr>
          <p:nvPr/>
        </p:nvSpPr>
        <p:spPr bwMode="auto">
          <a:xfrm>
            <a:off x="76200" y="44958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5905500" y="1798638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err="1">
                <a:solidFill>
                  <a:prstClr val="black"/>
                </a:solidFill>
                <a:latin typeface="ＭＳ Ｐゴシック"/>
              </a:rPr>
              <a:t>Req</a:t>
            </a:r>
            <a:endParaRPr lang="en-US" altLang="ja-JP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6403" name="Text Box 19"/>
          <p:cNvSpPr txBox="1">
            <a:spLocks noChangeArrowheads="1"/>
          </p:cNvSpPr>
          <p:nvPr/>
        </p:nvSpPr>
        <p:spPr bwMode="auto">
          <a:xfrm>
            <a:off x="5905500" y="234632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Res</a:t>
            </a:r>
          </a:p>
        </p:txBody>
      </p:sp>
      <p:sp>
        <p:nvSpPr>
          <p:cNvPr id="16404" name="Text Box 20"/>
          <p:cNvSpPr txBox="1">
            <a:spLocks noChangeArrowheads="1"/>
          </p:cNvSpPr>
          <p:nvPr/>
        </p:nvSpPr>
        <p:spPr bwMode="auto">
          <a:xfrm>
            <a:off x="5892800" y="2794000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err="1">
                <a:solidFill>
                  <a:prstClr val="black"/>
                </a:solidFill>
                <a:latin typeface="ＭＳ Ｐゴシック"/>
              </a:rPr>
              <a:t>Req</a:t>
            </a:r>
            <a:endParaRPr lang="en-US" altLang="ja-JP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6405" name="Text Box 21"/>
          <p:cNvSpPr txBox="1">
            <a:spLocks noChangeArrowheads="1"/>
          </p:cNvSpPr>
          <p:nvPr/>
        </p:nvSpPr>
        <p:spPr bwMode="auto">
          <a:xfrm>
            <a:off x="5892800" y="334962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>
                <a:solidFill>
                  <a:prstClr val="black"/>
                </a:solidFill>
                <a:latin typeface="ＭＳ Ｐゴシック"/>
              </a:rPr>
              <a:t>Res</a:t>
            </a:r>
          </a:p>
        </p:txBody>
      </p:sp>
      <p:sp>
        <p:nvSpPr>
          <p:cNvPr id="16406" name="Text Box 22"/>
          <p:cNvSpPr txBox="1">
            <a:spLocks noChangeArrowheads="1"/>
          </p:cNvSpPr>
          <p:nvPr/>
        </p:nvSpPr>
        <p:spPr bwMode="auto">
          <a:xfrm>
            <a:off x="5892800" y="3771900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>
                <a:solidFill>
                  <a:prstClr val="black"/>
                </a:solidFill>
                <a:latin typeface="ＭＳ Ｐゴシック"/>
              </a:rPr>
              <a:t>Req</a:t>
            </a:r>
          </a:p>
        </p:txBody>
      </p:sp>
      <p:sp>
        <p:nvSpPr>
          <p:cNvPr id="16407" name="Text Box 23"/>
          <p:cNvSpPr txBox="1">
            <a:spLocks noChangeArrowheads="1"/>
          </p:cNvSpPr>
          <p:nvPr/>
        </p:nvSpPr>
        <p:spPr bwMode="auto">
          <a:xfrm>
            <a:off x="5892800" y="432752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>
                <a:solidFill>
                  <a:prstClr val="black"/>
                </a:solidFill>
                <a:latin typeface="ＭＳ Ｐゴシック"/>
              </a:rPr>
              <a:t>Res</a:t>
            </a:r>
          </a:p>
        </p:txBody>
      </p:sp>
      <p:sp>
        <p:nvSpPr>
          <p:cNvPr id="16408" name="Rectangle 24"/>
          <p:cNvSpPr>
            <a:spLocks noChangeArrowheads="1"/>
          </p:cNvSpPr>
          <p:nvPr/>
        </p:nvSpPr>
        <p:spPr bwMode="auto">
          <a:xfrm>
            <a:off x="6629400" y="2819400"/>
            <a:ext cx="2209800" cy="2057400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WAS#2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6409" name="Rectangle 25"/>
          <p:cNvSpPr>
            <a:spLocks noChangeArrowheads="1"/>
          </p:cNvSpPr>
          <p:nvPr/>
        </p:nvSpPr>
        <p:spPr bwMode="auto">
          <a:xfrm>
            <a:off x="7315200" y="1562100"/>
            <a:ext cx="1066800" cy="10287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セッション管理</a:t>
            </a:r>
          </a:p>
        </p:txBody>
      </p:sp>
      <p:sp>
        <p:nvSpPr>
          <p:cNvPr id="16418" name="Rectangle 34"/>
          <p:cNvSpPr>
            <a:spLocks noChangeArrowheads="1"/>
          </p:cNvSpPr>
          <p:nvPr/>
        </p:nvSpPr>
        <p:spPr bwMode="auto">
          <a:xfrm>
            <a:off x="7315200" y="2895600"/>
            <a:ext cx="1066800" cy="19050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b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セッション管理</a:t>
            </a:r>
          </a:p>
        </p:txBody>
      </p:sp>
      <p:sp>
        <p:nvSpPr>
          <p:cNvPr id="16426" name="Rectangle 42"/>
          <p:cNvSpPr>
            <a:spLocks noChangeArrowheads="1"/>
          </p:cNvSpPr>
          <p:nvPr/>
        </p:nvSpPr>
        <p:spPr bwMode="auto">
          <a:xfrm>
            <a:off x="5181600" y="1633538"/>
            <a:ext cx="609600" cy="1947862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b" anchorCtr="1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ロードバランス</a:t>
            </a:r>
            <a:endParaRPr lang="ja-JP" altLang="ja-JP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6427" name="Line 43"/>
          <p:cNvSpPr>
            <a:spLocks noChangeShapeType="1"/>
          </p:cNvSpPr>
          <p:nvPr/>
        </p:nvSpPr>
        <p:spPr bwMode="auto">
          <a:xfrm>
            <a:off x="1752600" y="2057400"/>
            <a:ext cx="541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6428" name="Line 44"/>
          <p:cNvSpPr>
            <a:spLocks noChangeShapeType="1"/>
          </p:cNvSpPr>
          <p:nvPr/>
        </p:nvSpPr>
        <p:spPr bwMode="auto">
          <a:xfrm>
            <a:off x="7162800" y="2057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6429" name="Line 45"/>
          <p:cNvSpPr>
            <a:spLocks noChangeShapeType="1"/>
          </p:cNvSpPr>
          <p:nvPr/>
        </p:nvSpPr>
        <p:spPr bwMode="auto">
          <a:xfrm flipH="1">
            <a:off x="4114800" y="2362200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6430" name="Line 46"/>
          <p:cNvSpPr>
            <a:spLocks noChangeShapeType="1"/>
          </p:cNvSpPr>
          <p:nvPr/>
        </p:nvSpPr>
        <p:spPr bwMode="auto">
          <a:xfrm>
            <a:off x="4114800" y="3048000"/>
            <a:ext cx="3733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6431" name="Line 47"/>
          <p:cNvSpPr>
            <a:spLocks noChangeShapeType="1"/>
          </p:cNvSpPr>
          <p:nvPr/>
        </p:nvSpPr>
        <p:spPr bwMode="auto">
          <a:xfrm>
            <a:off x="7848600" y="3048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6432" name="Line 48"/>
          <p:cNvSpPr>
            <a:spLocks noChangeShapeType="1"/>
          </p:cNvSpPr>
          <p:nvPr/>
        </p:nvSpPr>
        <p:spPr bwMode="auto">
          <a:xfrm flipH="1">
            <a:off x="1752600" y="3352800"/>
            <a:ext cx="609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grpSp>
        <p:nvGrpSpPr>
          <p:cNvPr id="37912" name="Group 49"/>
          <p:cNvGrpSpPr>
            <a:grpSpLocks/>
          </p:cNvGrpSpPr>
          <p:nvPr/>
        </p:nvGrpSpPr>
        <p:grpSpPr bwMode="auto">
          <a:xfrm>
            <a:off x="1752600" y="4038600"/>
            <a:ext cx="6096000" cy="304800"/>
            <a:chOff x="1104" y="624"/>
            <a:chExt cx="3840" cy="192"/>
          </a:xfrm>
        </p:grpSpPr>
        <p:sp>
          <p:nvSpPr>
            <p:cNvPr id="16434" name="Line 50"/>
            <p:cNvSpPr>
              <a:spLocks noChangeShapeType="1"/>
            </p:cNvSpPr>
            <p:nvPr/>
          </p:nvSpPr>
          <p:spPr bwMode="auto">
            <a:xfrm>
              <a:off x="1104" y="624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  <p:sp>
          <p:nvSpPr>
            <p:cNvPr id="16435" name="Line 51"/>
            <p:cNvSpPr>
              <a:spLocks noChangeShapeType="1"/>
            </p:cNvSpPr>
            <p:nvPr/>
          </p:nvSpPr>
          <p:spPr bwMode="auto">
            <a:xfrm>
              <a:off x="494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  <p:sp>
          <p:nvSpPr>
            <p:cNvPr id="16436" name="Line 52"/>
            <p:cNvSpPr>
              <a:spLocks noChangeShapeType="1"/>
            </p:cNvSpPr>
            <p:nvPr/>
          </p:nvSpPr>
          <p:spPr bwMode="auto">
            <a:xfrm flipH="1">
              <a:off x="1104" y="816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</p:grpSp>
      <p:sp>
        <p:nvSpPr>
          <p:cNvPr id="16454" name="Text Box 70"/>
          <p:cNvSpPr txBox="1">
            <a:spLocks noChangeArrowheads="1"/>
          </p:cNvSpPr>
          <p:nvPr/>
        </p:nvSpPr>
        <p:spPr bwMode="auto">
          <a:xfrm>
            <a:off x="2590800" y="17526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①</a:t>
            </a:r>
          </a:p>
        </p:txBody>
      </p:sp>
      <p:sp>
        <p:nvSpPr>
          <p:cNvPr id="16455" name="Text Box 71"/>
          <p:cNvSpPr txBox="1">
            <a:spLocks noChangeArrowheads="1"/>
          </p:cNvSpPr>
          <p:nvPr/>
        </p:nvSpPr>
        <p:spPr bwMode="auto">
          <a:xfrm>
            <a:off x="4267200" y="17526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②</a:t>
            </a:r>
          </a:p>
        </p:txBody>
      </p:sp>
      <p:sp>
        <p:nvSpPr>
          <p:cNvPr id="16456" name="Text Box 72"/>
          <p:cNvSpPr txBox="1">
            <a:spLocks noChangeArrowheads="1"/>
          </p:cNvSpPr>
          <p:nvPr/>
        </p:nvSpPr>
        <p:spPr bwMode="auto">
          <a:xfrm>
            <a:off x="6781800" y="1766888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④</a:t>
            </a:r>
          </a:p>
        </p:txBody>
      </p:sp>
      <p:sp>
        <p:nvSpPr>
          <p:cNvPr id="16457" name="Text Box 73"/>
          <p:cNvSpPr txBox="1">
            <a:spLocks noChangeArrowheads="1"/>
          </p:cNvSpPr>
          <p:nvPr/>
        </p:nvSpPr>
        <p:spPr bwMode="auto">
          <a:xfrm>
            <a:off x="3733800" y="25527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⑤</a:t>
            </a:r>
          </a:p>
        </p:txBody>
      </p:sp>
      <p:sp>
        <p:nvSpPr>
          <p:cNvPr id="16458" name="Text Box 74"/>
          <p:cNvSpPr txBox="1">
            <a:spLocks noChangeArrowheads="1"/>
          </p:cNvSpPr>
          <p:nvPr/>
        </p:nvSpPr>
        <p:spPr bwMode="auto">
          <a:xfrm>
            <a:off x="5422900" y="27432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 dirty="0">
                <a:solidFill>
                  <a:prstClr val="black"/>
                </a:solidFill>
                <a:latin typeface="ＭＳ Ｐゴシック"/>
              </a:rPr>
              <a:t>⑥</a:t>
            </a:r>
          </a:p>
        </p:txBody>
      </p:sp>
      <p:sp>
        <p:nvSpPr>
          <p:cNvPr id="16459" name="Text Box 75"/>
          <p:cNvSpPr txBox="1">
            <a:spLocks noChangeArrowheads="1"/>
          </p:cNvSpPr>
          <p:nvPr/>
        </p:nvSpPr>
        <p:spPr bwMode="auto">
          <a:xfrm>
            <a:off x="7366000" y="2835275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 dirty="0">
                <a:solidFill>
                  <a:prstClr val="black"/>
                </a:solidFill>
                <a:latin typeface="ＭＳ Ｐゴシック"/>
              </a:rPr>
              <a:t>⑦</a:t>
            </a:r>
          </a:p>
        </p:txBody>
      </p:sp>
      <p:sp>
        <p:nvSpPr>
          <p:cNvPr id="16460" name="Text Box 76"/>
          <p:cNvSpPr txBox="1">
            <a:spLocks noChangeArrowheads="1"/>
          </p:cNvSpPr>
          <p:nvPr/>
        </p:nvSpPr>
        <p:spPr bwMode="auto">
          <a:xfrm>
            <a:off x="7848600" y="30480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⑧</a:t>
            </a:r>
          </a:p>
        </p:txBody>
      </p:sp>
      <p:sp>
        <p:nvSpPr>
          <p:cNvPr id="16461" name="Text Box 77"/>
          <p:cNvSpPr txBox="1">
            <a:spLocks noChangeArrowheads="1"/>
          </p:cNvSpPr>
          <p:nvPr/>
        </p:nvSpPr>
        <p:spPr bwMode="auto">
          <a:xfrm>
            <a:off x="6781800" y="33528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 dirty="0">
                <a:solidFill>
                  <a:prstClr val="black"/>
                </a:solidFill>
                <a:latin typeface="ＭＳ Ｐゴシック"/>
              </a:rPr>
              <a:t>⑨</a:t>
            </a:r>
          </a:p>
        </p:txBody>
      </p:sp>
      <p:sp>
        <p:nvSpPr>
          <p:cNvPr id="16462" name="Text Box 78"/>
          <p:cNvSpPr txBox="1">
            <a:spLocks noChangeArrowheads="1"/>
          </p:cNvSpPr>
          <p:nvPr/>
        </p:nvSpPr>
        <p:spPr bwMode="auto">
          <a:xfrm>
            <a:off x="4267200" y="3349625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⑩</a:t>
            </a:r>
          </a:p>
        </p:txBody>
      </p:sp>
      <p:sp>
        <p:nvSpPr>
          <p:cNvPr id="16463" name="Text Box 79"/>
          <p:cNvSpPr txBox="1">
            <a:spLocks noChangeArrowheads="1"/>
          </p:cNvSpPr>
          <p:nvPr/>
        </p:nvSpPr>
        <p:spPr bwMode="auto">
          <a:xfrm>
            <a:off x="4267200" y="37338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⑪</a:t>
            </a:r>
          </a:p>
        </p:txBody>
      </p:sp>
      <p:sp>
        <p:nvSpPr>
          <p:cNvPr id="16464" name="Text Box 80"/>
          <p:cNvSpPr txBox="1">
            <a:spLocks noChangeArrowheads="1"/>
          </p:cNvSpPr>
          <p:nvPr/>
        </p:nvSpPr>
        <p:spPr bwMode="auto">
          <a:xfrm>
            <a:off x="6781800" y="37338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 dirty="0">
                <a:solidFill>
                  <a:prstClr val="black"/>
                </a:solidFill>
                <a:latin typeface="ＭＳ Ｐゴシック"/>
              </a:rPr>
              <a:t>⑫</a:t>
            </a:r>
          </a:p>
        </p:txBody>
      </p:sp>
      <p:sp>
        <p:nvSpPr>
          <p:cNvPr id="16465" name="Text Box 81"/>
          <p:cNvSpPr txBox="1">
            <a:spLocks noChangeArrowheads="1"/>
          </p:cNvSpPr>
          <p:nvPr/>
        </p:nvSpPr>
        <p:spPr bwMode="auto">
          <a:xfrm>
            <a:off x="6781800" y="43434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 dirty="0">
                <a:solidFill>
                  <a:prstClr val="black"/>
                </a:solidFill>
                <a:latin typeface="ＭＳ Ｐゴシック"/>
              </a:rPr>
              <a:t>⑬</a:t>
            </a:r>
          </a:p>
        </p:txBody>
      </p:sp>
      <p:sp>
        <p:nvSpPr>
          <p:cNvPr id="16466" name="Text Box 82"/>
          <p:cNvSpPr txBox="1">
            <a:spLocks noChangeArrowheads="1"/>
          </p:cNvSpPr>
          <p:nvPr/>
        </p:nvSpPr>
        <p:spPr bwMode="auto">
          <a:xfrm>
            <a:off x="1219200" y="2133600"/>
            <a:ext cx="533400" cy="274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>
                <a:solidFill>
                  <a:prstClr val="black"/>
                </a:solidFill>
                <a:latin typeface="ＭＳ Ｐゴシック"/>
              </a:rPr>
              <a:t>入電</a:t>
            </a:r>
          </a:p>
        </p:txBody>
      </p:sp>
      <p:sp>
        <p:nvSpPr>
          <p:cNvPr id="37926" name="Text Box 86"/>
          <p:cNvSpPr txBox="1">
            <a:spLocks noChangeArrowheads="1"/>
          </p:cNvSpPr>
          <p:nvPr/>
        </p:nvSpPr>
        <p:spPr bwMode="auto">
          <a:xfrm>
            <a:off x="0" y="0"/>
            <a:ext cx="594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ja-JP" altLang="en-US" smtClean="0">
                <a:solidFill>
                  <a:prstClr val="black"/>
                </a:solidFill>
              </a:rPr>
              <a:t>障害シーケンスパターン</a:t>
            </a:r>
            <a:r>
              <a:rPr lang="en-US" altLang="ja-JP" smtClean="0">
                <a:solidFill>
                  <a:prstClr val="black"/>
                </a:solidFill>
              </a:rPr>
              <a:t>2</a:t>
            </a:r>
            <a:r>
              <a:rPr lang="ja-JP" altLang="en-US" smtClean="0">
                <a:solidFill>
                  <a:prstClr val="black"/>
                </a:solidFill>
              </a:rPr>
              <a:t>（新規接続呼－エラー応答）</a:t>
            </a:r>
          </a:p>
        </p:txBody>
      </p:sp>
      <p:sp>
        <p:nvSpPr>
          <p:cNvPr id="16471" name="Text Box 87"/>
          <p:cNvSpPr txBox="1">
            <a:spLocks noChangeArrowheads="1"/>
          </p:cNvSpPr>
          <p:nvPr/>
        </p:nvSpPr>
        <p:spPr bwMode="auto">
          <a:xfrm>
            <a:off x="5422900" y="17526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③</a:t>
            </a:r>
          </a:p>
        </p:txBody>
      </p:sp>
      <p:sp>
        <p:nvSpPr>
          <p:cNvPr id="16476" name="Line 92"/>
          <p:cNvSpPr>
            <a:spLocks noChangeShapeType="1"/>
          </p:cNvSpPr>
          <p:nvPr/>
        </p:nvSpPr>
        <p:spPr bwMode="auto">
          <a:xfrm>
            <a:off x="4114800" y="236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6477" name="Text Box 93"/>
          <p:cNvSpPr txBox="1">
            <a:spLocks noChangeArrowheads="1"/>
          </p:cNvSpPr>
          <p:nvPr/>
        </p:nvSpPr>
        <p:spPr bwMode="auto">
          <a:xfrm>
            <a:off x="4267200" y="43434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⑭</a:t>
            </a:r>
          </a:p>
        </p:txBody>
      </p:sp>
      <p:sp>
        <p:nvSpPr>
          <p:cNvPr id="62" name="Text Box 15"/>
          <p:cNvSpPr txBox="1">
            <a:spLocks noChangeArrowheads="1"/>
          </p:cNvSpPr>
          <p:nvPr/>
        </p:nvSpPr>
        <p:spPr bwMode="auto">
          <a:xfrm>
            <a:off x="457200" y="2155825"/>
            <a:ext cx="354013" cy="20891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eaVert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100" dirty="0">
                <a:solidFill>
                  <a:prstClr val="black"/>
                </a:solidFill>
                <a:latin typeface="ＭＳ Ｐゴシック"/>
              </a:rPr>
              <a:t>一連の呼処理に紐付くセッション</a:t>
            </a:r>
          </a:p>
        </p:txBody>
      </p:sp>
      <p:sp>
        <p:nvSpPr>
          <p:cNvPr id="64" name="Line 37"/>
          <p:cNvSpPr>
            <a:spLocks noChangeShapeType="1"/>
          </p:cNvSpPr>
          <p:nvPr/>
        </p:nvSpPr>
        <p:spPr bwMode="auto">
          <a:xfrm>
            <a:off x="6019800" y="1481138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52" name="Text Box 114"/>
          <p:cNvSpPr txBox="1">
            <a:spLocks noChangeArrowheads="1"/>
          </p:cNvSpPr>
          <p:nvPr/>
        </p:nvSpPr>
        <p:spPr bwMode="auto">
          <a:xfrm>
            <a:off x="1219200" y="4203700"/>
            <a:ext cx="533400" cy="274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終電</a:t>
            </a:r>
          </a:p>
        </p:txBody>
      </p:sp>
      <p:sp>
        <p:nvSpPr>
          <p:cNvPr id="54" name="爆発 1 53"/>
          <p:cNvSpPr/>
          <p:nvPr/>
        </p:nvSpPr>
        <p:spPr>
          <a:xfrm>
            <a:off x="6972300" y="1936750"/>
            <a:ext cx="914400" cy="723900"/>
          </a:xfrm>
          <a:prstGeom prst="irregularSeal1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</a:rPr>
              <a:t>障害</a:t>
            </a:r>
          </a:p>
        </p:txBody>
      </p:sp>
      <p:sp>
        <p:nvSpPr>
          <p:cNvPr id="50" name="Text Box 16"/>
          <p:cNvSpPr txBox="1">
            <a:spLocks noChangeArrowheads="1"/>
          </p:cNvSpPr>
          <p:nvPr/>
        </p:nvSpPr>
        <p:spPr bwMode="auto">
          <a:xfrm>
            <a:off x="5508625" y="1157288"/>
            <a:ext cx="155575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HTTPS</a:t>
            </a: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セッション</a:t>
            </a:r>
          </a:p>
        </p:txBody>
      </p:sp>
    </p:spTree>
    <p:extLst>
      <p:ext uri="{BB962C8B-B14F-4D97-AF65-F5344CB8AC3E}">
        <p14:creationId xmlns:p14="http://schemas.microsoft.com/office/powerpoint/2010/main" val="2213931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 smtClean="0"/>
              <a:t>03</a:t>
            </a:r>
            <a:r>
              <a:rPr lang="ja-JP" altLang="en-US" dirty="0" smtClean="0"/>
              <a:t>　システム障害設計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 smtClean="0">
                <a:latin typeface="ＭＳ Ｐゴシック" pitchFamily="50" charset="-128"/>
                <a:ea typeface="ＭＳ Ｐゴシック" pitchFamily="50" charset="-128"/>
              </a:rPr>
              <a:t>3-2. </a:t>
            </a:r>
            <a:r>
              <a:rPr lang="ja-JP" altLang="en-US" dirty="0" smtClean="0">
                <a:latin typeface="ＭＳ Ｐゴシック" pitchFamily="50" charset="-128"/>
                <a:ea typeface="ＭＳ Ｐゴシック" pitchFamily="50" charset="-128"/>
              </a:rPr>
              <a:t>異常系処理</a:t>
            </a:r>
            <a:endParaRPr lang="en-US" altLang="ja-JP" dirty="0" smtClean="0">
              <a:latin typeface="ＭＳ Ｐゴシック" pitchFamily="50" charset="-128"/>
              <a:ea typeface="ＭＳ Ｐゴシック" pitchFamily="50" charset="-128"/>
            </a:endParaRPr>
          </a:p>
          <a:p>
            <a:r>
              <a:rPr lang="en-US" altLang="ja-JP" dirty="0" smtClean="0">
                <a:latin typeface="ＭＳ Ｐゴシック" pitchFamily="50" charset="-128"/>
                <a:ea typeface="ＭＳ Ｐゴシック" pitchFamily="50" charset="-128"/>
              </a:rPr>
              <a:t>WAS</a:t>
            </a:r>
            <a:r>
              <a:rPr lang="ja-JP" altLang="en-US" dirty="0">
                <a:latin typeface="ＭＳ Ｐゴシック" pitchFamily="50" charset="-128"/>
                <a:ea typeface="ＭＳ Ｐゴシック" pitchFamily="50" charset="-128"/>
              </a:rPr>
              <a:t>障害時処理シーケンス（呼処理中に</a:t>
            </a:r>
            <a:r>
              <a:rPr lang="en-US" altLang="ja-JP" dirty="0">
                <a:latin typeface="ＭＳ Ｐゴシック" pitchFamily="50" charset="-128"/>
                <a:ea typeface="ＭＳ Ｐゴシック" pitchFamily="50" charset="-128"/>
              </a:rPr>
              <a:t>WAS</a:t>
            </a:r>
            <a:r>
              <a:rPr lang="ja-JP" altLang="en-US" dirty="0">
                <a:latin typeface="ＭＳ Ｐゴシック" pitchFamily="50" charset="-128"/>
                <a:ea typeface="ＭＳ Ｐゴシック" pitchFamily="50" charset="-128"/>
              </a:rPr>
              <a:t>に障害が発生した場合）</a:t>
            </a:r>
            <a:endParaRPr kumimoji="1"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777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8" name="Rectangle 110"/>
          <p:cNvSpPr>
            <a:spLocks noChangeArrowheads="1"/>
          </p:cNvSpPr>
          <p:nvPr/>
        </p:nvSpPr>
        <p:spPr bwMode="auto">
          <a:xfrm>
            <a:off x="6553200" y="792163"/>
            <a:ext cx="2209800" cy="2255837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WAS#1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7280" name="Rectangle 112"/>
          <p:cNvSpPr>
            <a:spLocks noChangeArrowheads="1"/>
          </p:cNvSpPr>
          <p:nvPr/>
        </p:nvSpPr>
        <p:spPr bwMode="auto">
          <a:xfrm>
            <a:off x="6553200" y="3124200"/>
            <a:ext cx="2209800" cy="1295400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WAS#2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7281" name="Rectangle 113"/>
          <p:cNvSpPr>
            <a:spLocks noChangeArrowheads="1"/>
          </p:cNvSpPr>
          <p:nvPr/>
        </p:nvSpPr>
        <p:spPr bwMode="auto">
          <a:xfrm>
            <a:off x="7239000" y="990600"/>
            <a:ext cx="1066800" cy="19050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セッション管理</a:t>
            </a:r>
          </a:p>
        </p:txBody>
      </p:sp>
      <p:sp>
        <p:nvSpPr>
          <p:cNvPr id="7284" name="Rectangle 116"/>
          <p:cNvSpPr>
            <a:spLocks noChangeArrowheads="1"/>
          </p:cNvSpPr>
          <p:nvPr/>
        </p:nvSpPr>
        <p:spPr bwMode="auto">
          <a:xfrm>
            <a:off x="7239000" y="3200400"/>
            <a:ext cx="1066800" cy="10668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b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セッション管理</a:t>
            </a:r>
          </a:p>
        </p:txBody>
      </p:sp>
      <p:sp>
        <p:nvSpPr>
          <p:cNvPr id="7286" name="Text Box 118"/>
          <p:cNvSpPr txBox="1">
            <a:spLocks noChangeArrowheads="1"/>
          </p:cNvSpPr>
          <p:nvPr/>
        </p:nvSpPr>
        <p:spPr bwMode="auto">
          <a:xfrm>
            <a:off x="6692900" y="1065213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 dirty="0">
                <a:solidFill>
                  <a:prstClr val="black"/>
                </a:solidFill>
                <a:latin typeface="ＭＳ Ｐゴシック"/>
              </a:rPr>
              <a:t>④</a:t>
            </a:r>
          </a:p>
        </p:txBody>
      </p:sp>
      <p:sp>
        <p:nvSpPr>
          <p:cNvPr id="7287" name="Text Box 119"/>
          <p:cNvSpPr txBox="1">
            <a:spLocks noChangeArrowheads="1"/>
          </p:cNvSpPr>
          <p:nvPr/>
        </p:nvSpPr>
        <p:spPr bwMode="auto">
          <a:xfrm>
            <a:off x="7848600" y="1387475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⑤</a:t>
            </a:r>
          </a:p>
        </p:txBody>
      </p:sp>
      <p:sp>
        <p:nvSpPr>
          <p:cNvPr id="7288" name="Text Box 120"/>
          <p:cNvSpPr txBox="1">
            <a:spLocks noChangeArrowheads="1"/>
          </p:cNvSpPr>
          <p:nvPr/>
        </p:nvSpPr>
        <p:spPr bwMode="auto">
          <a:xfrm>
            <a:off x="6705600" y="16764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⑥</a:t>
            </a:r>
          </a:p>
        </p:txBody>
      </p:sp>
      <p:sp>
        <p:nvSpPr>
          <p:cNvPr id="7289" name="Text Box 121"/>
          <p:cNvSpPr txBox="1">
            <a:spLocks noChangeArrowheads="1"/>
          </p:cNvSpPr>
          <p:nvPr/>
        </p:nvSpPr>
        <p:spPr bwMode="auto">
          <a:xfrm>
            <a:off x="6705600" y="2073275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 dirty="0">
                <a:solidFill>
                  <a:prstClr val="black"/>
                </a:solidFill>
                <a:latin typeface="ＭＳ Ｐゴシック"/>
              </a:rPr>
              <a:t>⑩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1066800" y="792163"/>
            <a:ext cx="1066800" cy="3627437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prstClr val="black"/>
                </a:solidFill>
                <a:latin typeface="ＭＳ Ｐゴシック"/>
              </a:rPr>
              <a:t>CM/G450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3429000" y="792163"/>
            <a:ext cx="2514600" cy="3627437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MPP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7183" name="Line 15"/>
          <p:cNvSpPr>
            <a:spLocks noChangeShapeType="1"/>
          </p:cNvSpPr>
          <p:nvPr/>
        </p:nvSpPr>
        <p:spPr bwMode="auto">
          <a:xfrm>
            <a:off x="457200" y="1219200"/>
            <a:ext cx="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7184" name="Line 16"/>
          <p:cNvSpPr>
            <a:spLocks noChangeShapeType="1"/>
          </p:cNvSpPr>
          <p:nvPr/>
        </p:nvSpPr>
        <p:spPr bwMode="auto">
          <a:xfrm>
            <a:off x="76200" y="12192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7185" name="Line 17"/>
          <p:cNvSpPr>
            <a:spLocks noChangeShapeType="1"/>
          </p:cNvSpPr>
          <p:nvPr/>
        </p:nvSpPr>
        <p:spPr bwMode="auto">
          <a:xfrm>
            <a:off x="76200" y="40386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7188" name="Line 20"/>
          <p:cNvSpPr>
            <a:spLocks noChangeShapeType="1"/>
          </p:cNvSpPr>
          <p:nvPr/>
        </p:nvSpPr>
        <p:spPr bwMode="auto">
          <a:xfrm>
            <a:off x="5969000" y="8286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7189" name="Text Box 21"/>
          <p:cNvSpPr txBox="1">
            <a:spLocks noChangeArrowheads="1"/>
          </p:cNvSpPr>
          <p:nvPr/>
        </p:nvSpPr>
        <p:spPr bwMode="auto">
          <a:xfrm>
            <a:off x="5892800" y="1092200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err="1">
                <a:solidFill>
                  <a:prstClr val="black"/>
                </a:solidFill>
                <a:latin typeface="ＭＳ Ｐゴシック"/>
              </a:rPr>
              <a:t>Req</a:t>
            </a:r>
            <a:endParaRPr lang="en-US" altLang="ja-JP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7190" name="Text Box 22"/>
          <p:cNvSpPr txBox="1">
            <a:spLocks noChangeArrowheads="1"/>
          </p:cNvSpPr>
          <p:nvPr/>
        </p:nvSpPr>
        <p:spPr bwMode="auto">
          <a:xfrm>
            <a:off x="5892800" y="164782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Res</a:t>
            </a:r>
          </a:p>
        </p:txBody>
      </p:sp>
      <p:sp>
        <p:nvSpPr>
          <p:cNvPr id="7191" name="Text Box 23"/>
          <p:cNvSpPr txBox="1">
            <a:spLocks noChangeArrowheads="1"/>
          </p:cNvSpPr>
          <p:nvPr/>
        </p:nvSpPr>
        <p:spPr bwMode="auto">
          <a:xfrm>
            <a:off x="5892800" y="2095500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err="1">
                <a:solidFill>
                  <a:prstClr val="black"/>
                </a:solidFill>
                <a:latin typeface="ＭＳ Ｐゴシック"/>
              </a:rPr>
              <a:t>Req</a:t>
            </a:r>
            <a:endParaRPr lang="en-US" altLang="ja-JP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7192" name="Text Box 24"/>
          <p:cNvSpPr txBox="1">
            <a:spLocks noChangeArrowheads="1"/>
          </p:cNvSpPr>
          <p:nvPr/>
        </p:nvSpPr>
        <p:spPr bwMode="auto">
          <a:xfrm>
            <a:off x="5892800" y="266382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Res</a:t>
            </a:r>
          </a:p>
        </p:txBody>
      </p:sp>
      <p:sp>
        <p:nvSpPr>
          <p:cNvPr id="7193" name="Text Box 25"/>
          <p:cNvSpPr txBox="1">
            <a:spLocks noChangeArrowheads="1"/>
          </p:cNvSpPr>
          <p:nvPr/>
        </p:nvSpPr>
        <p:spPr bwMode="auto">
          <a:xfrm>
            <a:off x="5892800" y="3263900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>
                <a:solidFill>
                  <a:prstClr val="black"/>
                </a:solidFill>
                <a:latin typeface="ＭＳ Ｐゴシック"/>
              </a:rPr>
              <a:t>Req</a:t>
            </a:r>
          </a:p>
        </p:txBody>
      </p:sp>
      <p:sp>
        <p:nvSpPr>
          <p:cNvPr id="7194" name="Text Box 26"/>
          <p:cNvSpPr txBox="1">
            <a:spLocks noChangeArrowheads="1"/>
          </p:cNvSpPr>
          <p:nvPr/>
        </p:nvSpPr>
        <p:spPr bwMode="auto">
          <a:xfrm>
            <a:off x="5892800" y="381952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Res</a:t>
            </a:r>
          </a:p>
        </p:txBody>
      </p:sp>
      <p:sp>
        <p:nvSpPr>
          <p:cNvPr id="7220" name="Rectangle 52"/>
          <p:cNvSpPr>
            <a:spLocks noChangeArrowheads="1"/>
          </p:cNvSpPr>
          <p:nvPr/>
        </p:nvSpPr>
        <p:spPr bwMode="auto">
          <a:xfrm>
            <a:off x="5181600" y="990600"/>
            <a:ext cx="609600" cy="32766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b" anchorCtr="1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ロードバランス</a:t>
            </a:r>
          </a:p>
        </p:txBody>
      </p:sp>
      <p:grpSp>
        <p:nvGrpSpPr>
          <p:cNvPr id="38935" name="Group 53"/>
          <p:cNvGrpSpPr>
            <a:grpSpLocks/>
          </p:cNvGrpSpPr>
          <p:nvPr/>
        </p:nvGrpSpPr>
        <p:grpSpPr bwMode="auto">
          <a:xfrm>
            <a:off x="1752600" y="1371600"/>
            <a:ext cx="6096000" cy="304800"/>
            <a:chOff x="1104" y="624"/>
            <a:chExt cx="3840" cy="192"/>
          </a:xfrm>
        </p:grpSpPr>
        <p:sp>
          <p:nvSpPr>
            <p:cNvPr id="7222" name="Line 54"/>
            <p:cNvSpPr>
              <a:spLocks noChangeShapeType="1"/>
            </p:cNvSpPr>
            <p:nvPr/>
          </p:nvSpPr>
          <p:spPr bwMode="auto">
            <a:xfrm>
              <a:off x="1104" y="624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  <p:sp>
          <p:nvSpPr>
            <p:cNvPr id="7223" name="Line 55"/>
            <p:cNvSpPr>
              <a:spLocks noChangeShapeType="1"/>
            </p:cNvSpPr>
            <p:nvPr/>
          </p:nvSpPr>
          <p:spPr bwMode="auto">
            <a:xfrm>
              <a:off x="494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  <p:sp>
          <p:nvSpPr>
            <p:cNvPr id="7224" name="Line 56"/>
            <p:cNvSpPr>
              <a:spLocks noChangeShapeType="1"/>
            </p:cNvSpPr>
            <p:nvPr/>
          </p:nvSpPr>
          <p:spPr bwMode="auto">
            <a:xfrm flipH="1">
              <a:off x="1104" y="816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/>
          </p:spPr>
          <p:txBody>
            <a:bodyPr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ja-JP" altLang="en-US" sz="1000">
                <a:solidFill>
                  <a:prstClr val="black"/>
                </a:solidFill>
                <a:latin typeface="ＭＳ Ｐゴシック"/>
              </a:endParaRPr>
            </a:p>
          </p:txBody>
        </p:sp>
      </p:grpSp>
      <p:sp>
        <p:nvSpPr>
          <p:cNvPr id="7226" name="Line 58"/>
          <p:cNvSpPr>
            <a:spLocks noChangeShapeType="1"/>
          </p:cNvSpPr>
          <p:nvPr/>
        </p:nvSpPr>
        <p:spPr bwMode="auto">
          <a:xfrm>
            <a:off x="1752600" y="2362200"/>
            <a:ext cx="525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7227" name="Line 59"/>
          <p:cNvSpPr>
            <a:spLocks noChangeShapeType="1"/>
          </p:cNvSpPr>
          <p:nvPr/>
        </p:nvSpPr>
        <p:spPr bwMode="auto">
          <a:xfrm>
            <a:off x="7010400" y="2362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7228" name="Line 60"/>
          <p:cNvSpPr>
            <a:spLocks noChangeShapeType="1"/>
          </p:cNvSpPr>
          <p:nvPr/>
        </p:nvSpPr>
        <p:spPr bwMode="auto">
          <a:xfrm flipH="1">
            <a:off x="3733800" y="2667000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7235" name="Line 67"/>
          <p:cNvSpPr>
            <a:spLocks noChangeShapeType="1"/>
          </p:cNvSpPr>
          <p:nvPr/>
        </p:nvSpPr>
        <p:spPr bwMode="auto">
          <a:xfrm>
            <a:off x="7010400" y="3505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7236" name="Line 68"/>
          <p:cNvSpPr>
            <a:spLocks noChangeShapeType="1"/>
          </p:cNvSpPr>
          <p:nvPr/>
        </p:nvSpPr>
        <p:spPr bwMode="auto">
          <a:xfrm flipH="1">
            <a:off x="1752600" y="3797300"/>
            <a:ext cx="52578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7257" name="Text Box 89"/>
          <p:cNvSpPr txBox="1">
            <a:spLocks noChangeArrowheads="1"/>
          </p:cNvSpPr>
          <p:nvPr/>
        </p:nvSpPr>
        <p:spPr bwMode="auto">
          <a:xfrm>
            <a:off x="2590800" y="1065213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①</a:t>
            </a:r>
          </a:p>
        </p:txBody>
      </p:sp>
      <p:sp>
        <p:nvSpPr>
          <p:cNvPr id="7258" name="Text Box 90"/>
          <p:cNvSpPr txBox="1">
            <a:spLocks noChangeArrowheads="1"/>
          </p:cNvSpPr>
          <p:nvPr/>
        </p:nvSpPr>
        <p:spPr bwMode="auto">
          <a:xfrm>
            <a:off x="4152900" y="1065213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②</a:t>
            </a:r>
          </a:p>
        </p:txBody>
      </p:sp>
      <p:sp>
        <p:nvSpPr>
          <p:cNvPr id="7259" name="Text Box 91"/>
          <p:cNvSpPr txBox="1">
            <a:spLocks noChangeArrowheads="1"/>
          </p:cNvSpPr>
          <p:nvPr/>
        </p:nvSpPr>
        <p:spPr bwMode="auto">
          <a:xfrm>
            <a:off x="5410200" y="1082675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 dirty="0">
                <a:solidFill>
                  <a:prstClr val="black"/>
                </a:solidFill>
                <a:latin typeface="ＭＳ Ｐゴシック"/>
              </a:rPr>
              <a:t>③</a:t>
            </a:r>
          </a:p>
        </p:txBody>
      </p:sp>
      <p:sp>
        <p:nvSpPr>
          <p:cNvPr id="7260" name="Text Box 92"/>
          <p:cNvSpPr txBox="1">
            <a:spLocks noChangeArrowheads="1"/>
          </p:cNvSpPr>
          <p:nvPr/>
        </p:nvSpPr>
        <p:spPr bwMode="auto">
          <a:xfrm>
            <a:off x="6946900" y="3482975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 dirty="0">
                <a:solidFill>
                  <a:prstClr val="black"/>
                </a:solidFill>
                <a:latin typeface="ＭＳ Ｐゴシック"/>
              </a:rPr>
              <a:t>⑬</a:t>
            </a:r>
          </a:p>
        </p:txBody>
      </p:sp>
      <p:sp>
        <p:nvSpPr>
          <p:cNvPr id="7264" name="Text Box 96"/>
          <p:cNvSpPr txBox="1">
            <a:spLocks noChangeArrowheads="1"/>
          </p:cNvSpPr>
          <p:nvPr/>
        </p:nvSpPr>
        <p:spPr bwMode="auto">
          <a:xfrm>
            <a:off x="4152900" y="17018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⑦</a:t>
            </a:r>
          </a:p>
        </p:txBody>
      </p:sp>
      <p:sp>
        <p:nvSpPr>
          <p:cNvPr id="7265" name="Text Box 97"/>
          <p:cNvSpPr txBox="1">
            <a:spLocks noChangeArrowheads="1"/>
          </p:cNvSpPr>
          <p:nvPr/>
        </p:nvSpPr>
        <p:spPr bwMode="auto">
          <a:xfrm>
            <a:off x="5410200" y="2073275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⑨</a:t>
            </a:r>
          </a:p>
        </p:txBody>
      </p:sp>
      <p:sp>
        <p:nvSpPr>
          <p:cNvPr id="7267" name="Text Box 99"/>
          <p:cNvSpPr txBox="1">
            <a:spLocks noChangeArrowheads="1"/>
          </p:cNvSpPr>
          <p:nvPr/>
        </p:nvSpPr>
        <p:spPr bwMode="auto">
          <a:xfrm>
            <a:off x="4152900" y="37973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⑭</a:t>
            </a:r>
          </a:p>
        </p:txBody>
      </p:sp>
      <p:sp>
        <p:nvSpPr>
          <p:cNvPr id="7268" name="Text Box 100"/>
          <p:cNvSpPr txBox="1">
            <a:spLocks noChangeArrowheads="1"/>
          </p:cNvSpPr>
          <p:nvPr/>
        </p:nvSpPr>
        <p:spPr bwMode="auto">
          <a:xfrm>
            <a:off x="5295900" y="32004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 dirty="0">
                <a:solidFill>
                  <a:prstClr val="black"/>
                </a:solidFill>
                <a:latin typeface="ＭＳ Ｐゴシック"/>
              </a:rPr>
              <a:t>⑫</a:t>
            </a:r>
          </a:p>
        </p:txBody>
      </p:sp>
      <p:sp>
        <p:nvSpPr>
          <p:cNvPr id="7272" name="Text Box 104"/>
          <p:cNvSpPr txBox="1">
            <a:spLocks noChangeArrowheads="1"/>
          </p:cNvSpPr>
          <p:nvPr/>
        </p:nvSpPr>
        <p:spPr bwMode="auto">
          <a:xfrm>
            <a:off x="1219200" y="1447800"/>
            <a:ext cx="533400" cy="274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>
                <a:solidFill>
                  <a:prstClr val="black"/>
                </a:solidFill>
                <a:latin typeface="ＭＳ Ｐゴシック"/>
              </a:rPr>
              <a:t>入電</a:t>
            </a:r>
          </a:p>
        </p:txBody>
      </p:sp>
      <p:sp>
        <p:nvSpPr>
          <p:cNvPr id="38950" name="Text Box 108"/>
          <p:cNvSpPr txBox="1">
            <a:spLocks noChangeArrowheads="1"/>
          </p:cNvSpPr>
          <p:nvPr/>
        </p:nvSpPr>
        <p:spPr bwMode="auto">
          <a:xfrm>
            <a:off x="0" y="0"/>
            <a:ext cx="495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ja-JP" altLang="en-US" smtClean="0">
                <a:solidFill>
                  <a:prstClr val="black"/>
                </a:solidFill>
              </a:rPr>
              <a:t>障害シーケンスパターン</a:t>
            </a:r>
            <a:r>
              <a:rPr lang="en-US" altLang="ja-JP" smtClean="0">
                <a:solidFill>
                  <a:prstClr val="black"/>
                </a:solidFill>
              </a:rPr>
              <a:t>3</a:t>
            </a:r>
            <a:r>
              <a:rPr lang="ja-JP" altLang="en-US" smtClean="0">
                <a:solidFill>
                  <a:prstClr val="black"/>
                </a:solidFill>
              </a:rPr>
              <a:t>（接続中の呼）</a:t>
            </a:r>
          </a:p>
        </p:txBody>
      </p:sp>
      <p:sp>
        <p:nvSpPr>
          <p:cNvPr id="7293" name="Line 125"/>
          <p:cNvSpPr>
            <a:spLocks noChangeShapeType="1"/>
          </p:cNvSpPr>
          <p:nvPr/>
        </p:nvSpPr>
        <p:spPr bwMode="auto">
          <a:xfrm>
            <a:off x="3733800" y="2667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7294" name="Line 126"/>
          <p:cNvSpPr>
            <a:spLocks noChangeShapeType="1"/>
          </p:cNvSpPr>
          <p:nvPr/>
        </p:nvSpPr>
        <p:spPr bwMode="auto">
          <a:xfrm flipH="1">
            <a:off x="3733800" y="3505200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 sz="100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7295" name="Text Box 127"/>
          <p:cNvSpPr txBox="1">
            <a:spLocks noChangeArrowheads="1"/>
          </p:cNvSpPr>
          <p:nvPr/>
        </p:nvSpPr>
        <p:spPr bwMode="auto">
          <a:xfrm>
            <a:off x="4152900" y="2073275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⑧</a:t>
            </a:r>
          </a:p>
        </p:txBody>
      </p:sp>
      <p:sp>
        <p:nvSpPr>
          <p:cNvPr id="7290" name="Text Box 122"/>
          <p:cNvSpPr txBox="1">
            <a:spLocks noChangeArrowheads="1"/>
          </p:cNvSpPr>
          <p:nvPr/>
        </p:nvSpPr>
        <p:spPr bwMode="auto">
          <a:xfrm>
            <a:off x="3365500" y="29718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400">
                <a:solidFill>
                  <a:prstClr val="black"/>
                </a:solidFill>
                <a:latin typeface="ＭＳ Ｐゴシック"/>
              </a:rPr>
              <a:t>⑪</a:t>
            </a:r>
          </a:p>
        </p:txBody>
      </p:sp>
      <p:sp>
        <p:nvSpPr>
          <p:cNvPr id="51" name="Text Box 15"/>
          <p:cNvSpPr txBox="1">
            <a:spLocks noChangeArrowheads="1"/>
          </p:cNvSpPr>
          <p:nvPr/>
        </p:nvSpPr>
        <p:spPr bwMode="auto">
          <a:xfrm>
            <a:off x="457200" y="1573213"/>
            <a:ext cx="354013" cy="208756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eaVert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100" dirty="0">
                <a:solidFill>
                  <a:prstClr val="black"/>
                </a:solidFill>
                <a:latin typeface="ＭＳ Ｐゴシック"/>
              </a:rPr>
              <a:t>一連の呼処理に紐付くセッション</a:t>
            </a:r>
          </a:p>
        </p:txBody>
      </p:sp>
      <p:sp>
        <p:nvSpPr>
          <p:cNvPr id="53" name="Text Box 114"/>
          <p:cNvSpPr txBox="1">
            <a:spLocks noChangeArrowheads="1"/>
          </p:cNvSpPr>
          <p:nvPr/>
        </p:nvSpPr>
        <p:spPr bwMode="auto">
          <a:xfrm>
            <a:off x="1219200" y="3702050"/>
            <a:ext cx="533400" cy="274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終電</a:t>
            </a:r>
          </a:p>
        </p:txBody>
      </p:sp>
      <p:sp>
        <p:nvSpPr>
          <p:cNvPr id="54" name="爆発 1 53"/>
          <p:cNvSpPr/>
          <p:nvPr/>
        </p:nvSpPr>
        <p:spPr>
          <a:xfrm>
            <a:off x="6858000" y="2198688"/>
            <a:ext cx="914400" cy="723900"/>
          </a:xfrm>
          <a:prstGeom prst="irregularSeal1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</a:rPr>
              <a:t>障害</a:t>
            </a:r>
          </a:p>
        </p:txBody>
      </p:sp>
      <p:sp>
        <p:nvSpPr>
          <p:cNvPr id="50" name="Text Box 16"/>
          <p:cNvSpPr txBox="1">
            <a:spLocks noChangeArrowheads="1"/>
          </p:cNvSpPr>
          <p:nvPr/>
        </p:nvSpPr>
        <p:spPr bwMode="auto">
          <a:xfrm>
            <a:off x="5486400" y="503238"/>
            <a:ext cx="1555750" cy="2778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HTTPS</a:t>
            </a: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セッション</a:t>
            </a:r>
          </a:p>
        </p:txBody>
      </p:sp>
    </p:spTree>
    <p:extLst>
      <p:ext uri="{BB962C8B-B14F-4D97-AF65-F5344CB8AC3E}">
        <p14:creationId xmlns:p14="http://schemas.microsoft.com/office/powerpoint/2010/main" val="550908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 smtClean="0"/>
              <a:t>03</a:t>
            </a:r>
            <a:r>
              <a:rPr lang="ja-JP" altLang="en-US" dirty="0" smtClean="0"/>
              <a:t>　システム障害設計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 smtClean="0">
                <a:latin typeface="ＭＳ Ｐゴシック" pitchFamily="50" charset="-128"/>
                <a:ea typeface="ＭＳ Ｐゴシック" pitchFamily="50" charset="-128"/>
              </a:rPr>
              <a:t>3-2. </a:t>
            </a:r>
            <a:r>
              <a:rPr lang="ja-JP" altLang="en-US" dirty="0" smtClean="0">
                <a:latin typeface="ＭＳ Ｐゴシック" pitchFamily="50" charset="-128"/>
                <a:ea typeface="ＭＳ Ｐゴシック" pitchFamily="50" charset="-128"/>
              </a:rPr>
              <a:t>異常系処理</a:t>
            </a:r>
            <a:endParaRPr lang="en-US" altLang="ja-JP" dirty="0" smtClean="0">
              <a:latin typeface="ＭＳ Ｐゴシック" pitchFamily="50" charset="-128"/>
              <a:ea typeface="ＭＳ Ｐゴシック" pitchFamily="50" charset="-128"/>
            </a:endParaRPr>
          </a:p>
          <a:p>
            <a:r>
              <a:rPr lang="en-US" altLang="ja-JP" dirty="0" smtClean="0">
                <a:latin typeface="ＭＳ Ｐゴシック" pitchFamily="50" charset="-128"/>
                <a:ea typeface="ＭＳ Ｐゴシック" pitchFamily="50" charset="-128"/>
              </a:rPr>
              <a:t>MPP</a:t>
            </a:r>
            <a:r>
              <a:rPr lang="ja-JP" altLang="en-US" dirty="0" smtClean="0">
                <a:latin typeface="ＭＳ Ｐゴシック" pitchFamily="50" charset="-128"/>
                <a:ea typeface="ＭＳ Ｐゴシック" pitchFamily="50" charset="-128"/>
              </a:rPr>
              <a:t>異常時音声</a:t>
            </a:r>
            <a:r>
              <a:rPr lang="ja-JP" altLang="en-US" dirty="0" smtClean="0">
                <a:latin typeface="ＭＳ Ｐゴシック" pitchFamily="50" charset="-128"/>
                <a:ea typeface="ＭＳ Ｐゴシック" pitchFamily="50" charset="-128"/>
              </a:rPr>
              <a:t>フローマッピング</a:t>
            </a:r>
            <a:endParaRPr lang="en-US" altLang="ja-JP" dirty="0" smtClean="0">
              <a:latin typeface="ＭＳ Ｐゴシック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5742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角丸四角形 120"/>
          <p:cNvSpPr/>
          <p:nvPr/>
        </p:nvSpPr>
        <p:spPr>
          <a:xfrm>
            <a:off x="679450" y="2069951"/>
            <a:ext cx="1143000" cy="1000125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kumimoji="0" lang="en-US" altLang="ja-JP" sz="1200" kern="0" dirty="0">
                <a:solidFill>
                  <a:srgbClr val="000000"/>
                </a:solidFill>
                <a:latin typeface="Arial"/>
              </a:rPr>
              <a:t>PBX</a:t>
            </a:r>
            <a:endParaRPr kumimoji="0" lang="ja-JP" altLang="en-US" sz="1200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角丸四角形 121"/>
          <p:cNvSpPr/>
          <p:nvPr/>
        </p:nvSpPr>
        <p:spPr>
          <a:xfrm>
            <a:off x="3732213" y="1971675"/>
            <a:ext cx="1143000" cy="1000125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200" kern="0" dirty="0">
                <a:solidFill>
                  <a:srgbClr val="000000"/>
                </a:solidFill>
                <a:latin typeface="Arial"/>
              </a:rPr>
              <a:t>MPP#1</a:t>
            </a:r>
            <a:endParaRPr kumimoji="0" lang="ja-JP" altLang="en-US" sz="1200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角丸四角形 122"/>
          <p:cNvSpPr/>
          <p:nvPr/>
        </p:nvSpPr>
        <p:spPr>
          <a:xfrm>
            <a:off x="3732213" y="3913188"/>
            <a:ext cx="1143000" cy="1000125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200" kern="0" dirty="0">
                <a:solidFill>
                  <a:srgbClr val="000000"/>
                </a:solidFill>
                <a:latin typeface="Arial"/>
              </a:rPr>
              <a:t>MPP#2</a:t>
            </a:r>
            <a:endParaRPr kumimoji="0" lang="ja-JP" altLang="en-US" sz="1200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角丸四角形 124"/>
          <p:cNvSpPr/>
          <p:nvPr/>
        </p:nvSpPr>
        <p:spPr>
          <a:xfrm>
            <a:off x="6710363" y="1978822"/>
            <a:ext cx="1143000" cy="1000125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200" kern="0" dirty="0">
                <a:solidFill>
                  <a:srgbClr val="000000"/>
                </a:solidFill>
                <a:latin typeface="Arial"/>
              </a:rPr>
              <a:t>WAS#1</a:t>
            </a:r>
            <a:endParaRPr kumimoji="0" lang="ja-JP" altLang="en-US" sz="1200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円/楕円 125"/>
          <p:cNvSpPr/>
          <p:nvPr/>
        </p:nvSpPr>
        <p:spPr>
          <a:xfrm>
            <a:off x="6753350" y="2350297"/>
            <a:ext cx="1058862" cy="428625"/>
          </a:xfrm>
          <a:prstGeom prst="ellipse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/>
          <a:lstStyle/>
          <a:p>
            <a:pPr algn="ctr">
              <a:lnSpc>
                <a:spcPts val="900"/>
              </a:lnSpc>
              <a:defRPr/>
            </a:pPr>
            <a:r>
              <a:rPr kumimoji="0" lang="ja-JP" altLang="en-US" sz="1100" kern="0" dirty="0" smtClean="0">
                <a:solidFill>
                  <a:srgbClr val="FFFFFF"/>
                </a:solidFill>
                <a:latin typeface="Arial"/>
              </a:rPr>
              <a:t>音声</a:t>
            </a:r>
            <a:endParaRPr kumimoji="0" lang="en-US" altLang="ja-JP" sz="1100" kern="0" dirty="0" smtClean="0">
              <a:solidFill>
                <a:srgbClr val="FFFFFF"/>
              </a:solidFill>
              <a:latin typeface="Arial"/>
            </a:endParaRPr>
          </a:p>
          <a:p>
            <a:pPr algn="ctr">
              <a:defRPr/>
            </a:pPr>
            <a:r>
              <a:rPr kumimoji="0" lang="ja-JP" altLang="en-US" sz="1100" kern="0" dirty="0" smtClean="0">
                <a:solidFill>
                  <a:srgbClr val="FFFFFF"/>
                </a:solidFill>
                <a:latin typeface="Arial"/>
              </a:rPr>
              <a:t>フロー</a:t>
            </a:r>
            <a:endParaRPr kumimoji="0" lang="ja-JP" altLang="en-US" sz="11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角丸四角形 126"/>
          <p:cNvSpPr/>
          <p:nvPr/>
        </p:nvSpPr>
        <p:spPr>
          <a:xfrm>
            <a:off x="6708776" y="3962401"/>
            <a:ext cx="1143000" cy="1000125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200" kern="0" dirty="0">
                <a:solidFill>
                  <a:srgbClr val="000000"/>
                </a:solidFill>
                <a:latin typeface="Arial"/>
              </a:rPr>
              <a:t>WAS#2</a:t>
            </a:r>
            <a:endParaRPr kumimoji="0" lang="ja-JP" altLang="en-US" sz="1200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角丸四角形 128"/>
          <p:cNvSpPr/>
          <p:nvPr/>
        </p:nvSpPr>
        <p:spPr>
          <a:xfrm>
            <a:off x="679450" y="3962699"/>
            <a:ext cx="1143000" cy="1000125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200" kern="0" dirty="0" smtClean="0">
                <a:solidFill>
                  <a:srgbClr val="000000"/>
                </a:solidFill>
                <a:latin typeface="Arial"/>
              </a:rPr>
              <a:t>EPM</a:t>
            </a:r>
            <a:endParaRPr kumimoji="0" lang="ja-JP" altLang="en-US" sz="1200" kern="0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5067" name="直線矢印コネクタ 129"/>
          <p:cNvCxnSpPr>
            <a:cxnSpLocks noChangeShapeType="1"/>
            <a:stCxn id="121" idx="3"/>
            <a:endCxn id="284" idx="2"/>
          </p:cNvCxnSpPr>
          <p:nvPr/>
        </p:nvCxnSpPr>
        <p:spPr bwMode="auto">
          <a:xfrm flipV="1">
            <a:off x="1822450" y="2568576"/>
            <a:ext cx="1962150" cy="14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8" name="直線矢印コネクタ 130"/>
          <p:cNvCxnSpPr>
            <a:cxnSpLocks noChangeShapeType="1"/>
            <a:stCxn id="121" idx="3"/>
            <a:endCxn id="285" idx="2"/>
          </p:cNvCxnSpPr>
          <p:nvPr/>
        </p:nvCxnSpPr>
        <p:spPr bwMode="auto">
          <a:xfrm>
            <a:off x="1822450" y="2570014"/>
            <a:ext cx="1949450" cy="19813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prstDash val="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0" name="直線矢印コネクタ 132"/>
          <p:cNvCxnSpPr>
            <a:cxnSpLocks noChangeShapeType="1"/>
            <a:stCxn id="284" idx="6"/>
            <a:endCxn id="126" idx="2"/>
          </p:cNvCxnSpPr>
          <p:nvPr/>
        </p:nvCxnSpPr>
        <p:spPr bwMode="auto">
          <a:xfrm flipV="1">
            <a:off x="4843463" y="2564610"/>
            <a:ext cx="1909887" cy="3966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1" name="直線矢印コネクタ 133"/>
          <p:cNvCxnSpPr>
            <a:cxnSpLocks noChangeShapeType="1"/>
            <a:stCxn id="284" idx="6"/>
            <a:endCxn id="232" idx="2"/>
          </p:cNvCxnSpPr>
          <p:nvPr/>
        </p:nvCxnSpPr>
        <p:spPr bwMode="auto">
          <a:xfrm>
            <a:off x="4843463" y="2568576"/>
            <a:ext cx="1906588" cy="20018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3" name="直線矢印コネクタ 135"/>
          <p:cNvCxnSpPr>
            <a:cxnSpLocks noChangeShapeType="1"/>
            <a:stCxn id="285" idx="6"/>
            <a:endCxn id="126" idx="2"/>
          </p:cNvCxnSpPr>
          <p:nvPr/>
        </p:nvCxnSpPr>
        <p:spPr bwMode="auto">
          <a:xfrm flipV="1">
            <a:off x="4830763" y="2564610"/>
            <a:ext cx="1922587" cy="1986754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4" name="直線矢印コネクタ 136"/>
          <p:cNvCxnSpPr>
            <a:cxnSpLocks noChangeShapeType="1"/>
            <a:stCxn id="285" idx="6"/>
            <a:endCxn id="232" idx="2"/>
          </p:cNvCxnSpPr>
          <p:nvPr/>
        </p:nvCxnSpPr>
        <p:spPr bwMode="auto">
          <a:xfrm>
            <a:off x="4830763" y="4551364"/>
            <a:ext cx="1919288" cy="19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9" name="直線矢印コネクタ 141"/>
          <p:cNvCxnSpPr>
            <a:cxnSpLocks noChangeShapeType="1"/>
            <a:stCxn id="287" idx="6"/>
            <a:endCxn id="284" idx="2"/>
          </p:cNvCxnSpPr>
          <p:nvPr/>
        </p:nvCxnSpPr>
        <p:spPr bwMode="auto">
          <a:xfrm flipV="1">
            <a:off x="1790700" y="2568576"/>
            <a:ext cx="1993900" cy="1973561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0" name="直線矢印コネクタ 142"/>
          <p:cNvCxnSpPr>
            <a:cxnSpLocks noChangeShapeType="1"/>
            <a:stCxn id="287" idx="6"/>
            <a:endCxn id="285" idx="2"/>
          </p:cNvCxnSpPr>
          <p:nvPr/>
        </p:nvCxnSpPr>
        <p:spPr bwMode="auto">
          <a:xfrm>
            <a:off x="1790700" y="4542137"/>
            <a:ext cx="1981200" cy="922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prstDash val="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7" name="テキスト ボックス 32"/>
          <p:cNvSpPr txBox="1">
            <a:spLocks noChangeArrowheads="1"/>
          </p:cNvSpPr>
          <p:nvPr/>
        </p:nvSpPr>
        <p:spPr bwMode="auto">
          <a:xfrm>
            <a:off x="877490" y="400992"/>
            <a:ext cx="2184400" cy="276225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>
              <a:defRPr/>
            </a:pPr>
            <a:r>
              <a:rPr lang="ja-JP" altLang="en-US" sz="1200" kern="0" dirty="0" smtClean="0">
                <a:solidFill>
                  <a:srgbClr val="000000"/>
                </a:solidFill>
              </a:rPr>
              <a:t>・・・・・・数字の内線番号への呼</a:t>
            </a:r>
          </a:p>
        </p:txBody>
      </p:sp>
      <p:sp>
        <p:nvSpPr>
          <p:cNvPr id="159" name="角丸四角形 158"/>
          <p:cNvSpPr/>
          <p:nvPr/>
        </p:nvSpPr>
        <p:spPr>
          <a:xfrm>
            <a:off x="3178175" y="1603375"/>
            <a:ext cx="2249488" cy="357188"/>
          </a:xfrm>
          <a:prstGeom prst="roundRect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kumimoji="0" lang="ja-JP" altLang="en-US" sz="1200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円/楕円 161"/>
          <p:cNvSpPr/>
          <p:nvPr/>
        </p:nvSpPr>
        <p:spPr>
          <a:xfrm>
            <a:off x="3205163" y="1638300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>
                <a:solidFill>
                  <a:prstClr val="black"/>
                </a:solidFill>
                <a:latin typeface="Arial"/>
              </a:rPr>
              <a:t>1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63" name="円/楕円 162"/>
          <p:cNvSpPr/>
          <p:nvPr/>
        </p:nvSpPr>
        <p:spPr>
          <a:xfrm>
            <a:off x="3508375" y="1638300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prstClr val="black"/>
                </a:solidFill>
                <a:latin typeface="Arial"/>
              </a:rPr>
              <a:t>2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64" name="テキスト ボックス 58"/>
          <p:cNvSpPr txBox="1">
            <a:spLocks noChangeArrowheads="1"/>
          </p:cNvSpPr>
          <p:nvPr/>
        </p:nvSpPr>
        <p:spPr bwMode="auto">
          <a:xfrm>
            <a:off x="3657352" y="1662113"/>
            <a:ext cx="530225" cy="369887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>
              <a:defRPr/>
            </a:pPr>
            <a:r>
              <a:rPr lang="ja-JP" altLang="en-US" sz="1200" kern="0" dirty="0" smtClean="0">
                <a:solidFill>
                  <a:srgbClr val="000000"/>
                </a:solidFill>
              </a:rPr>
              <a:t>・・・</a:t>
            </a:r>
          </a:p>
        </p:txBody>
      </p:sp>
      <p:sp>
        <p:nvSpPr>
          <p:cNvPr id="173" name="円/楕円 172"/>
          <p:cNvSpPr/>
          <p:nvPr/>
        </p:nvSpPr>
        <p:spPr>
          <a:xfrm>
            <a:off x="5122863" y="1636713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200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円/楕円 173"/>
          <p:cNvSpPr/>
          <p:nvPr/>
        </p:nvSpPr>
        <p:spPr>
          <a:xfrm>
            <a:off x="4829175" y="1641475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199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円/楕円 225"/>
          <p:cNvSpPr/>
          <p:nvPr/>
        </p:nvSpPr>
        <p:spPr>
          <a:xfrm>
            <a:off x="4026694" y="1638300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prstClr val="black"/>
                </a:solidFill>
                <a:latin typeface="Arial"/>
              </a:rPr>
              <a:t>100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27" name="テキスト ボックス 58"/>
          <p:cNvSpPr txBox="1">
            <a:spLocks noChangeArrowheads="1"/>
          </p:cNvSpPr>
          <p:nvPr/>
        </p:nvSpPr>
        <p:spPr bwMode="auto">
          <a:xfrm>
            <a:off x="4468813" y="1647825"/>
            <a:ext cx="530225" cy="369888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>
              <a:defRPr/>
            </a:pPr>
            <a:r>
              <a:rPr lang="ja-JP" altLang="en-US" sz="1200" kern="0" dirty="0" smtClean="0">
                <a:solidFill>
                  <a:srgbClr val="000000"/>
                </a:solidFill>
              </a:rPr>
              <a:t>・・・</a:t>
            </a:r>
          </a:p>
        </p:txBody>
      </p:sp>
      <p:sp>
        <p:nvSpPr>
          <p:cNvPr id="232" name="円/楕円 231"/>
          <p:cNvSpPr/>
          <p:nvPr/>
        </p:nvSpPr>
        <p:spPr>
          <a:xfrm>
            <a:off x="6750051" y="4356101"/>
            <a:ext cx="1060450" cy="428625"/>
          </a:xfrm>
          <a:prstGeom prst="ellipse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/>
          <a:lstStyle/>
          <a:p>
            <a:pPr algn="ctr">
              <a:lnSpc>
                <a:spcPts val="900"/>
              </a:lnSpc>
              <a:defRPr/>
            </a:pPr>
            <a:r>
              <a:rPr kumimoji="0" lang="ja-JP" altLang="en-US" sz="1100" kern="0" dirty="0" smtClean="0">
                <a:solidFill>
                  <a:srgbClr val="FFFFFF"/>
                </a:solidFill>
                <a:latin typeface="Arial"/>
              </a:rPr>
              <a:t>音声</a:t>
            </a:r>
            <a:endParaRPr kumimoji="0" lang="en-US" altLang="ja-JP" sz="1100" kern="0" dirty="0" smtClean="0">
              <a:solidFill>
                <a:srgbClr val="FFFFFF"/>
              </a:solidFill>
              <a:latin typeface="Arial"/>
            </a:endParaRPr>
          </a:p>
          <a:p>
            <a:pPr algn="ctr">
              <a:defRPr/>
            </a:pPr>
            <a:r>
              <a:rPr kumimoji="0" lang="ja-JP" altLang="en-US" sz="1100" kern="0" dirty="0" smtClean="0">
                <a:solidFill>
                  <a:srgbClr val="FFFFFF"/>
                </a:solidFill>
                <a:latin typeface="Arial"/>
              </a:rPr>
              <a:t>フロー</a:t>
            </a:r>
            <a:endParaRPr kumimoji="0" lang="ja-JP" altLang="en-US" sz="1100" kern="0" dirty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6" name="グループ化 25"/>
          <p:cNvGrpSpPr/>
          <p:nvPr/>
        </p:nvGrpSpPr>
        <p:grpSpPr>
          <a:xfrm>
            <a:off x="298052" y="763588"/>
            <a:ext cx="2552700" cy="898525"/>
            <a:chOff x="-292100" y="1668463"/>
            <a:chExt cx="2552700" cy="898525"/>
          </a:xfrm>
        </p:grpSpPr>
        <p:sp>
          <p:nvSpPr>
            <p:cNvPr id="145" name="角丸四角形 144"/>
            <p:cNvSpPr/>
            <p:nvPr/>
          </p:nvSpPr>
          <p:spPr>
            <a:xfrm>
              <a:off x="-292100" y="1668463"/>
              <a:ext cx="2552700" cy="881062"/>
            </a:xfrm>
            <a:prstGeom prst="roundRect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kumimoji="0" lang="ja-JP" altLang="en-US" sz="1200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" name="円/楕円 145"/>
            <p:cNvSpPr/>
            <p:nvPr/>
          </p:nvSpPr>
          <p:spPr>
            <a:xfrm>
              <a:off x="1588" y="1766888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>
                  <a:solidFill>
                    <a:prstClr val="black"/>
                  </a:solidFill>
                  <a:latin typeface="Arial"/>
                </a:rPr>
                <a:t>1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47" name="円/楕円 146"/>
            <p:cNvSpPr/>
            <p:nvPr/>
          </p:nvSpPr>
          <p:spPr>
            <a:xfrm>
              <a:off x="314325" y="1766888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>
                  <a:solidFill>
                    <a:prstClr val="black"/>
                  </a:solidFill>
                  <a:latin typeface="Arial"/>
                </a:rPr>
                <a:t>2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48" name="円/楕円 147"/>
            <p:cNvSpPr/>
            <p:nvPr/>
          </p:nvSpPr>
          <p:spPr>
            <a:xfrm>
              <a:off x="635000" y="1766888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>
                  <a:solidFill>
                    <a:prstClr val="black"/>
                  </a:solidFill>
                  <a:latin typeface="Arial"/>
                </a:rPr>
                <a:t>3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49" name="円/楕円 148"/>
            <p:cNvSpPr/>
            <p:nvPr/>
          </p:nvSpPr>
          <p:spPr>
            <a:xfrm>
              <a:off x="938213" y="1766888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>
                  <a:solidFill>
                    <a:prstClr val="black"/>
                  </a:solidFill>
                  <a:latin typeface="Arial"/>
                </a:rPr>
                <a:t>4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50" name="テキスト ボックス 58"/>
            <p:cNvSpPr txBox="1">
              <a:spLocks noChangeArrowheads="1"/>
            </p:cNvSpPr>
            <p:nvPr/>
          </p:nvSpPr>
          <p:spPr bwMode="auto">
            <a:xfrm>
              <a:off x="1154113" y="1765300"/>
              <a:ext cx="530225" cy="36988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9pPr>
            </a:lstStyle>
            <a:p>
              <a:pPr algn="ctr">
                <a:defRPr/>
              </a:pPr>
              <a:r>
                <a:rPr lang="ja-JP" altLang="en-US" sz="1200" kern="0" smtClean="0">
                  <a:solidFill>
                    <a:srgbClr val="000000"/>
                  </a:solidFill>
                </a:rPr>
                <a:t>・・・</a:t>
              </a:r>
            </a:p>
          </p:txBody>
        </p:sp>
        <p:sp>
          <p:nvSpPr>
            <p:cNvPr id="171" name="テキスト ボックス 58"/>
            <p:cNvSpPr txBox="1">
              <a:spLocks noChangeArrowheads="1"/>
            </p:cNvSpPr>
            <p:nvPr/>
          </p:nvSpPr>
          <p:spPr bwMode="auto">
            <a:xfrm>
              <a:off x="628650" y="2197100"/>
              <a:ext cx="530225" cy="36988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9pPr>
            </a:lstStyle>
            <a:p>
              <a:pPr algn="ctr">
                <a:defRPr/>
              </a:pPr>
              <a:r>
                <a:rPr lang="ja-JP" altLang="en-US" sz="1200" kern="0" smtClean="0">
                  <a:solidFill>
                    <a:srgbClr val="000000"/>
                  </a:solidFill>
                </a:rPr>
                <a:t>・・・</a:t>
              </a:r>
            </a:p>
          </p:txBody>
        </p:sp>
        <p:sp>
          <p:nvSpPr>
            <p:cNvPr id="180" name="円/楕円 179"/>
            <p:cNvSpPr/>
            <p:nvPr/>
          </p:nvSpPr>
          <p:spPr>
            <a:xfrm>
              <a:off x="1541463" y="1755775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prstClr val="black"/>
                  </a:solidFill>
                  <a:latin typeface="Arial"/>
                </a:rPr>
                <a:t>100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248" name="円/楕円 247"/>
            <p:cNvSpPr/>
            <p:nvPr/>
          </p:nvSpPr>
          <p:spPr>
            <a:xfrm>
              <a:off x="1588" y="2146300"/>
              <a:ext cx="285750" cy="28575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prstClr val="white"/>
                  </a:solidFill>
                  <a:latin typeface="Arial"/>
                </a:rPr>
                <a:t>101</a:t>
              </a:r>
              <a:endParaRPr kumimoji="0" lang="ja-JP" altLang="en-US" sz="900" kern="0" dirty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49" name="円/楕円 248"/>
            <p:cNvSpPr/>
            <p:nvPr/>
          </p:nvSpPr>
          <p:spPr>
            <a:xfrm>
              <a:off x="314325" y="2146300"/>
              <a:ext cx="285750" cy="28575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prstClr val="white"/>
                  </a:solidFill>
                  <a:latin typeface="Arial"/>
                </a:rPr>
                <a:t>102</a:t>
              </a:r>
              <a:endParaRPr kumimoji="0" lang="ja-JP" altLang="en-US" sz="900" kern="0" dirty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50" name="円/楕円 249"/>
            <p:cNvSpPr/>
            <p:nvPr/>
          </p:nvSpPr>
          <p:spPr>
            <a:xfrm>
              <a:off x="1217613" y="2168525"/>
              <a:ext cx="285750" cy="28575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prstClr val="white"/>
                  </a:solidFill>
                  <a:latin typeface="Arial"/>
                </a:rPr>
                <a:t>199</a:t>
              </a:r>
              <a:endParaRPr kumimoji="0" lang="ja-JP" altLang="en-US" sz="900" kern="0" dirty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51" name="円/楕円 250"/>
            <p:cNvSpPr/>
            <p:nvPr/>
          </p:nvSpPr>
          <p:spPr>
            <a:xfrm>
              <a:off x="1520825" y="2168525"/>
              <a:ext cx="285750" cy="28575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prstClr val="white"/>
                  </a:solidFill>
                  <a:latin typeface="Arial"/>
                </a:rPr>
                <a:t>200</a:t>
              </a:r>
              <a:endParaRPr kumimoji="0" lang="ja-JP" altLang="en-US" sz="900" kern="0" dirty="0">
                <a:solidFill>
                  <a:prstClr val="white"/>
                </a:solidFill>
                <a:latin typeface="Arial"/>
              </a:endParaRPr>
            </a:p>
          </p:txBody>
        </p:sp>
      </p:grpSp>
      <p:sp>
        <p:nvSpPr>
          <p:cNvPr id="252" name="円/楕円 251"/>
          <p:cNvSpPr/>
          <p:nvPr/>
        </p:nvSpPr>
        <p:spPr>
          <a:xfrm>
            <a:off x="292497" y="388292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55" name="円/楕円 254"/>
          <p:cNvSpPr/>
          <p:nvPr/>
        </p:nvSpPr>
        <p:spPr>
          <a:xfrm>
            <a:off x="634603" y="388292"/>
            <a:ext cx="285750" cy="28575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kumimoji="0" lang="ja-JP" altLang="en-US" sz="900" kern="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284" name="円/楕円 283"/>
          <p:cNvSpPr/>
          <p:nvPr/>
        </p:nvSpPr>
        <p:spPr>
          <a:xfrm>
            <a:off x="3784600" y="2354263"/>
            <a:ext cx="1058863" cy="428625"/>
          </a:xfrm>
          <a:prstGeom prst="ellipse">
            <a:avLst/>
          </a:prstGeom>
          <a:solidFill>
            <a:srgbClr val="66FFCC"/>
          </a:solidFill>
          <a:ln w="25400" cap="flat" cmpd="sng" algn="ctr">
            <a:noFill/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100" kern="0" dirty="0">
                <a:solidFill>
                  <a:prstClr val="black"/>
                </a:solidFill>
                <a:latin typeface="Arial"/>
              </a:rPr>
              <a:t>MPP</a:t>
            </a:r>
            <a:endParaRPr kumimoji="0" lang="ja-JP" altLang="en-US" sz="11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85" name="円/楕円 284"/>
          <p:cNvSpPr/>
          <p:nvPr/>
        </p:nvSpPr>
        <p:spPr>
          <a:xfrm>
            <a:off x="3771900" y="4337051"/>
            <a:ext cx="1058863" cy="428625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100" kern="0" dirty="0">
                <a:solidFill>
                  <a:prstClr val="black"/>
                </a:solidFill>
                <a:latin typeface="Arial"/>
              </a:rPr>
              <a:t>MPP</a:t>
            </a:r>
            <a:endParaRPr kumimoji="0" lang="ja-JP" altLang="en-US" sz="11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87" name="円/楕円 286"/>
          <p:cNvSpPr/>
          <p:nvPr/>
        </p:nvSpPr>
        <p:spPr>
          <a:xfrm>
            <a:off x="731838" y="4327824"/>
            <a:ext cx="1058862" cy="428625"/>
          </a:xfrm>
          <a:prstGeom prst="ellipse">
            <a:avLst/>
          </a:prstGeom>
          <a:solidFill>
            <a:srgbClr val="66FFCC"/>
          </a:solidFill>
          <a:ln w="25400" cap="flat" cmpd="sng" algn="ctr">
            <a:noFill/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100" kern="0" dirty="0" smtClean="0">
                <a:solidFill>
                  <a:prstClr val="black"/>
                </a:solidFill>
                <a:latin typeface="Arial"/>
              </a:rPr>
              <a:t>EPM</a:t>
            </a:r>
            <a:endParaRPr kumimoji="0" lang="ja-JP" altLang="en-US" sz="11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79" name="角丸四角形 178"/>
          <p:cNvSpPr/>
          <p:nvPr/>
        </p:nvSpPr>
        <p:spPr>
          <a:xfrm>
            <a:off x="6934201" y="1155704"/>
            <a:ext cx="2106612" cy="357187"/>
          </a:xfrm>
          <a:prstGeom prst="roundRect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kumimoji="0" lang="ja-JP" altLang="en-US" sz="1200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円/楕円 183"/>
          <p:cNvSpPr/>
          <p:nvPr/>
        </p:nvSpPr>
        <p:spPr>
          <a:xfrm>
            <a:off x="7053263" y="1184279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>
                <a:solidFill>
                  <a:prstClr val="black"/>
                </a:solidFill>
                <a:latin typeface="Arial"/>
              </a:rPr>
              <a:t>1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85" name="円/楕円 184"/>
          <p:cNvSpPr/>
          <p:nvPr/>
        </p:nvSpPr>
        <p:spPr>
          <a:xfrm>
            <a:off x="7364413" y="1184279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>
                <a:solidFill>
                  <a:prstClr val="black"/>
                </a:solidFill>
                <a:latin typeface="Arial"/>
              </a:rPr>
              <a:t>2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86" name="円/楕円 185"/>
          <p:cNvSpPr/>
          <p:nvPr/>
        </p:nvSpPr>
        <p:spPr>
          <a:xfrm>
            <a:off x="7685088" y="1184279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>
                <a:solidFill>
                  <a:prstClr val="black"/>
                </a:solidFill>
                <a:latin typeface="Arial"/>
              </a:rPr>
              <a:t>3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87" name="円/楕円 186"/>
          <p:cNvSpPr/>
          <p:nvPr/>
        </p:nvSpPr>
        <p:spPr>
          <a:xfrm>
            <a:off x="7988301" y="1184279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>
                <a:solidFill>
                  <a:prstClr val="black"/>
                </a:solidFill>
                <a:latin typeface="Arial"/>
              </a:rPr>
              <a:t>4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88" name="テキスト ボックス 58"/>
          <p:cNvSpPr txBox="1">
            <a:spLocks noChangeArrowheads="1"/>
          </p:cNvSpPr>
          <p:nvPr/>
        </p:nvSpPr>
        <p:spPr bwMode="auto">
          <a:xfrm>
            <a:off x="8184357" y="1209679"/>
            <a:ext cx="530225" cy="369888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>
              <a:defRPr/>
            </a:pPr>
            <a:r>
              <a:rPr lang="ja-JP" altLang="en-US" sz="1200" kern="0" dirty="0" smtClean="0">
                <a:solidFill>
                  <a:srgbClr val="000000"/>
                </a:solidFill>
              </a:rPr>
              <a:t>・・・</a:t>
            </a:r>
          </a:p>
        </p:txBody>
      </p:sp>
      <p:sp>
        <p:nvSpPr>
          <p:cNvPr id="189" name="円/楕円 188"/>
          <p:cNvSpPr/>
          <p:nvPr/>
        </p:nvSpPr>
        <p:spPr>
          <a:xfrm>
            <a:off x="8591551" y="1192216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prstClr val="black"/>
                </a:solidFill>
                <a:latin typeface="Arial"/>
              </a:rPr>
              <a:t>100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17" name="角丸四角形 216"/>
          <p:cNvSpPr/>
          <p:nvPr/>
        </p:nvSpPr>
        <p:spPr>
          <a:xfrm>
            <a:off x="6927851" y="1573215"/>
            <a:ext cx="2106612" cy="357188"/>
          </a:xfrm>
          <a:prstGeom prst="roundRect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kumimoji="0" lang="ja-JP" altLang="en-US" sz="1200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円/楕円 217"/>
          <p:cNvSpPr/>
          <p:nvPr/>
        </p:nvSpPr>
        <p:spPr>
          <a:xfrm>
            <a:off x="7040563" y="1622428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101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円/楕円 218"/>
          <p:cNvSpPr/>
          <p:nvPr/>
        </p:nvSpPr>
        <p:spPr>
          <a:xfrm>
            <a:off x="7353301" y="1622428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102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テキスト ボックス 58"/>
          <p:cNvSpPr txBox="1">
            <a:spLocks noChangeArrowheads="1"/>
          </p:cNvSpPr>
          <p:nvPr/>
        </p:nvSpPr>
        <p:spPr bwMode="auto">
          <a:xfrm>
            <a:off x="7615238" y="1614490"/>
            <a:ext cx="530225" cy="369888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>
              <a:defRPr/>
            </a:pPr>
            <a:r>
              <a:rPr lang="ja-JP" altLang="en-US" sz="1200" kern="0" smtClean="0">
                <a:solidFill>
                  <a:srgbClr val="000000"/>
                </a:solidFill>
              </a:rPr>
              <a:t>・・・</a:t>
            </a:r>
          </a:p>
        </p:txBody>
      </p:sp>
      <p:sp>
        <p:nvSpPr>
          <p:cNvPr id="221" name="円/楕円 220"/>
          <p:cNvSpPr/>
          <p:nvPr/>
        </p:nvSpPr>
        <p:spPr>
          <a:xfrm>
            <a:off x="8588376" y="1603378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200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円/楕円 221"/>
          <p:cNvSpPr/>
          <p:nvPr/>
        </p:nvSpPr>
        <p:spPr>
          <a:xfrm>
            <a:off x="8275638" y="1609728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199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円/楕円 129"/>
          <p:cNvSpPr/>
          <p:nvPr/>
        </p:nvSpPr>
        <p:spPr>
          <a:xfrm>
            <a:off x="4334668" y="1641475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101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角丸四角形 132"/>
          <p:cNvSpPr/>
          <p:nvPr/>
        </p:nvSpPr>
        <p:spPr>
          <a:xfrm>
            <a:off x="6920037" y="3556001"/>
            <a:ext cx="2106612" cy="357187"/>
          </a:xfrm>
          <a:prstGeom prst="roundRect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kumimoji="0" lang="ja-JP" altLang="en-US" sz="1200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円/楕円 133"/>
          <p:cNvSpPr/>
          <p:nvPr/>
        </p:nvSpPr>
        <p:spPr>
          <a:xfrm>
            <a:off x="7039099" y="3584576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>
                <a:solidFill>
                  <a:prstClr val="black"/>
                </a:solidFill>
                <a:latin typeface="Arial"/>
              </a:rPr>
              <a:t>1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35" name="円/楕円 134"/>
          <p:cNvSpPr/>
          <p:nvPr/>
        </p:nvSpPr>
        <p:spPr>
          <a:xfrm>
            <a:off x="7350249" y="3584576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>
                <a:solidFill>
                  <a:prstClr val="black"/>
                </a:solidFill>
                <a:latin typeface="Arial"/>
              </a:rPr>
              <a:t>2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36" name="円/楕円 135"/>
          <p:cNvSpPr/>
          <p:nvPr/>
        </p:nvSpPr>
        <p:spPr>
          <a:xfrm>
            <a:off x="7670924" y="3584576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>
                <a:solidFill>
                  <a:prstClr val="black"/>
                </a:solidFill>
                <a:latin typeface="Arial"/>
              </a:rPr>
              <a:t>3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37" name="円/楕円 136"/>
          <p:cNvSpPr/>
          <p:nvPr/>
        </p:nvSpPr>
        <p:spPr>
          <a:xfrm>
            <a:off x="7974137" y="3584576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>
                <a:solidFill>
                  <a:prstClr val="black"/>
                </a:solidFill>
                <a:latin typeface="Arial"/>
              </a:rPr>
              <a:t>4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38" name="テキスト ボックス 58"/>
          <p:cNvSpPr txBox="1">
            <a:spLocks noChangeArrowheads="1"/>
          </p:cNvSpPr>
          <p:nvPr/>
        </p:nvSpPr>
        <p:spPr bwMode="auto">
          <a:xfrm>
            <a:off x="8170193" y="3609976"/>
            <a:ext cx="530225" cy="369888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>
              <a:defRPr/>
            </a:pPr>
            <a:r>
              <a:rPr lang="ja-JP" altLang="en-US" sz="1200" kern="0" dirty="0" smtClean="0">
                <a:solidFill>
                  <a:srgbClr val="000000"/>
                </a:solidFill>
              </a:rPr>
              <a:t>・・・</a:t>
            </a:r>
          </a:p>
        </p:txBody>
      </p:sp>
      <p:sp>
        <p:nvSpPr>
          <p:cNvPr id="139" name="円/楕円 138"/>
          <p:cNvSpPr/>
          <p:nvPr/>
        </p:nvSpPr>
        <p:spPr>
          <a:xfrm>
            <a:off x="8577387" y="3592513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prstClr val="black"/>
                </a:solidFill>
                <a:latin typeface="Arial"/>
              </a:rPr>
              <a:t>100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1" name="角丸四角形 140"/>
          <p:cNvSpPr/>
          <p:nvPr/>
        </p:nvSpPr>
        <p:spPr>
          <a:xfrm>
            <a:off x="6927851" y="3144837"/>
            <a:ext cx="2106612" cy="357188"/>
          </a:xfrm>
          <a:prstGeom prst="roundRect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kumimoji="0" lang="ja-JP" altLang="en-US" sz="1200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円/楕円 141"/>
          <p:cNvSpPr/>
          <p:nvPr/>
        </p:nvSpPr>
        <p:spPr>
          <a:xfrm>
            <a:off x="7040563" y="3194050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101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円/楕円 142"/>
          <p:cNvSpPr/>
          <p:nvPr/>
        </p:nvSpPr>
        <p:spPr>
          <a:xfrm>
            <a:off x="7353301" y="3194050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102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テキスト ボックス 58"/>
          <p:cNvSpPr txBox="1">
            <a:spLocks noChangeArrowheads="1"/>
          </p:cNvSpPr>
          <p:nvPr/>
        </p:nvSpPr>
        <p:spPr bwMode="auto">
          <a:xfrm>
            <a:off x="7615238" y="3186112"/>
            <a:ext cx="530225" cy="369888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>
              <a:defRPr/>
            </a:pPr>
            <a:r>
              <a:rPr lang="ja-JP" altLang="en-US" sz="1200" kern="0" smtClean="0">
                <a:solidFill>
                  <a:srgbClr val="000000"/>
                </a:solidFill>
              </a:rPr>
              <a:t>・・・</a:t>
            </a:r>
          </a:p>
        </p:txBody>
      </p:sp>
      <p:sp>
        <p:nvSpPr>
          <p:cNvPr id="151" name="円/楕円 150"/>
          <p:cNvSpPr/>
          <p:nvPr/>
        </p:nvSpPr>
        <p:spPr>
          <a:xfrm>
            <a:off x="8588376" y="3175000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200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円/楕円 151"/>
          <p:cNvSpPr/>
          <p:nvPr/>
        </p:nvSpPr>
        <p:spPr>
          <a:xfrm>
            <a:off x="8275638" y="3181350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199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323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 smtClean="0"/>
              <a:t>03</a:t>
            </a:r>
            <a:r>
              <a:rPr lang="ja-JP" altLang="en-US" dirty="0" smtClean="0"/>
              <a:t>　システム障害設計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 smtClean="0">
                <a:latin typeface="ＭＳ Ｐゴシック" pitchFamily="50" charset="-128"/>
                <a:ea typeface="ＭＳ Ｐゴシック" pitchFamily="50" charset="-128"/>
              </a:rPr>
              <a:t>3-2. </a:t>
            </a:r>
            <a:r>
              <a:rPr lang="ja-JP" altLang="en-US" dirty="0" smtClean="0">
                <a:latin typeface="ＭＳ Ｐゴシック" pitchFamily="50" charset="-128"/>
                <a:ea typeface="ＭＳ Ｐゴシック" pitchFamily="50" charset="-128"/>
              </a:rPr>
              <a:t>異常系処理</a:t>
            </a:r>
            <a:endParaRPr lang="en-US" altLang="ja-JP" dirty="0" smtClean="0">
              <a:latin typeface="ＭＳ Ｐゴシック" pitchFamily="50" charset="-128"/>
              <a:ea typeface="ＭＳ Ｐゴシック" pitchFamily="50" charset="-128"/>
            </a:endParaRPr>
          </a:p>
          <a:p>
            <a:r>
              <a:rPr lang="en-US" altLang="ja-JP" dirty="0" smtClean="0">
                <a:latin typeface="ＭＳ Ｐゴシック" pitchFamily="50" charset="-128"/>
                <a:ea typeface="ＭＳ Ｐゴシック" pitchFamily="50" charset="-128"/>
              </a:rPr>
              <a:t>WA</a:t>
            </a:r>
            <a:r>
              <a:rPr lang="en-US" altLang="ja-JP" dirty="0">
                <a:latin typeface="ＭＳ Ｐゴシック" pitchFamily="50" charset="-128"/>
                <a:ea typeface="ＭＳ Ｐゴシック" pitchFamily="50" charset="-128"/>
              </a:rPr>
              <a:t>S</a:t>
            </a:r>
            <a:r>
              <a:rPr lang="ja-JP" altLang="en-US" dirty="0" smtClean="0">
                <a:latin typeface="ＭＳ Ｐゴシック" pitchFamily="50" charset="-128"/>
                <a:ea typeface="ＭＳ Ｐゴシック" pitchFamily="50" charset="-128"/>
              </a:rPr>
              <a:t>異常時</a:t>
            </a:r>
            <a:r>
              <a:rPr lang="ja-JP" altLang="en-US" dirty="0" smtClean="0">
                <a:latin typeface="ＭＳ Ｐゴシック" pitchFamily="50" charset="-128"/>
                <a:ea typeface="ＭＳ Ｐゴシック" pitchFamily="50" charset="-128"/>
              </a:rPr>
              <a:t>音声</a:t>
            </a:r>
            <a:r>
              <a:rPr lang="ja-JP" altLang="en-US" dirty="0" smtClean="0">
                <a:latin typeface="ＭＳ Ｐゴシック" pitchFamily="50" charset="-128"/>
                <a:ea typeface="ＭＳ Ｐゴシック" pitchFamily="50" charset="-128"/>
              </a:rPr>
              <a:t>フローマッピング</a:t>
            </a:r>
            <a:endParaRPr lang="en-US" altLang="ja-JP" dirty="0" smtClean="0">
              <a:latin typeface="ＭＳ Ｐゴシック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68401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角丸四角形 120"/>
          <p:cNvSpPr/>
          <p:nvPr/>
        </p:nvSpPr>
        <p:spPr>
          <a:xfrm>
            <a:off x="679450" y="2069951"/>
            <a:ext cx="1143000" cy="1000125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kumimoji="0" lang="en-US" altLang="ja-JP" sz="1200" kern="0" dirty="0">
                <a:solidFill>
                  <a:srgbClr val="000000"/>
                </a:solidFill>
                <a:latin typeface="Arial"/>
              </a:rPr>
              <a:t>PBX</a:t>
            </a:r>
            <a:endParaRPr kumimoji="0" lang="ja-JP" altLang="en-US" sz="1200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角丸四角形 121"/>
          <p:cNvSpPr/>
          <p:nvPr/>
        </p:nvSpPr>
        <p:spPr>
          <a:xfrm>
            <a:off x="3732213" y="1971675"/>
            <a:ext cx="1143000" cy="1000125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200" kern="0" dirty="0">
                <a:solidFill>
                  <a:srgbClr val="000000"/>
                </a:solidFill>
                <a:latin typeface="Arial"/>
              </a:rPr>
              <a:t>MPP#1</a:t>
            </a:r>
            <a:endParaRPr kumimoji="0" lang="ja-JP" altLang="en-US" sz="1200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角丸四角形 122"/>
          <p:cNvSpPr/>
          <p:nvPr/>
        </p:nvSpPr>
        <p:spPr>
          <a:xfrm>
            <a:off x="3732213" y="3913188"/>
            <a:ext cx="1143000" cy="1000125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200" kern="0" dirty="0">
                <a:solidFill>
                  <a:srgbClr val="000000"/>
                </a:solidFill>
                <a:latin typeface="Arial"/>
              </a:rPr>
              <a:t>MPP#2</a:t>
            </a:r>
            <a:endParaRPr kumimoji="0" lang="ja-JP" altLang="en-US" sz="1200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角丸四角形 124"/>
          <p:cNvSpPr/>
          <p:nvPr/>
        </p:nvSpPr>
        <p:spPr>
          <a:xfrm>
            <a:off x="6710363" y="1978822"/>
            <a:ext cx="1143000" cy="1000125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200" kern="0" dirty="0">
                <a:solidFill>
                  <a:srgbClr val="000000"/>
                </a:solidFill>
                <a:latin typeface="Arial"/>
              </a:rPr>
              <a:t>WAS#1</a:t>
            </a:r>
            <a:endParaRPr kumimoji="0" lang="ja-JP" altLang="en-US" sz="1200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円/楕円 125"/>
          <p:cNvSpPr/>
          <p:nvPr/>
        </p:nvSpPr>
        <p:spPr>
          <a:xfrm>
            <a:off x="6753350" y="2350297"/>
            <a:ext cx="1058862" cy="428625"/>
          </a:xfrm>
          <a:prstGeom prst="ellipse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/>
          <a:lstStyle/>
          <a:p>
            <a:pPr algn="ctr">
              <a:lnSpc>
                <a:spcPts val="900"/>
              </a:lnSpc>
              <a:defRPr/>
            </a:pPr>
            <a:r>
              <a:rPr kumimoji="0" lang="ja-JP" altLang="en-US" sz="1100" kern="0" dirty="0" smtClean="0">
                <a:solidFill>
                  <a:srgbClr val="FFFFFF"/>
                </a:solidFill>
                <a:latin typeface="Arial"/>
              </a:rPr>
              <a:t>音声</a:t>
            </a:r>
            <a:endParaRPr kumimoji="0" lang="en-US" altLang="ja-JP" sz="1100" kern="0" dirty="0" smtClean="0">
              <a:solidFill>
                <a:srgbClr val="FFFFFF"/>
              </a:solidFill>
              <a:latin typeface="Arial"/>
            </a:endParaRPr>
          </a:p>
          <a:p>
            <a:pPr algn="ctr">
              <a:defRPr/>
            </a:pPr>
            <a:r>
              <a:rPr kumimoji="0" lang="ja-JP" altLang="en-US" sz="1100" kern="0" dirty="0" smtClean="0">
                <a:solidFill>
                  <a:srgbClr val="FFFFFF"/>
                </a:solidFill>
                <a:latin typeface="Arial"/>
              </a:rPr>
              <a:t>フロー</a:t>
            </a:r>
            <a:endParaRPr kumimoji="0" lang="ja-JP" altLang="en-US" sz="11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角丸四角形 126"/>
          <p:cNvSpPr/>
          <p:nvPr/>
        </p:nvSpPr>
        <p:spPr>
          <a:xfrm>
            <a:off x="6708776" y="3962401"/>
            <a:ext cx="1143000" cy="1000125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200" kern="0" dirty="0">
                <a:solidFill>
                  <a:srgbClr val="000000"/>
                </a:solidFill>
                <a:latin typeface="Arial"/>
              </a:rPr>
              <a:t>WAS#2</a:t>
            </a:r>
            <a:endParaRPr kumimoji="0" lang="ja-JP" altLang="en-US" sz="1200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角丸四角形 128"/>
          <p:cNvSpPr/>
          <p:nvPr/>
        </p:nvSpPr>
        <p:spPr>
          <a:xfrm>
            <a:off x="679450" y="3962699"/>
            <a:ext cx="1143000" cy="1000125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200" kern="0" dirty="0" smtClean="0">
                <a:solidFill>
                  <a:srgbClr val="000000"/>
                </a:solidFill>
                <a:latin typeface="Arial"/>
              </a:rPr>
              <a:t>EPM</a:t>
            </a:r>
            <a:endParaRPr kumimoji="0" lang="ja-JP" altLang="en-US" sz="1200" kern="0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5067" name="直線矢印コネクタ 129"/>
          <p:cNvCxnSpPr>
            <a:cxnSpLocks noChangeShapeType="1"/>
            <a:stCxn id="121" idx="3"/>
            <a:endCxn id="284" idx="2"/>
          </p:cNvCxnSpPr>
          <p:nvPr/>
        </p:nvCxnSpPr>
        <p:spPr bwMode="auto">
          <a:xfrm flipV="1">
            <a:off x="1822450" y="2568576"/>
            <a:ext cx="1962150" cy="14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8" name="直線矢印コネクタ 130"/>
          <p:cNvCxnSpPr>
            <a:cxnSpLocks noChangeShapeType="1"/>
            <a:stCxn id="121" idx="3"/>
            <a:endCxn id="285" idx="2"/>
          </p:cNvCxnSpPr>
          <p:nvPr/>
        </p:nvCxnSpPr>
        <p:spPr bwMode="auto">
          <a:xfrm>
            <a:off x="1822450" y="2570014"/>
            <a:ext cx="1949450" cy="19813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0" name="直線矢印コネクタ 132"/>
          <p:cNvCxnSpPr>
            <a:cxnSpLocks noChangeShapeType="1"/>
            <a:stCxn id="284" idx="6"/>
            <a:endCxn id="126" idx="2"/>
          </p:cNvCxnSpPr>
          <p:nvPr/>
        </p:nvCxnSpPr>
        <p:spPr bwMode="auto">
          <a:xfrm flipV="1">
            <a:off x="4843463" y="2564610"/>
            <a:ext cx="1909887" cy="3966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1" name="直線矢印コネクタ 133"/>
          <p:cNvCxnSpPr>
            <a:cxnSpLocks noChangeShapeType="1"/>
            <a:stCxn id="284" idx="6"/>
            <a:endCxn id="232" idx="2"/>
          </p:cNvCxnSpPr>
          <p:nvPr/>
        </p:nvCxnSpPr>
        <p:spPr bwMode="auto">
          <a:xfrm>
            <a:off x="4843463" y="2568576"/>
            <a:ext cx="1906588" cy="20018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prstDash val="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3" name="直線矢印コネクタ 135"/>
          <p:cNvCxnSpPr>
            <a:cxnSpLocks noChangeShapeType="1"/>
            <a:stCxn id="285" idx="6"/>
            <a:endCxn id="126" idx="2"/>
          </p:cNvCxnSpPr>
          <p:nvPr/>
        </p:nvCxnSpPr>
        <p:spPr bwMode="auto">
          <a:xfrm flipV="1">
            <a:off x="4830763" y="2564610"/>
            <a:ext cx="1922587" cy="1986754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4" name="直線矢印コネクタ 136"/>
          <p:cNvCxnSpPr>
            <a:cxnSpLocks noChangeShapeType="1"/>
            <a:stCxn id="285" idx="6"/>
            <a:endCxn id="232" idx="2"/>
          </p:cNvCxnSpPr>
          <p:nvPr/>
        </p:nvCxnSpPr>
        <p:spPr bwMode="auto">
          <a:xfrm>
            <a:off x="4830763" y="4551364"/>
            <a:ext cx="1919288" cy="190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prstDash val="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9" name="直線矢印コネクタ 141"/>
          <p:cNvCxnSpPr>
            <a:cxnSpLocks noChangeShapeType="1"/>
            <a:stCxn id="287" idx="6"/>
            <a:endCxn id="284" idx="2"/>
          </p:cNvCxnSpPr>
          <p:nvPr/>
        </p:nvCxnSpPr>
        <p:spPr bwMode="auto">
          <a:xfrm flipV="1">
            <a:off x="1790700" y="2568576"/>
            <a:ext cx="1993900" cy="1973561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0" name="直線矢印コネクタ 142"/>
          <p:cNvCxnSpPr>
            <a:cxnSpLocks noChangeShapeType="1"/>
            <a:stCxn id="287" idx="6"/>
            <a:endCxn id="285" idx="2"/>
          </p:cNvCxnSpPr>
          <p:nvPr/>
        </p:nvCxnSpPr>
        <p:spPr bwMode="auto">
          <a:xfrm>
            <a:off x="1790700" y="4542137"/>
            <a:ext cx="1981200" cy="922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7" name="テキスト ボックス 32"/>
          <p:cNvSpPr txBox="1">
            <a:spLocks noChangeArrowheads="1"/>
          </p:cNvSpPr>
          <p:nvPr/>
        </p:nvSpPr>
        <p:spPr bwMode="auto">
          <a:xfrm>
            <a:off x="877490" y="400992"/>
            <a:ext cx="2184400" cy="276225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>
              <a:defRPr/>
            </a:pPr>
            <a:r>
              <a:rPr lang="ja-JP" altLang="en-US" sz="1200" kern="0" dirty="0" smtClean="0">
                <a:solidFill>
                  <a:srgbClr val="000000"/>
                </a:solidFill>
              </a:rPr>
              <a:t>・・・・・・数字の内線番号への呼</a:t>
            </a:r>
          </a:p>
        </p:txBody>
      </p:sp>
      <p:sp>
        <p:nvSpPr>
          <p:cNvPr id="159" name="角丸四角形 158"/>
          <p:cNvSpPr/>
          <p:nvPr/>
        </p:nvSpPr>
        <p:spPr>
          <a:xfrm>
            <a:off x="3178175" y="1603375"/>
            <a:ext cx="2249488" cy="357188"/>
          </a:xfrm>
          <a:prstGeom prst="roundRect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kumimoji="0" lang="ja-JP" altLang="en-US" sz="1200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角丸四角形 159"/>
          <p:cNvSpPr/>
          <p:nvPr/>
        </p:nvSpPr>
        <p:spPr>
          <a:xfrm>
            <a:off x="3178175" y="3548063"/>
            <a:ext cx="2249488" cy="357188"/>
          </a:xfrm>
          <a:prstGeom prst="roundRect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kumimoji="0" lang="ja-JP" altLang="en-US" sz="1200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円/楕円 161"/>
          <p:cNvSpPr/>
          <p:nvPr/>
        </p:nvSpPr>
        <p:spPr>
          <a:xfrm>
            <a:off x="3205163" y="1638300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>
                <a:solidFill>
                  <a:prstClr val="black"/>
                </a:solidFill>
                <a:latin typeface="Arial"/>
              </a:rPr>
              <a:t>1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63" name="円/楕円 162"/>
          <p:cNvSpPr/>
          <p:nvPr/>
        </p:nvSpPr>
        <p:spPr>
          <a:xfrm>
            <a:off x="3508375" y="1638300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prstClr val="black"/>
                </a:solidFill>
                <a:latin typeface="Arial"/>
              </a:rPr>
              <a:t>3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64" name="テキスト ボックス 58"/>
          <p:cNvSpPr txBox="1">
            <a:spLocks noChangeArrowheads="1"/>
          </p:cNvSpPr>
          <p:nvPr/>
        </p:nvSpPr>
        <p:spPr bwMode="auto">
          <a:xfrm>
            <a:off x="3657352" y="1662113"/>
            <a:ext cx="530225" cy="369887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>
              <a:defRPr/>
            </a:pPr>
            <a:r>
              <a:rPr lang="ja-JP" altLang="en-US" sz="1200" kern="0" dirty="0" smtClean="0">
                <a:solidFill>
                  <a:srgbClr val="000000"/>
                </a:solidFill>
              </a:rPr>
              <a:t>・・・</a:t>
            </a:r>
          </a:p>
        </p:txBody>
      </p:sp>
      <p:sp>
        <p:nvSpPr>
          <p:cNvPr id="165" name="円/楕円 164"/>
          <p:cNvSpPr/>
          <p:nvPr/>
        </p:nvSpPr>
        <p:spPr>
          <a:xfrm>
            <a:off x="3179763" y="3579813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>
                <a:solidFill>
                  <a:prstClr val="black"/>
                </a:solidFill>
                <a:latin typeface="Arial"/>
              </a:rPr>
              <a:t>2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66" name="円/楕円 165"/>
          <p:cNvSpPr/>
          <p:nvPr/>
        </p:nvSpPr>
        <p:spPr>
          <a:xfrm>
            <a:off x="3475038" y="3579813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>
                <a:solidFill>
                  <a:prstClr val="black"/>
                </a:solidFill>
                <a:latin typeface="Arial"/>
              </a:rPr>
              <a:t>4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67" name="テキスト ボックス 58"/>
          <p:cNvSpPr txBox="1">
            <a:spLocks noChangeArrowheads="1"/>
          </p:cNvSpPr>
          <p:nvPr/>
        </p:nvSpPr>
        <p:spPr bwMode="auto">
          <a:xfrm>
            <a:off x="3627438" y="3584576"/>
            <a:ext cx="530225" cy="369887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>
              <a:defRPr/>
            </a:pPr>
            <a:r>
              <a:rPr lang="ja-JP" altLang="en-US" sz="1200" kern="0" smtClean="0">
                <a:solidFill>
                  <a:srgbClr val="000000"/>
                </a:solidFill>
              </a:rPr>
              <a:t>・・・</a:t>
            </a:r>
          </a:p>
        </p:txBody>
      </p:sp>
      <p:sp>
        <p:nvSpPr>
          <p:cNvPr id="173" name="円/楕円 172"/>
          <p:cNvSpPr/>
          <p:nvPr/>
        </p:nvSpPr>
        <p:spPr>
          <a:xfrm>
            <a:off x="5122863" y="1636713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200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円/楕円 173"/>
          <p:cNvSpPr/>
          <p:nvPr/>
        </p:nvSpPr>
        <p:spPr>
          <a:xfrm>
            <a:off x="4829175" y="1641475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198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円/楕円 174"/>
          <p:cNvSpPr/>
          <p:nvPr/>
        </p:nvSpPr>
        <p:spPr>
          <a:xfrm>
            <a:off x="5094288" y="3578226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199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円/楕円 175"/>
          <p:cNvSpPr/>
          <p:nvPr/>
        </p:nvSpPr>
        <p:spPr>
          <a:xfrm>
            <a:off x="4805363" y="3582988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197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円/楕円 225"/>
          <p:cNvSpPr/>
          <p:nvPr/>
        </p:nvSpPr>
        <p:spPr>
          <a:xfrm>
            <a:off x="4026694" y="1638300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prstClr val="black"/>
                </a:solidFill>
                <a:latin typeface="Arial"/>
              </a:rPr>
              <a:t>99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27" name="テキスト ボックス 58"/>
          <p:cNvSpPr txBox="1">
            <a:spLocks noChangeArrowheads="1"/>
          </p:cNvSpPr>
          <p:nvPr/>
        </p:nvSpPr>
        <p:spPr bwMode="auto">
          <a:xfrm>
            <a:off x="4468813" y="1647825"/>
            <a:ext cx="530225" cy="369888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>
              <a:defRPr/>
            </a:pPr>
            <a:r>
              <a:rPr lang="ja-JP" altLang="en-US" sz="1200" kern="0" dirty="0" smtClean="0">
                <a:solidFill>
                  <a:srgbClr val="000000"/>
                </a:solidFill>
              </a:rPr>
              <a:t>・・・</a:t>
            </a:r>
          </a:p>
        </p:txBody>
      </p:sp>
      <p:sp>
        <p:nvSpPr>
          <p:cNvPr id="228" name="テキスト ボックス 58"/>
          <p:cNvSpPr txBox="1">
            <a:spLocks noChangeArrowheads="1"/>
          </p:cNvSpPr>
          <p:nvPr/>
        </p:nvSpPr>
        <p:spPr bwMode="auto">
          <a:xfrm>
            <a:off x="4435475" y="3578226"/>
            <a:ext cx="530225" cy="369887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>
              <a:defRPr/>
            </a:pPr>
            <a:r>
              <a:rPr lang="ja-JP" altLang="en-US" sz="1200" kern="0" smtClean="0">
                <a:solidFill>
                  <a:srgbClr val="000000"/>
                </a:solidFill>
              </a:rPr>
              <a:t>・・・</a:t>
            </a:r>
          </a:p>
        </p:txBody>
      </p:sp>
      <p:sp>
        <p:nvSpPr>
          <p:cNvPr id="232" name="円/楕円 231"/>
          <p:cNvSpPr/>
          <p:nvPr/>
        </p:nvSpPr>
        <p:spPr>
          <a:xfrm>
            <a:off x="6750051" y="4356101"/>
            <a:ext cx="1060450" cy="428625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/>
          <a:lstStyle/>
          <a:p>
            <a:pPr algn="ctr">
              <a:lnSpc>
                <a:spcPts val="900"/>
              </a:lnSpc>
              <a:defRPr/>
            </a:pPr>
            <a:r>
              <a:rPr kumimoji="0" lang="ja-JP" altLang="en-US" sz="1100" kern="0" dirty="0" smtClean="0">
                <a:latin typeface="Arial"/>
              </a:rPr>
              <a:t>音声</a:t>
            </a:r>
            <a:endParaRPr kumimoji="0" lang="en-US" altLang="ja-JP" sz="1100" kern="0" dirty="0" smtClean="0">
              <a:latin typeface="Arial"/>
            </a:endParaRPr>
          </a:p>
          <a:p>
            <a:pPr algn="ctr">
              <a:defRPr/>
            </a:pPr>
            <a:r>
              <a:rPr kumimoji="0" lang="ja-JP" altLang="en-US" sz="1100" kern="0" dirty="0" smtClean="0">
                <a:latin typeface="Arial"/>
              </a:rPr>
              <a:t>フロー</a:t>
            </a:r>
            <a:endParaRPr kumimoji="0" lang="ja-JP" altLang="en-US" sz="1100" kern="0" dirty="0">
              <a:latin typeface="Arial"/>
            </a:endParaRPr>
          </a:p>
        </p:txBody>
      </p:sp>
      <p:grpSp>
        <p:nvGrpSpPr>
          <p:cNvPr id="26" name="グループ化 25"/>
          <p:cNvGrpSpPr/>
          <p:nvPr/>
        </p:nvGrpSpPr>
        <p:grpSpPr>
          <a:xfrm>
            <a:off x="298052" y="763588"/>
            <a:ext cx="2552700" cy="898525"/>
            <a:chOff x="-292100" y="1668463"/>
            <a:chExt cx="2552700" cy="898525"/>
          </a:xfrm>
        </p:grpSpPr>
        <p:sp>
          <p:nvSpPr>
            <p:cNvPr id="145" name="角丸四角形 144"/>
            <p:cNvSpPr/>
            <p:nvPr/>
          </p:nvSpPr>
          <p:spPr>
            <a:xfrm>
              <a:off x="-292100" y="1668463"/>
              <a:ext cx="2552700" cy="881062"/>
            </a:xfrm>
            <a:prstGeom prst="roundRect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kumimoji="0" lang="ja-JP" altLang="en-US" sz="1200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" name="円/楕円 145"/>
            <p:cNvSpPr/>
            <p:nvPr/>
          </p:nvSpPr>
          <p:spPr>
            <a:xfrm>
              <a:off x="1588" y="1766888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>
                  <a:solidFill>
                    <a:prstClr val="black"/>
                  </a:solidFill>
                  <a:latin typeface="Arial"/>
                </a:rPr>
                <a:t>1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47" name="円/楕円 146"/>
            <p:cNvSpPr/>
            <p:nvPr/>
          </p:nvSpPr>
          <p:spPr>
            <a:xfrm>
              <a:off x="314325" y="1766888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>
                  <a:solidFill>
                    <a:prstClr val="black"/>
                  </a:solidFill>
                  <a:latin typeface="Arial"/>
                </a:rPr>
                <a:t>2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48" name="円/楕円 147"/>
            <p:cNvSpPr/>
            <p:nvPr/>
          </p:nvSpPr>
          <p:spPr>
            <a:xfrm>
              <a:off x="635000" y="1766888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>
                  <a:solidFill>
                    <a:prstClr val="black"/>
                  </a:solidFill>
                  <a:latin typeface="Arial"/>
                </a:rPr>
                <a:t>3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49" name="円/楕円 148"/>
            <p:cNvSpPr/>
            <p:nvPr/>
          </p:nvSpPr>
          <p:spPr>
            <a:xfrm>
              <a:off x="938213" y="1766888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>
                  <a:solidFill>
                    <a:prstClr val="black"/>
                  </a:solidFill>
                  <a:latin typeface="Arial"/>
                </a:rPr>
                <a:t>4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150" name="テキスト ボックス 58"/>
            <p:cNvSpPr txBox="1">
              <a:spLocks noChangeArrowheads="1"/>
            </p:cNvSpPr>
            <p:nvPr/>
          </p:nvSpPr>
          <p:spPr bwMode="auto">
            <a:xfrm>
              <a:off x="1154113" y="1765300"/>
              <a:ext cx="530225" cy="36988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9pPr>
            </a:lstStyle>
            <a:p>
              <a:pPr algn="ctr">
                <a:defRPr/>
              </a:pPr>
              <a:r>
                <a:rPr lang="ja-JP" altLang="en-US" sz="1200" kern="0" smtClean="0">
                  <a:solidFill>
                    <a:srgbClr val="000000"/>
                  </a:solidFill>
                </a:rPr>
                <a:t>・・・</a:t>
              </a:r>
            </a:p>
          </p:txBody>
        </p:sp>
        <p:sp>
          <p:nvSpPr>
            <p:cNvPr id="171" name="テキスト ボックス 58"/>
            <p:cNvSpPr txBox="1">
              <a:spLocks noChangeArrowheads="1"/>
            </p:cNvSpPr>
            <p:nvPr/>
          </p:nvSpPr>
          <p:spPr bwMode="auto">
            <a:xfrm>
              <a:off x="628650" y="2197100"/>
              <a:ext cx="530225" cy="36988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9pPr>
            </a:lstStyle>
            <a:p>
              <a:pPr algn="ctr">
                <a:defRPr/>
              </a:pPr>
              <a:r>
                <a:rPr lang="ja-JP" altLang="en-US" sz="1200" kern="0" smtClean="0">
                  <a:solidFill>
                    <a:srgbClr val="000000"/>
                  </a:solidFill>
                </a:rPr>
                <a:t>・・・</a:t>
              </a:r>
            </a:p>
          </p:txBody>
        </p:sp>
        <p:sp>
          <p:nvSpPr>
            <p:cNvPr id="180" name="円/楕円 179"/>
            <p:cNvSpPr/>
            <p:nvPr/>
          </p:nvSpPr>
          <p:spPr>
            <a:xfrm>
              <a:off x="1541463" y="1755775"/>
              <a:ext cx="285750" cy="2857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prstClr val="black"/>
                  </a:solidFill>
                  <a:latin typeface="Arial"/>
                </a:rPr>
                <a:t>100</a:t>
              </a:r>
              <a:endParaRPr kumimoji="0" lang="ja-JP" altLang="en-US" sz="900" kern="0" dirty="0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248" name="円/楕円 247"/>
            <p:cNvSpPr/>
            <p:nvPr/>
          </p:nvSpPr>
          <p:spPr>
            <a:xfrm>
              <a:off x="1588" y="2146300"/>
              <a:ext cx="285750" cy="28575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prstClr val="white"/>
                  </a:solidFill>
                  <a:latin typeface="Arial"/>
                </a:rPr>
                <a:t>101</a:t>
              </a:r>
              <a:endParaRPr kumimoji="0" lang="ja-JP" altLang="en-US" sz="900" kern="0" dirty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49" name="円/楕円 248"/>
            <p:cNvSpPr/>
            <p:nvPr/>
          </p:nvSpPr>
          <p:spPr>
            <a:xfrm>
              <a:off x="314325" y="2146300"/>
              <a:ext cx="285750" cy="28575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prstClr val="white"/>
                  </a:solidFill>
                  <a:latin typeface="Arial"/>
                </a:rPr>
                <a:t>102</a:t>
              </a:r>
              <a:endParaRPr kumimoji="0" lang="ja-JP" altLang="en-US" sz="900" kern="0" dirty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50" name="円/楕円 249"/>
            <p:cNvSpPr/>
            <p:nvPr/>
          </p:nvSpPr>
          <p:spPr>
            <a:xfrm>
              <a:off x="1217613" y="2168525"/>
              <a:ext cx="285750" cy="28575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prstClr val="white"/>
                  </a:solidFill>
                  <a:latin typeface="Arial"/>
                </a:rPr>
                <a:t>199</a:t>
              </a:r>
              <a:endParaRPr kumimoji="0" lang="ja-JP" altLang="en-US" sz="900" kern="0" dirty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51" name="円/楕円 250"/>
            <p:cNvSpPr/>
            <p:nvPr/>
          </p:nvSpPr>
          <p:spPr>
            <a:xfrm>
              <a:off x="1520825" y="2168525"/>
              <a:ext cx="285750" cy="28575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kumimoji="0" lang="en-US" altLang="ja-JP" sz="900" kern="0" dirty="0" smtClean="0">
                  <a:solidFill>
                    <a:prstClr val="white"/>
                  </a:solidFill>
                  <a:latin typeface="Arial"/>
                </a:rPr>
                <a:t>200</a:t>
              </a:r>
              <a:endParaRPr kumimoji="0" lang="ja-JP" altLang="en-US" sz="900" kern="0" dirty="0">
                <a:solidFill>
                  <a:prstClr val="white"/>
                </a:solidFill>
                <a:latin typeface="Arial"/>
              </a:endParaRPr>
            </a:p>
          </p:txBody>
        </p:sp>
      </p:grpSp>
      <p:sp>
        <p:nvSpPr>
          <p:cNvPr id="252" name="円/楕円 251"/>
          <p:cNvSpPr/>
          <p:nvPr/>
        </p:nvSpPr>
        <p:spPr>
          <a:xfrm>
            <a:off x="292497" y="388292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55" name="円/楕円 254"/>
          <p:cNvSpPr/>
          <p:nvPr/>
        </p:nvSpPr>
        <p:spPr>
          <a:xfrm>
            <a:off x="634603" y="388292"/>
            <a:ext cx="285750" cy="28575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endParaRPr kumimoji="0" lang="ja-JP" altLang="en-US" sz="900" kern="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284" name="円/楕円 283"/>
          <p:cNvSpPr/>
          <p:nvPr/>
        </p:nvSpPr>
        <p:spPr>
          <a:xfrm>
            <a:off x="3784600" y="2354263"/>
            <a:ext cx="1058863" cy="428625"/>
          </a:xfrm>
          <a:prstGeom prst="ellipse">
            <a:avLst/>
          </a:prstGeom>
          <a:solidFill>
            <a:srgbClr val="66FFCC"/>
          </a:solidFill>
          <a:ln w="25400" cap="flat" cmpd="sng" algn="ctr">
            <a:noFill/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100" kern="0" dirty="0">
                <a:solidFill>
                  <a:prstClr val="black"/>
                </a:solidFill>
                <a:latin typeface="Arial"/>
              </a:rPr>
              <a:t>MPP</a:t>
            </a:r>
            <a:endParaRPr kumimoji="0" lang="ja-JP" altLang="en-US" sz="11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85" name="円/楕円 284"/>
          <p:cNvSpPr/>
          <p:nvPr/>
        </p:nvSpPr>
        <p:spPr>
          <a:xfrm>
            <a:off x="3771900" y="4337051"/>
            <a:ext cx="1058863" cy="428625"/>
          </a:xfrm>
          <a:prstGeom prst="ellipse">
            <a:avLst/>
          </a:prstGeom>
          <a:solidFill>
            <a:srgbClr val="66FFCC"/>
          </a:solidFill>
          <a:ln w="25400" cap="flat" cmpd="sng" algn="ctr">
            <a:noFill/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100" kern="0" dirty="0">
                <a:solidFill>
                  <a:prstClr val="black"/>
                </a:solidFill>
                <a:latin typeface="Arial"/>
              </a:rPr>
              <a:t>MPP</a:t>
            </a:r>
            <a:endParaRPr kumimoji="0" lang="ja-JP" altLang="en-US" sz="11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87" name="円/楕円 286"/>
          <p:cNvSpPr/>
          <p:nvPr/>
        </p:nvSpPr>
        <p:spPr>
          <a:xfrm>
            <a:off x="731838" y="4327824"/>
            <a:ext cx="1058862" cy="428625"/>
          </a:xfrm>
          <a:prstGeom prst="ellipse">
            <a:avLst/>
          </a:prstGeom>
          <a:solidFill>
            <a:srgbClr val="66FFCC"/>
          </a:solidFill>
          <a:ln w="25400" cap="flat" cmpd="sng" algn="ctr">
            <a:noFill/>
            <a:prstDash val="solid"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en-US" altLang="ja-JP" sz="1100" kern="0" dirty="0" smtClean="0">
                <a:solidFill>
                  <a:prstClr val="black"/>
                </a:solidFill>
                <a:latin typeface="Arial"/>
              </a:rPr>
              <a:t>EPM</a:t>
            </a:r>
            <a:endParaRPr kumimoji="0" lang="ja-JP" altLang="en-US" sz="11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79" name="角丸四角形 178"/>
          <p:cNvSpPr/>
          <p:nvPr/>
        </p:nvSpPr>
        <p:spPr>
          <a:xfrm>
            <a:off x="6934201" y="1155704"/>
            <a:ext cx="2106612" cy="357187"/>
          </a:xfrm>
          <a:prstGeom prst="roundRect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kumimoji="0" lang="ja-JP" altLang="en-US" sz="1200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円/楕円 183"/>
          <p:cNvSpPr/>
          <p:nvPr/>
        </p:nvSpPr>
        <p:spPr>
          <a:xfrm>
            <a:off x="7053263" y="1184279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>
                <a:solidFill>
                  <a:prstClr val="black"/>
                </a:solidFill>
                <a:latin typeface="Arial"/>
              </a:rPr>
              <a:t>1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85" name="円/楕円 184"/>
          <p:cNvSpPr/>
          <p:nvPr/>
        </p:nvSpPr>
        <p:spPr>
          <a:xfrm>
            <a:off x="7364413" y="1184279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>
                <a:solidFill>
                  <a:prstClr val="black"/>
                </a:solidFill>
                <a:latin typeface="Arial"/>
              </a:rPr>
              <a:t>2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86" name="円/楕円 185"/>
          <p:cNvSpPr/>
          <p:nvPr/>
        </p:nvSpPr>
        <p:spPr>
          <a:xfrm>
            <a:off x="7685088" y="1184279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>
                <a:solidFill>
                  <a:prstClr val="black"/>
                </a:solidFill>
                <a:latin typeface="Arial"/>
              </a:rPr>
              <a:t>3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87" name="円/楕円 186"/>
          <p:cNvSpPr/>
          <p:nvPr/>
        </p:nvSpPr>
        <p:spPr>
          <a:xfrm>
            <a:off x="7988301" y="1184279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>
                <a:solidFill>
                  <a:prstClr val="black"/>
                </a:solidFill>
                <a:latin typeface="Arial"/>
              </a:rPr>
              <a:t>4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88" name="テキスト ボックス 58"/>
          <p:cNvSpPr txBox="1">
            <a:spLocks noChangeArrowheads="1"/>
          </p:cNvSpPr>
          <p:nvPr/>
        </p:nvSpPr>
        <p:spPr bwMode="auto">
          <a:xfrm>
            <a:off x="8184357" y="1209679"/>
            <a:ext cx="530225" cy="369888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>
              <a:defRPr/>
            </a:pPr>
            <a:r>
              <a:rPr lang="ja-JP" altLang="en-US" sz="1200" kern="0" dirty="0" smtClean="0">
                <a:solidFill>
                  <a:srgbClr val="000000"/>
                </a:solidFill>
              </a:rPr>
              <a:t>・・・</a:t>
            </a:r>
          </a:p>
        </p:txBody>
      </p:sp>
      <p:sp>
        <p:nvSpPr>
          <p:cNvPr id="189" name="円/楕円 188"/>
          <p:cNvSpPr/>
          <p:nvPr/>
        </p:nvSpPr>
        <p:spPr>
          <a:xfrm>
            <a:off x="8591551" y="1192216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prstClr val="black"/>
                </a:solidFill>
                <a:latin typeface="Arial"/>
              </a:rPr>
              <a:t>100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17" name="角丸四角形 216"/>
          <p:cNvSpPr/>
          <p:nvPr/>
        </p:nvSpPr>
        <p:spPr>
          <a:xfrm>
            <a:off x="6927851" y="1573215"/>
            <a:ext cx="2106612" cy="357188"/>
          </a:xfrm>
          <a:prstGeom prst="roundRect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kumimoji="0" lang="ja-JP" altLang="en-US" sz="1200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円/楕円 217"/>
          <p:cNvSpPr/>
          <p:nvPr/>
        </p:nvSpPr>
        <p:spPr>
          <a:xfrm>
            <a:off x="7040563" y="1622428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101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円/楕円 218"/>
          <p:cNvSpPr/>
          <p:nvPr/>
        </p:nvSpPr>
        <p:spPr>
          <a:xfrm>
            <a:off x="7353301" y="1622428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102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テキスト ボックス 58"/>
          <p:cNvSpPr txBox="1">
            <a:spLocks noChangeArrowheads="1"/>
          </p:cNvSpPr>
          <p:nvPr/>
        </p:nvSpPr>
        <p:spPr bwMode="auto">
          <a:xfrm>
            <a:off x="7615238" y="1614490"/>
            <a:ext cx="530225" cy="369888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>
              <a:defRPr/>
            </a:pPr>
            <a:r>
              <a:rPr lang="ja-JP" altLang="en-US" sz="1200" kern="0" smtClean="0">
                <a:solidFill>
                  <a:srgbClr val="000000"/>
                </a:solidFill>
              </a:rPr>
              <a:t>・・・</a:t>
            </a:r>
          </a:p>
        </p:txBody>
      </p:sp>
      <p:sp>
        <p:nvSpPr>
          <p:cNvPr id="221" name="円/楕円 220"/>
          <p:cNvSpPr/>
          <p:nvPr/>
        </p:nvSpPr>
        <p:spPr>
          <a:xfrm>
            <a:off x="8588376" y="1603378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200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円/楕円 221"/>
          <p:cNvSpPr/>
          <p:nvPr/>
        </p:nvSpPr>
        <p:spPr>
          <a:xfrm>
            <a:off x="8275638" y="1609728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199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円/楕円 129"/>
          <p:cNvSpPr/>
          <p:nvPr/>
        </p:nvSpPr>
        <p:spPr>
          <a:xfrm>
            <a:off x="4334668" y="1641475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102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円/楕円 130"/>
          <p:cNvSpPr/>
          <p:nvPr/>
        </p:nvSpPr>
        <p:spPr>
          <a:xfrm>
            <a:off x="4026694" y="3582195"/>
            <a:ext cx="285750" cy="28575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prstClr val="black"/>
                </a:solidFill>
                <a:latin typeface="Arial"/>
              </a:rPr>
              <a:t>100</a:t>
            </a:r>
            <a:endParaRPr kumimoji="0" lang="ja-JP" altLang="en-US" sz="9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32" name="円/楕円 131"/>
          <p:cNvSpPr/>
          <p:nvPr/>
        </p:nvSpPr>
        <p:spPr>
          <a:xfrm>
            <a:off x="4334668" y="3585370"/>
            <a:ext cx="285750" cy="28575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kumimoji="0" lang="en-US" altLang="ja-JP" sz="900" kern="0" dirty="0" smtClean="0">
                <a:solidFill>
                  <a:srgbClr val="FFFFFF"/>
                </a:solidFill>
                <a:latin typeface="Arial"/>
              </a:rPr>
              <a:t>101</a:t>
            </a:r>
            <a:endParaRPr kumimoji="0" lang="ja-JP" altLang="en-US" sz="900" kern="0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5949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4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5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6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7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8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9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10.xml><?xml version="1.0" encoding="utf-8"?>
<a:theme xmlns:a="http://schemas.openxmlformats.org/drawingml/2006/main" name="10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11.xml><?xml version="1.0" encoding="utf-8"?>
<a:theme xmlns:a="http://schemas.openxmlformats.org/drawingml/2006/main" name="11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12.xml><?xml version="1.0" encoding="utf-8"?>
<a:theme xmlns:a="http://schemas.openxmlformats.org/drawingml/2006/main" name="2_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HelveticaNeue-Medium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2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14.xml><?xml version="1.0" encoding="utf-8"?>
<a:theme xmlns:a="http://schemas.openxmlformats.org/drawingml/2006/main" name="13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15.xml><?xml version="1.0" encoding="utf-8"?>
<a:theme xmlns:a="http://schemas.openxmlformats.org/drawingml/2006/main" name="14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16.xml><?xml version="1.0" encoding="utf-8"?>
<a:theme xmlns:a="http://schemas.openxmlformats.org/drawingml/2006/main" name="15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17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688</Words>
  <Application>Microsoft Office PowerPoint</Application>
  <PresentationFormat>画面に合わせる (4:3)</PresentationFormat>
  <Paragraphs>405</Paragraphs>
  <Slides>16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16</vt:i4>
      </vt:variant>
      <vt:variant>
        <vt:lpstr>スライド タイトル</vt:lpstr>
      </vt:variant>
      <vt:variant>
        <vt:i4>16</vt:i4>
      </vt:variant>
    </vt:vector>
  </HeadingPairs>
  <TitlesOfParts>
    <vt:vector size="38" baseType="lpstr">
      <vt:lpstr>HelveticaNeue-Medium</vt:lpstr>
      <vt:lpstr>ＭＳ Ｐゴシック</vt:lpstr>
      <vt:lpstr>Arial</vt:lpstr>
      <vt:lpstr>Calibri</vt:lpstr>
      <vt:lpstr>Tahoma</vt:lpstr>
      <vt:lpstr>Times New Roman</vt:lpstr>
      <vt:lpstr>Office ​​テーマ</vt:lpstr>
      <vt:lpstr>2_デザインの設定</vt:lpstr>
      <vt:lpstr>3_デザインの設定</vt:lpstr>
      <vt:lpstr>4_デザインの設定</vt:lpstr>
      <vt:lpstr>5_デザインの設定</vt:lpstr>
      <vt:lpstr>6_デザインの設定</vt:lpstr>
      <vt:lpstr>7_デザインの設定</vt:lpstr>
      <vt:lpstr>8_デザインの設定</vt:lpstr>
      <vt:lpstr>9_デザインの設定</vt:lpstr>
      <vt:lpstr>10_デザインの設定</vt:lpstr>
      <vt:lpstr>11_デザインの設定</vt:lpstr>
      <vt:lpstr>2_標準デザイン</vt:lpstr>
      <vt:lpstr>12_デザインの設定</vt:lpstr>
      <vt:lpstr>13_デザインの設定</vt:lpstr>
      <vt:lpstr>14_デザインの設定</vt:lpstr>
      <vt:lpstr>15_デザインの設定</vt:lpstr>
      <vt:lpstr>03　システム障害設計</vt:lpstr>
      <vt:lpstr>PowerPoint プレゼンテーション</vt:lpstr>
      <vt:lpstr>03　システム障害設計</vt:lpstr>
      <vt:lpstr>PowerPoint プレゼンテーション</vt:lpstr>
      <vt:lpstr>03　システム障害設計</vt:lpstr>
      <vt:lpstr>PowerPoint プレゼンテーション</vt:lpstr>
      <vt:lpstr>03　システム障害設計</vt:lpstr>
      <vt:lpstr>PowerPoint プレゼンテーション</vt:lpstr>
      <vt:lpstr>03　システム障害設計</vt:lpstr>
      <vt:lpstr>PowerPoint プレゼンテーション</vt:lpstr>
      <vt:lpstr>03　システム障害設計</vt:lpstr>
      <vt:lpstr>PowerPoint プレゼンテーション</vt:lpstr>
      <vt:lpstr>03　システム障害設計</vt:lpstr>
      <vt:lpstr>PowerPoint プレゼンテーション</vt:lpstr>
      <vt:lpstr>03　システム障害設計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　はじめに</dc:title>
  <dc:creator>Haneoka, Mai</dc:creator>
  <cp:lastModifiedBy>梅原 悟志#-MSYS</cp:lastModifiedBy>
  <cp:revision>28</cp:revision>
  <dcterms:created xsi:type="dcterms:W3CDTF">2012-11-09T17:06:07Z</dcterms:created>
  <dcterms:modified xsi:type="dcterms:W3CDTF">2019-01-17T13:17:15Z</dcterms:modified>
</cp:coreProperties>
</file>