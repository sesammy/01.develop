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</p:sldMasterIdLst>
  <p:sldIdLst>
    <p:sldId id="256" r:id="rId4"/>
    <p:sldId id="262" r:id="rId5"/>
    <p:sldId id="257" r:id="rId6"/>
    <p:sldId id="263" r:id="rId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503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822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945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00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801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9563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428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2676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33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4589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1455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5FC55-449C-4E0D-BE63-4375EF945A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DD4B-7D4B-40F7-ABB8-92EA3AAE799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568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C79B-1739-4C8C-BFCD-B0982A9D0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83C8C-E638-46D7-AD8E-6308D2BB0F8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744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7D23F-5265-4BE6-8E54-61F76D743E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5B5B9-60B1-47B6-97FA-6ECF3EE1B4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023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C6A13-27F1-4805-96E2-CF1A682615C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84B10-DD2E-4222-A82A-71DA67AAA9C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398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F05EC-E10E-4C94-889C-E559C55D9D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37A8-7B32-4252-ACE6-BA3ECC1E40D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4851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A7073-CF9E-461A-A219-4794C3A31DB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83D0-7A60-4BC6-8567-81771C9CECE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4933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56C11-2713-438E-BD76-B67BB1CD234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A7997-1F23-4E2C-A613-9408666005C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2259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2216B-21B2-4C4F-9C82-E7F948D4A62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EA0A-E75D-43D4-88BA-C5D131CA47F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395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D5743-B73A-430F-81A2-77BB76A22BE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B72C7-5011-43BA-9C5F-52CDF498F3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6779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3893-3B4E-4010-A93C-AD1550ADDF9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1FCC5-D7DA-4B06-A43C-93AE48AFCDF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331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D9F93-D39B-42F3-8A78-E44BDC796E2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EDCB-28EA-4CDB-80E8-DB8AE807B7D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06841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BD0C-D6D1-45DC-9F9E-04C1A07C03B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C5183-4300-4838-8A14-04412BB8A4E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374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B23E3-DD0F-49D0-8C1C-D34D8C946A2C}" type="slidenum">
              <a:rPr lang="en-US" altLang="ja-JP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67847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smtClean="0"/>
              <a:t>マスター サブタイトルの書式設定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35FC55-449C-4E0D-BE63-4375EF945A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86DD4B-7D4B-40F7-ABB8-92EA3AAE799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8745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6C79B-1739-4C8C-BFCD-B0982A9D059F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B83C8C-E638-46D7-AD8E-6308D2BB0F89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9595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7D23F-5265-4BE6-8E54-61F76D743EE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5B5B9-60B1-47B6-97FA-6ECF3EE1B4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7258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C6A13-27F1-4805-96E2-CF1A682615C9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84B10-DD2E-4222-A82A-71DA67AAA9C1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6351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BF05EC-E10E-4C94-889C-E559C55D9D08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437A8-7B32-4252-ACE6-BA3ECC1E40D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1497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A7073-CF9E-461A-A219-4794C3A31DB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9F83D0-7A60-4BC6-8567-81771C9CECE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2846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56C11-2713-438E-BD76-B67BB1CD234D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A7997-1F23-4E2C-A613-9408666005C4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2467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E2216B-21B2-4C4F-9C82-E7F948D4A62B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0EA0A-E75D-43D4-88BA-C5D131CA47F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792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8D5743-B73A-430F-81A2-77BB76A22BE3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B72C7-5011-43BA-9C5F-52CDF498F3D0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20580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63893-3B4E-4010-A93C-AD1550ADDF9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1FCC5-D7DA-4B06-A43C-93AE48AFCDFA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7486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D9F93-D39B-42F3-8A78-E44BDC796E2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EDCB-28EA-4CDB-80E8-DB8AE807B7D7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0678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DBD0C-D6D1-45DC-9F9E-04C1A07C03B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C5183-4300-4838-8A14-04412BB8A4E8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0552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EB23E3-DD0F-49D0-8C1C-D34D8C946A2C}" type="slidenum">
              <a:rPr lang="en-US" altLang="ja-JP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ja-JP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22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39129-3696-43ED-8595-67ACC8408078}" type="datetimeFigureOut">
              <a:rPr kumimoji="1" lang="ja-JP" altLang="en-US" smtClean="0"/>
              <a:t>2019/1/17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1F62D-465A-4679-91D5-509889B2E1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3986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AE27C9BC-9A7A-4CFC-A3CB-25BFA8FDEEC7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E05CF251-C02C-4B39-AFA7-BB77695505F3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20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タイトル プレースホルダー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タイトルの書式設定</a:t>
            </a:r>
          </a:p>
        </p:txBody>
      </p:sp>
      <p:sp>
        <p:nvSpPr>
          <p:cNvPr id="1027" name="テキスト プレースホルダー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AE27C9BC-9A7A-4CFC-A3CB-25BFA8FDEEC7}" type="datetimeFigureOut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2019/1/17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ＭＳ Ｐゴシック" charset="-128"/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fld id="{E05CF251-C02C-4B39-AFA7-BB77695505F3}" type="slidenum">
              <a:rPr lang="ja-JP" altLang="en-US">
                <a:solidFill>
                  <a:prstClr val="black">
                    <a:tint val="75000"/>
                  </a:prstClr>
                </a:solidFill>
                <a:latin typeface="Times New Roman" pitchFamily="18" charset="0"/>
              </a:rPr>
              <a:pPr fontAlgn="base">
                <a:spcBef>
                  <a:spcPct val="50000"/>
                </a:spcBef>
                <a:spcAft>
                  <a:spcPct val="0"/>
                </a:spcAft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049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620688"/>
            <a:ext cx="7772400" cy="1470025"/>
          </a:xfrm>
        </p:spPr>
        <p:txBody>
          <a:bodyPr/>
          <a:lstStyle/>
          <a:p>
            <a:r>
              <a:rPr lang="en-US" altLang="ja-JP" dirty="0"/>
              <a:t>01</a:t>
            </a:r>
            <a:r>
              <a:rPr lang="ja-JP" altLang="en-US" dirty="0"/>
              <a:t>　本番環境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1791906"/>
            <a:ext cx="6400800" cy="986696"/>
          </a:xfrm>
        </p:spPr>
        <p:txBody>
          <a:bodyPr/>
          <a:lstStyle/>
          <a:p>
            <a:r>
              <a:rPr lang="en-US" altLang="zh-TW" dirty="0">
                <a:latin typeface="ＭＳ Ｐゴシック" pitchFamily="50" charset="-128"/>
                <a:ea typeface="ＭＳ Ｐゴシック" pitchFamily="50" charset="-128"/>
              </a:rPr>
              <a:t>1-2-2. </a:t>
            </a:r>
            <a:r>
              <a:rPr lang="zh-TW" altLang="en-US" dirty="0">
                <a:latin typeface="ＭＳ Ｐゴシック" pitchFamily="50" charset="-128"/>
                <a:ea typeface="ＭＳ Ｐゴシック" pitchFamily="50" charset="-128"/>
              </a:rPr>
              <a:t>処理方式設計（正常系）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4" name="タイトル 1"/>
          <p:cNvSpPr txBox="1">
            <a:spLocks/>
          </p:cNvSpPr>
          <p:nvPr/>
        </p:nvSpPr>
        <p:spPr>
          <a:xfrm>
            <a:off x="702699" y="228525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3397811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>
                <a:latin typeface="ＭＳ Ｐゴシック" pitchFamily="50" charset="-128"/>
                <a:ea typeface="ＭＳ Ｐゴシック" pitchFamily="50" charset="-128"/>
              </a:rPr>
              <a:t>2-2-2. </a:t>
            </a:r>
            <a:r>
              <a:rPr lang="zh-TW" altLang="en-US" dirty="0" smtClean="0">
                <a:latin typeface="ＭＳ Ｐゴシック" pitchFamily="50" charset="-128"/>
                <a:ea typeface="ＭＳ Ｐゴシック" pitchFamily="50" charset="-128"/>
              </a:rPr>
              <a:t>処理方式設計（正常系）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685800" y="3923844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mtClean="0"/>
              <a:t>03</a:t>
            </a:r>
            <a:r>
              <a:rPr lang="ja-JP" altLang="en-US" smtClean="0"/>
              <a:t>　検証環境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5130386"/>
            <a:ext cx="6400800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>
                <a:latin typeface="ＭＳ Ｐゴシック" pitchFamily="50" charset="-128"/>
                <a:ea typeface="ＭＳ Ｐゴシック" pitchFamily="50" charset="-128"/>
              </a:rPr>
              <a:t>3-2-2. </a:t>
            </a:r>
            <a:r>
              <a:rPr lang="zh-TW" altLang="en-US" dirty="0" smtClean="0">
                <a:latin typeface="ＭＳ Ｐゴシック" pitchFamily="50" charset="-128"/>
                <a:ea typeface="ＭＳ Ｐゴシック" pitchFamily="50" charset="-128"/>
              </a:rPr>
              <a:t>処理方式設計（正常系）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726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方形/長方形 81"/>
          <p:cNvSpPr/>
          <p:nvPr/>
        </p:nvSpPr>
        <p:spPr>
          <a:xfrm>
            <a:off x="4218181" y="1626067"/>
            <a:ext cx="4527550" cy="3019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EPM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83" name="角丸四角形 82"/>
          <p:cNvSpPr/>
          <p:nvPr/>
        </p:nvSpPr>
        <p:spPr>
          <a:xfrm>
            <a:off x="4313431" y="4183530"/>
            <a:ext cx="4356100" cy="373062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Avaya </a:t>
            </a: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Enterprise Linux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84" name="角丸四角形 83"/>
          <p:cNvSpPr/>
          <p:nvPr/>
        </p:nvSpPr>
        <p:spPr>
          <a:xfrm>
            <a:off x="4307081" y="1894355"/>
            <a:ext cx="984250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HTTP</a:t>
            </a: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　　サーバ（</a:t>
            </a: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Tomcat</a:t>
            </a: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）</a:t>
            </a:r>
          </a:p>
        </p:txBody>
      </p:sp>
      <p:sp>
        <p:nvSpPr>
          <p:cNvPr id="85" name="角丸四角形 55"/>
          <p:cNvSpPr/>
          <p:nvPr/>
        </p:nvSpPr>
        <p:spPr>
          <a:xfrm>
            <a:off x="5405631" y="1894355"/>
            <a:ext cx="3263900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lvl="4" algn="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　　　　　　　　　　　　　　　　　　　　　　　　</a:t>
            </a: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Experience </a:t>
            </a:r>
          </a:p>
          <a:p>
            <a:pPr algn="r" fontAlgn="base"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Portal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86" name="角丸四角形 85"/>
          <p:cNvSpPr/>
          <p:nvPr/>
        </p:nvSpPr>
        <p:spPr>
          <a:xfrm>
            <a:off x="5615181" y="3135780"/>
            <a:ext cx="1222375" cy="73342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white"/>
                </a:solidFill>
                <a:latin typeface="ＭＳ Ｐゴシック"/>
              </a:rPr>
              <a:t>EPM</a:t>
            </a:r>
            <a:endParaRPr lang="ja-JP" altLang="en-US" sz="1200" dirty="0">
              <a:solidFill>
                <a:prstClr val="white"/>
              </a:solidFill>
              <a:latin typeface="ＭＳ Ｐゴシック"/>
            </a:endParaRPr>
          </a:p>
        </p:txBody>
      </p:sp>
      <p:sp>
        <p:nvSpPr>
          <p:cNvPr id="87" name="角丸四角形 86"/>
          <p:cNvSpPr/>
          <p:nvPr/>
        </p:nvSpPr>
        <p:spPr>
          <a:xfrm>
            <a:off x="5621531" y="2157880"/>
            <a:ext cx="1222375" cy="63817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prstClr val="white"/>
                </a:solidFill>
                <a:latin typeface="ＭＳ Ｐゴシック"/>
              </a:rPr>
              <a:t>WebLM</a:t>
            </a:r>
            <a:endParaRPr lang="ja-JP" altLang="en-US" sz="1200" dirty="0">
              <a:solidFill>
                <a:prstClr val="white"/>
              </a:solidFill>
              <a:latin typeface="ＭＳ Ｐゴシック"/>
            </a:endParaRPr>
          </a:p>
        </p:txBody>
      </p:sp>
      <p:pic>
        <p:nvPicPr>
          <p:cNvPr id="30745" name="Picture 64" descr="C:\Program Files\Microsoft Office\MEDIA\CAGCAT10\j0292020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556" y="3615205"/>
            <a:ext cx="841375" cy="79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テキスト ボックス 88"/>
          <p:cNvSpPr txBox="1"/>
          <p:nvPr/>
        </p:nvSpPr>
        <p:spPr>
          <a:xfrm>
            <a:off x="526666" y="4434355"/>
            <a:ext cx="139974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000" dirty="0">
                <a:solidFill>
                  <a:prstClr val="black"/>
                </a:solidFill>
                <a:latin typeface="ＭＳ Ｐゴシック"/>
              </a:rPr>
              <a:t>IVR</a:t>
            </a:r>
            <a:r>
              <a:rPr lang="ja-JP" altLang="en-US" sz="1000" dirty="0">
                <a:solidFill>
                  <a:prstClr val="black"/>
                </a:solidFill>
                <a:latin typeface="ＭＳ Ｐゴシック"/>
              </a:rPr>
              <a:t>管理者</a:t>
            </a:r>
            <a:r>
              <a:rPr lang="en-US" altLang="ja-JP" sz="1000" dirty="0">
                <a:solidFill>
                  <a:prstClr val="black"/>
                </a:solidFill>
                <a:latin typeface="ＭＳ Ｐゴシック"/>
              </a:rPr>
              <a:t>/</a:t>
            </a:r>
            <a:r>
              <a:rPr lang="ja-JP" altLang="en-US" sz="1000" dirty="0" smtClean="0">
                <a:solidFill>
                  <a:prstClr val="black"/>
                </a:solidFill>
                <a:latin typeface="ＭＳ Ｐゴシック"/>
              </a:rPr>
              <a:t>オペレータ</a:t>
            </a:r>
            <a:endParaRPr lang="en-US" altLang="ja-JP" sz="10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90" name="正方形/長方形 89"/>
          <p:cNvSpPr/>
          <p:nvPr/>
        </p:nvSpPr>
        <p:spPr>
          <a:xfrm>
            <a:off x="3195831" y="2616667"/>
            <a:ext cx="927100" cy="606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MPP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cxnSp>
        <p:nvCxnSpPr>
          <p:cNvPr id="30748" name="カギ線コネクタ 22"/>
          <p:cNvCxnSpPr>
            <a:cxnSpLocks noChangeShapeType="1"/>
            <a:stCxn id="90" idx="2"/>
            <a:endCxn id="86" idx="1"/>
          </p:cNvCxnSpPr>
          <p:nvPr/>
        </p:nvCxnSpPr>
        <p:spPr bwMode="auto">
          <a:xfrm rot="16200000" flipH="1">
            <a:off x="4497581" y="2384892"/>
            <a:ext cx="279400" cy="19558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テキスト ボックス 91"/>
          <p:cNvSpPr txBox="1"/>
          <p:nvPr/>
        </p:nvSpPr>
        <p:spPr>
          <a:xfrm>
            <a:off x="3600434" y="3248492"/>
            <a:ext cx="3385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①</a:t>
            </a:r>
          </a:p>
        </p:txBody>
      </p:sp>
      <p:sp>
        <p:nvSpPr>
          <p:cNvPr id="93" name="テキスト ボックス 92"/>
          <p:cNvSpPr txBox="1"/>
          <p:nvPr/>
        </p:nvSpPr>
        <p:spPr>
          <a:xfrm>
            <a:off x="3874278" y="3245317"/>
            <a:ext cx="3385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②</a:t>
            </a:r>
          </a:p>
        </p:txBody>
      </p:sp>
      <p:sp>
        <p:nvSpPr>
          <p:cNvPr id="96" name="テキスト ボックス 95"/>
          <p:cNvSpPr txBox="1"/>
          <p:nvPr/>
        </p:nvSpPr>
        <p:spPr>
          <a:xfrm>
            <a:off x="6837556" y="2121367"/>
            <a:ext cx="223838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white"/>
                </a:solidFill>
                <a:latin typeface="ＭＳ Ｐゴシック"/>
              </a:rPr>
              <a:t>I</a:t>
            </a:r>
            <a:endParaRPr lang="ja-JP" altLang="en-US" sz="1200" dirty="0">
              <a:solidFill>
                <a:prstClr val="white"/>
              </a:solidFill>
              <a:latin typeface="ＭＳ Ｐゴシック"/>
            </a:endParaRPr>
          </a:p>
        </p:txBody>
      </p:sp>
      <p:sp>
        <p:nvSpPr>
          <p:cNvPr id="97" name="正方形/長方形 96"/>
          <p:cNvSpPr/>
          <p:nvPr/>
        </p:nvSpPr>
        <p:spPr>
          <a:xfrm>
            <a:off x="3195831" y="1702267"/>
            <a:ext cx="927100" cy="606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WAS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cxnSp>
        <p:nvCxnSpPr>
          <p:cNvPr id="30753" name="カギ線コネクタ 22"/>
          <p:cNvCxnSpPr>
            <a:cxnSpLocks noChangeShapeType="1"/>
          </p:cNvCxnSpPr>
          <p:nvPr/>
        </p:nvCxnSpPr>
        <p:spPr bwMode="auto">
          <a:xfrm rot="16200000" flipH="1">
            <a:off x="4518218" y="1449855"/>
            <a:ext cx="244475" cy="19621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9" name="カギ線コネクタ 98"/>
          <p:cNvCxnSpPr/>
          <p:nvPr/>
        </p:nvCxnSpPr>
        <p:spPr>
          <a:xfrm flipV="1">
            <a:off x="3149794" y="3651717"/>
            <a:ext cx="2465387" cy="360363"/>
          </a:xfrm>
          <a:prstGeom prst="bentConnector3">
            <a:avLst>
              <a:gd name="adj1" fmla="val 32486"/>
            </a:avLst>
          </a:prstGeom>
          <a:ln w="9525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テキスト ボックス 99"/>
          <p:cNvSpPr txBox="1"/>
          <p:nvPr/>
        </p:nvSpPr>
        <p:spPr>
          <a:xfrm>
            <a:off x="3635359" y="2311867"/>
            <a:ext cx="3385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③</a:t>
            </a: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4856147" y="2781767"/>
            <a:ext cx="3385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④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3555191" y="3764430"/>
            <a:ext cx="33855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⑤</a:t>
            </a:r>
          </a:p>
        </p:txBody>
      </p:sp>
      <p:pic>
        <p:nvPicPr>
          <p:cNvPr id="30758" name="Picture 45" descr="C:\Users\17926\AppData\Local\Microsoft\Windows\Temporary Internet Files\Content.IE5\UNP5H25G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769" y="3467567"/>
            <a:ext cx="1089025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線矢印コネクタ 16"/>
          <p:cNvCxnSpPr/>
          <p:nvPr/>
        </p:nvCxnSpPr>
        <p:spPr>
          <a:xfrm flipV="1">
            <a:off x="1582931" y="4012080"/>
            <a:ext cx="477838" cy="3175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/>
          <p:cNvSpPr txBox="1"/>
          <p:nvPr/>
        </p:nvSpPr>
        <p:spPr>
          <a:xfrm>
            <a:off x="1993092" y="4512142"/>
            <a:ext cx="1063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000" dirty="0" smtClean="0">
                <a:solidFill>
                  <a:prstClr val="black"/>
                </a:solidFill>
                <a:latin typeface="ＭＳ Ｐゴシック"/>
              </a:rPr>
              <a:t>運用管理</a:t>
            </a:r>
            <a:endParaRPr lang="en-US" altLang="ja-JP" sz="1000" dirty="0">
              <a:solidFill>
                <a:prstClr val="black"/>
              </a:solidFill>
              <a:latin typeface="ＭＳ Ｐゴシック"/>
            </a:endParaRPr>
          </a:p>
        </p:txBody>
      </p:sp>
      <p:cxnSp>
        <p:nvCxnSpPr>
          <p:cNvPr id="20" name="カギ線コネクタ 19"/>
          <p:cNvCxnSpPr/>
          <p:nvPr/>
        </p:nvCxnSpPr>
        <p:spPr>
          <a:xfrm rot="10800000" flipH="1">
            <a:off x="5615181" y="2324567"/>
            <a:ext cx="6350" cy="1025525"/>
          </a:xfrm>
          <a:prstGeom prst="bentConnector3">
            <a:avLst>
              <a:gd name="adj1" fmla="val -700000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65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335081"/>
            <a:ext cx="7772400" cy="1470025"/>
          </a:xfrm>
        </p:spPr>
        <p:txBody>
          <a:bodyPr/>
          <a:lstStyle/>
          <a:p>
            <a:r>
              <a:rPr lang="en-US" altLang="ja-JP" dirty="0"/>
              <a:t>01</a:t>
            </a:r>
            <a:r>
              <a:rPr lang="ja-JP" altLang="en-US" dirty="0"/>
              <a:t>　本番環境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1485440"/>
            <a:ext cx="6400800" cy="940817"/>
          </a:xfrm>
        </p:spPr>
        <p:txBody>
          <a:bodyPr/>
          <a:lstStyle/>
          <a:p>
            <a:r>
              <a:rPr lang="en-US" altLang="zh-TW" dirty="0" smtClean="0">
                <a:latin typeface="ＭＳ Ｐゴシック" pitchFamily="50" charset="-128"/>
                <a:ea typeface="ＭＳ Ｐゴシック" pitchFamily="50" charset="-128"/>
              </a:rPr>
              <a:t>1-2-3. </a:t>
            </a:r>
            <a:r>
              <a:rPr lang="zh-TW" altLang="en-US" dirty="0" smtClean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kumimoji="1"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4" name="タイトル 1"/>
          <p:cNvSpPr txBox="1">
            <a:spLocks/>
          </p:cNvSpPr>
          <p:nvPr/>
        </p:nvSpPr>
        <p:spPr>
          <a:xfrm>
            <a:off x="685800" y="2220452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 smtClean="0"/>
              <a:t>02</a:t>
            </a:r>
            <a:r>
              <a:rPr lang="ja-JP" altLang="en-US" dirty="0" smtClean="0"/>
              <a:t>　研修環境</a:t>
            </a:r>
            <a:endParaRPr lang="ja-JP" altLang="en-US" dirty="0"/>
          </a:p>
        </p:txBody>
      </p:sp>
      <p:sp>
        <p:nvSpPr>
          <p:cNvPr id="5" name="サブタイトル 2"/>
          <p:cNvSpPr txBox="1">
            <a:spLocks/>
          </p:cNvSpPr>
          <p:nvPr/>
        </p:nvSpPr>
        <p:spPr>
          <a:xfrm>
            <a:off x="1371600" y="3356992"/>
            <a:ext cx="6400800" cy="910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>
                <a:latin typeface="ＭＳ Ｐゴシック" pitchFamily="50" charset="-128"/>
                <a:ea typeface="ＭＳ Ｐゴシック" pitchFamily="50" charset="-128"/>
              </a:rPr>
              <a:t>2-2-3. </a:t>
            </a:r>
            <a:r>
              <a:rPr lang="zh-TW" altLang="en-US" dirty="0" smtClean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685800" y="3858617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mtClean="0"/>
              <a:t>03</a:t>
            </a:r>
            <a:r>
              <a:rPr lang="ja-JP" altLang="en-US" smtClean="0"/>
              <a:t>　検証環境</a:t>
            </a:r>
            <a:endParaRPr lang="ja-JP" altLang="en-US" dirty="0"/>
          </a:p>
        </p:txBody>
      </p:sp>
      <p:sp>
        <p:nvSpPr>
          <p:cNvPr id="7" name="サブタイトル 2"/>
          <p:cNvSpPr txBox="1">
            <a:spLocks/>
          </p:cNvSpPr>
          <p:nvPr/>
        </p:nvSpPr>
        <p:spPr>
          <a:xfrm>
            <a:off x="1371600" y="5085184"/>
            <a:ext cx="6400800" cy="9109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kumimoji="1"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mtClean="0">
                <a:latin typeface="ＭＳ Ｐゴシック" pitchFamily="50" charset="-128"/>
                <a:ea typeface="ＭＳ Ｐゴシック" pitchFamily="50" charset="-128"/>
              </a:rPr>
              <a:t>3-2-3. </a:t>
            </a:r>
            <a:r>
              <a:rPr lang="zh-TW" altLang="en-US" smtClean="0">
                <a:latin typeface="ＭＳ Ｐゴシック" pitchFamily="50" charset="-128"/>
                <a:ea typeface="ＭＳ Ｐゴシック" pitchFamily="50" charset="-128"/>
              </a:rPr>
              <a:t>処理方式設計（異常系）</a:t>
            </a:r>
            <a:endParaRPr lang="ja-JP" altLang="en-US" dirty="0">
              <a:latin typeface="ＭＳ Ｐゴシック" pitchFamily="50" charset="-128"/>
              <a:ea typeface="ＭＳ Ｐゴシック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5982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4218181" y="1587211"/>
            <a:ext cx="4527550" cy="3019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EPM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5" name="角丸四角形 4"/>
          <p:cNvSpPr/>
          <p:nvPr/>
        </p:nvSpPr>
        <p:spPr>
          <a:xfrm>
            <a:off x="4288031" y="4144673"/>
            <a:ext cx="4384675" cy="373063"/>
          </a:xfrm>
          <a:prstGeom prst="roundRect">
            <a:avLst/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50000">
                <a:schemeClr val="bg1"/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Avaya </a:t>
            </a: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Enterprise Linux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6" name="角丸四角形 5"/>
          <p:cNvSpPr/>
          <p:nvPr/>
        </p:nvSpPr>
        <p:spPr>
          <a:xfrm>
            <a:off x="4307081" y="1855498"/>
            <a:ext cx="954087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HTTP</a:t>
            </a: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　サーバ（</a:t>
            </a: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Tomcat</a:t>
            </a: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）</a:t>
            </a:r>
          </a:p>
        </p:txBody>
      </p:sp>
      <p:sp>
        <p:nvSpPr>
          <p:cNvPr id="7" name="角丸四角形 55"/>
          <p:cNvSpPr/>
          <p:nvPr/>
        </p:nvSpPr>
        <p:spPr>
          <a:xfrm>
            <a:off x="5392931" y="1855498"/>
            <a:ext cx="3263900" cy="2162175"/>
          </a:xfrm>
          <a:prstGeom prst="roundRect">
            <a:avLst/>
          </a:prstGeom>
          <a:gradFill flip="none" rotWithShape="1">
            <a:gsLst>
              <a:gs pos="0">
                <a:srgbClr val="00CCFF"/>
              </a:gs>
              <a:gs pos="50000">
                <a:schemeClr val="bg1"/>
              </a:gs>
              <a:gs pos="100000">
                <a:srgbClr val="00CCFF"/>
              </a:gs>
            </a:gsLst>
            <a:lin ang="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 anchorCtr="1"/>
          <a:lstStyle/>
          <a:p>
            <a:pPr algn="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200" dirty="0">
                <a:solidFill>
                  <a:prstClr val="black"/>
                </a:solidFill>
                <a:latin typeface="ＭＳ Ｐゴシック"/>
              </a:rPr>
              <a:t>　　　　　　　　　　　　　　　　　　　　　　　　</a:t>
            </a: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Experience</a:t>
            </a:r>
          </a:p>
          <a:p>
            <a:pPr lvl="5" algn="r" fontAlgn="base"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black"/>
                </a:solidFill>
                <a:latin typeface="ＭＳ Ｐゴシック"/>
              </a:rPr>
              <a:t>Portal</a:t>
            </a:r>
            <a:endParaRPr lang="en-US" altLang="ja-JP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8" name="角丸四角形 7"/>
          <p:cNvSpPr/>
          <p:nvPr/>
        </p:nvSpPr>
        <p:spPr>
          <a:xfrm>
            <a:off x="5615181" y="3096923"/>
            <a:ext cx="1222375" cy="73342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white"/>
                </a:solidFill>
                <a:latin typeface="ＭＳ Ｐゴシック"/>
              </a:rPr>
              <a:t>EPM</a:t>
            </a:r>
            <a:endParaRPr lang="ja-JP" altLang="en-US" sz="1200" dirty="0">
              <a:solidFill>
                <a:prstClr val="white"/>
              </a:solidFill>
              <a:latin typeface="ＭＳ Ｐゴシック"/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5583431" y="2119023"/>
            <a:ext cx="1222375" cy="638175"/>
          </a:xfrm>
          <a:prstGeom prst="roundRect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err="1">
                <a:solidFill>
                  <a:prstClr val="white"/>
                </a:solidFill>
                <a:latin typeface="ＭＳ Ｐゴシック"/>
              </a:rPr>
              <a:t>WebLM</a:t>
            </a:r>
            <a:endParaRPr lang="ja-JP" altLang="en-US" sz="1200" dirty="0">
              <a:solidFill>
                <a:prstClr val="white"/>
              </a:solidFill>
              <a:latin typeface="ＭＳ Ｐゴシック"/>
            </a:endParaRPr>
          </a:p>
        </p:txBody>
      </p:sp>
      <p:pic>
        <p:nvPicPr>
          <p:cNvPr id="10" name="Picture 64" descr="C:\Program Files\Microsoft Office\MEDIA\CAGCAT10\j0292020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668" y="3601748"/>
            <a:ext cx="841375" cy="798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テキスト ボックス 10"/>
          <p:cNvSpPr txBox="1"/>
          <p:nvPr/>
        </p:nvSpPr>
        <p:spPr>
          <a:xfrm>
            <a:off x="472691" y="4406611"/>
            <a:ext cx="139974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000" dirty="0">
                <a:solidFill>
                  <a:prstClr val="black"/>
                </a:solidFill>
                <a:latin typeface="ＭＳ Ｐゴシック"/>
              </a:rPr>
              <a:t>IVR</a:t>
            </a:r>
            <a:r>
              <a:rPr lang="ja-JP" altLang="en-US" sz="1000" dirty="0">
                <a:solidFill>
                  <a:prstClr val="black"/>
                </a:solidFill>
                <a:latin typeface="ＭＳ Ｐゴシック"/>
              </a:rPr>
              <a:t>管理者</a:t>
            </a:r>
            <a:r>
              <a:rPr lang="en-US" altLang="ja-JP" sz="1000" dirty="0">
                <a:solidFill>
                  <a:prstClr val="black"/>
                </a:solidFill>
                <a:latin typeface="ＭＳ Ｐゴシック"/>
              </a:rPr>
              <a:t>/</a:t>
            </a:r>
            <a:r>
              <a:rPr lang="ja-JP" altLang="en-US" sz="1000" dirty="0" smtClean="0">
                <a:solidFill>
                  <a:prstClr val="black"/>
                </a:solidFill>
                <a:latin typeface="ＭＳ Ｐゴシック"/>
              </a:rPr>
              <a:t>オペレータ</a:t>
            </a:r>
            <a:endParaRPr lang="en-US" altLang="ja-JP" sz="10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3195831" y="2577811"/>
            <a:ext cx="927100" cy="606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MPP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cxnSp>
        <p:nvCxnSpPr>
          <p:cNvPr id="13" name="カギ線コネクタ 22"/>
          <p:cNvCxnSpPr>
            <a:cxnSpLocks noChangeShapeType="1"/>
            <a:stCxn id="12" idx="2"/>
            <a:endCxn id="8" idx="1"/>
          </p:cNvCxnSpPr>
          <p:nvPr/>
        </p:nvCxnSpPr>
        <p:spPr bwMode="auto">
          <a:xfrm rot="16200000" flipH="1">
            <a:off x="4497581" y="2346036"/>
            <a:ext cx="279400" cy="195580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テキスト ボックス 13"/>
          <p:cNvSpPr txBox="1"/>
          <p:nvPr/>
        </p:nvSpPr>
        <p:spPr>
          <a:xfrm>
            <a:off x="3513331" y="2815936"/>
            <a:ext cx="2825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A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646290" y="2876261"/>
            <a:ext cx="285750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B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374006" y="2303173"/>
            <a:ext cx="295275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white"/>
                </a:solidFill>
                <a:latin typeface="ＭＳ Ｐゴシック"/>
              </a:rPr>
              <a:t>D</a:t>
            </a:r>
            <a:endParaRPr lang="ja-JP" altLang="en-US" sz="1200" dirty="0">
              <a:solidFill>
                <a:prstClr val="white"/>
              </a:solidFill>
              <a:latin typeface="ＭＳ Ｐゴシック"/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384676" y="3325135"/>
            <a:ext cx="2712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 smtClean="0">
                <a:solidFill>
                  <a:prstClr val="white"/>
                </a:solidFill>
                <a:latin typeface="ＭＳ Ｐゴシック"/>
              </a:rPr>
              <a:t>E</a:t>
            </a:r>
            <a:endParaRPr lang="ja-JP" altLang="en-US" sz="1200" dirty="0">
              <a:solidFill>
                <a:prstClr val="white"/>
              </a:solidFill>
              <a:latin typeface="ＭＳ Ｐゴシック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3195831" y="1663411"/>
            <a:ext cx="927100" cy="606425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50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WAS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cxnSp>
        <p:nvCxnSpPr>
          <p:cNvPr id="19" name="カギ線コネクタ 22"/>
          <p:cNvCxnSpPr>
            <a:cxnSpLocks noChangeShapeType="1"/>
          </p:cNvCxnSpPr>
          <p:nvPr/>
        </p:nvCxnSpPr>
        <p:spPr bwMode="auto">
          <a:xfrm rot="16200000" flipH="1">
            <a:off x="4499168" y="1442749"/>
            <a:ext cx="244475" cy="1924050"/>
          </a:xfrm>
          <a:prstGeom prst="bentConnector2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テキスト ボックス 19"/>
          <p:cNvSpPr txBox="1"/>
          <p:nvPr/>
        </p:nvSpPr>
        <p:spPr>
          <a:xfrm>
            <a:off x="3513212" y="1865023"/>
            <a:ext cx="285750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ja-JP" sz="1200" dirty="0">
                <a:solidFill>
                  <a:prstClr val="black"/>
                </a:solidFill>
                <a:latin typeface="ＭＳ Ｐゴシック"/>
              </a:rPr>
              <a:t>C</a:t>
            </a:r>
            <a:endParaRPr lang="ja-JP" altLang="en-US" sz="1200" dirty="0">
              <a:solidFill>
                <a:prstClr val="black"/>
              </a:solidFill>
              <a:latin typeface="ＭＳ Ｐゴシック"/>
            </a:endParaRPr>
          </a:p>
        </p:txBody>
      </p:sp>
      <p:pic>
        <p:nvPicPr>
          <p:cNvPr id="21" name="Picture 45" descr="C:\Users\17926\AppData\Local\Microsoft\Windows\Temporary Internet Files\Content.IE5\UNP5H25G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356" y="3430298"/>
            <a:ext cx="1089025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テキスト ボックス 21"/>
          <p:cNvSpPr txBox="1"/>
          <p:nvPr/>
        </p:nvSpPr>
        <p:spPr>
          <a:xfrm>
            <a:off x="2145344" y="4482811"/>
            <a:ext cx="69762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ja-JP" altLang="en-US" sz="1000" dirty="0" smtClean="0">
                <a:solidFill>
                  <a:prstClr val="black"/>
                </a:solidFill>
                <a:latin typeface="ＭＳ Ｐゴシック"/>
              </a:rPr>
              <a:t>運用管理</a:t>
            </a:r>
            <a:endParaRPr lang="en-US" altLang="ja-JP" sz="1000" dirty="0">
              <a:solidFill>
                <a:prstClr val="black"/>
              </a:solidFill>
              <a:latin typeface="ＭＳ Ｐゴシック"/>
            </a:endParaRPr>
          </a:p>
        </p:txBody>
      </p:sp>
      <p:cxnSp>
        <p:nvCxnSpPr>
          <p:cNvPr id="23" name="カギ線コネクタ 22"/>
          <p:cNvCxnSpPr/>
          <p:nvPr/>
        </p:nvCxnSpPr>
        <p:spPr>
          <a:xfrm flipV="1">
            <a:off x="3146618" y="3674773"/>
            <a:ext cx="2465388" cy="360363"/>
          </a:xfrm>
          <a:prstGeom prst="bentConnector3">
            <a:avLst>
              <a:gd name="adj1" fmla="val 32486"/>
            </a:avLst>
          </a:prstGeom>
          <a:ln w="9525">
            <a:solidFill>
              <a:schemeClr val="tx1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 flipV="1">
            <a:off x="1594043" y="4035136"/>
            <a:ext cx="477838" cy="3175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カギ線コネクタ 24"/>
          <p:cNvCxnSpPr/>
          <p:nvPr/>
        </p:nvCxnSpPr>
        <p:spPr>
          <a:xfrm rot="10800000" flipH="1">
            <a:off x="5589781" y="2303173"/>
            <a:ext cx="6350" cy="1025525"/>
          </a:xfrm>
          <a:prstGeom prst="bentConnector3">
            <a:avLst>
              <a:gd name="adj1" fmla="val -7000000"/>
            </a:avLst>
          </a:prstGeom>
          <a:ln w="95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953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デザインの設定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 kumimoji="1"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101</Words>
  <Application>Microsoft Office PowerPoint</Application>
  <PresentationFormat>画面に合わせる (4:3)</PresentationFormat>
  <Paragraphs>45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4</vt:i4>
      </vt:variant>
    </vt:vector>
  </HeadingPairs>
  <TitlesOfParts>
    <vt:vector size="11" baseType="lpstr">
      <vt:lpstr>ＭＳ Ｐゴシック</vt:lpstr>
      <vt:lpstr>Arial</vt:lpstr>
      <vt:lpstr>Calibri</vt:lpstr>
      <vt:lpstr>Times New Roman</vt:lpstr>
      <vt:lpstr>Office ​​テーマ</vt:lpstr>
      <vt:lpstr>2_デザインの設定</vt:lpstr>
      <vt:lpstr>3_デザインの設定</vt:lpstr>
      <vt:lpstr>01　本番環境</vt:lpstr>
      <vt:lpstr>PowerPoint プレゼンテーション</vt:lpstr>
      <vt:lpstr>01　本番環境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　本番環境</dc:title>
  <dc:creator>Haneoka, Mai</dc:creator>
  <cp:lastModifiedBy>梅原 悟志#-MSYS</cp:lastModifiedBy>
  <cp:revision>7</cp:revision>
  <dcterms:created xsi:type="dcterms:W3CDTF">2012-11-10T00:33:34Z</dcterms:created>
  <dcterms:modified xsi:type="dcterms:W3CDTF">2019-01-17T13:26:48Z</dcterms:modified>
</cp:coreProperties>
</file>